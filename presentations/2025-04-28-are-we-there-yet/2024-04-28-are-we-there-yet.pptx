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4"/>
  </p:notesMasterIdLst>
  <p:sldIdLst>
    <p:sldId id="2147483583" r:id="rId5"/>
    <p:sldId id="2147483551" r:id="rId6"/>
    <p:sldId id="263" r:id="rId7"/>
    <p:sldId id="10953" r:id="rId8"/>
    <p:sldId id="2147483572" r:id="rId9"/>
    <p:sldId id="2147483573" r:id="rId10"/>
    <p:sldId id="2147483581" r:id="rId11"/>
    <p:sldId id="2147483574" r:id="rId12"/>
    <p:sldId id="2147483436" r:id="rId13"/>
    <p:sldId id="2147483575" r:id="rId14"/>
    <p:sldId id="2147483577" r:id="rId15"/>
    <p:sldId id="265" r:id="rId16"/>
    <p:sldId id="2147483597" r:id="rId17"/>
    <p:sldId id="2147483591" r:id="rId18"/>
    <p:sldId id="2147483607" r:id="rId19"/>
    <p:sldId id="2147483576" r:id="rId20"/>
    <p:sldId id="2147483580" r:id="rId21"/>
    <p:sldId id="2147483579" r:id="rId22"/>
    <p:sldId id="2147472774" r:id="rId23"/>
    <p:sldId id="2147483584" r:id="rId24"/>
    <p:sldId id="2147483590" r:id="rId25"/>
    <p:sldId id="2147483585" r:id="rId26"/>
    <p:sldId id="2147483586" r:id="rId27"/>
    <p:sldId id="2147483587" r:id="rId28"/>
    <p:sldId id="2147483588" r:id="rId29"/>
    <p:sldId id="2147483589" r:id="rId30"/>
    <p:sldId id="2147483593" r:id="rId31"/>
    <p:sldId id="2147483569" r:id="rId32"/>
    <p:sldId id="2147483596" r:id="rId33"/>
    <p:sldId id="2147483595" r:id="rId34"/>
    <p:sldId id="2147483598" r:id="rId35"/>
    <p:sldId id="2147483599" r:id="rId36"/>
    <p:sldId id="2147483600" r:id="rId37"/>
    <p:sldId id="2147483601" r:id="rId38"/>
    <p:sldId id="2147483602" r:id="rId39"/>
    <p:sldId id="2147483603" r:id="rId40"/>
    <p:sldId id="2147483604" r:id="rId41"/>
    <p:sldId id="2147483606" r:id="rId42"/>
    <p:sldId id="2147483605" r:id="rId43"/>
    <p:sldId id="2147483608" r:id="rId44"/>
    <p:sldId id="2147483609" r:id="rId45"/>
    <p:sldId id="2147483592" r:id="rId46"/>
    <p:sldId id="2147483594" r:id="rId47"/>
    <p:sldId id="2147483570" r:id="rId48"/>
    <p:sldId id="2147483582" r:id="rId49"/>
    <p:sldId id="2147483578" r:id="rId50"/>
    <p:sldId id="2147483571" r:id="rId51"/>
    <p:sldId id="2147483308" r:id="rId52"/>
    <p:sldId id="2147472784" r:id="rId53"/>
    <p:sldId id="2147472802" r:id="rId54"/>
    <p:sldId id="2147483254" r:id="rId55"/>
    <p:sldId id="2147483317" r:id="rId56"/>
    <p:sldId id="2147483442" r:id="rId57"/>
    <p:sldId id="2147472823" r:id="rId58"/>
    <p:sldId id="2147483292" r:id="rId59"/>
    <p:sldId id="2147483296" r:id="rId60"/>
    <p:sldId id="2147483440" r:id="rId61"/>
    <p:sldId id="2147483298" r:id="rId62"/>
    <p:sldId id="2147483306" r:id="rId63"/>
    <p:sldId id="2147483438" r:id="rId64"/>
    <p:sldId id="2147483446" r:id="rId65"/>
    <p:sldId id="2147472754" r:id="rId66"/>
    <p:sldId id="2147472757" r:id="rId67"/>
    <p:sldId id="2147472760" r:id="rId68"/>
    <p:sldId id="2147483322" r:id="rId69"/>
    <p:sldId id="2147483256" r:id="rId70"/>
    <p:sldId id="2147483404" r:id="rId71"/>
    <p:sldId id="2147483533" r:id="rId72"/>
    <p:sldId id="2147483568"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204E912-0142-4F44-B0E0-4C1C230E5F88}">
          <p14:sldIdLst>
            <p14:sldId id="2147483583"/>
            <p14:sldId id="2147483551"/>
            <p14:sldId id="263"/>
            <p14:sldId id="10953"/>
            <p14:sldId id="2147483572"/>
            <p14:sldId id="2147483573"/>
            <p14:sldId id="2147483581"/>
            <p14:sldId id="2147483574"/>
            <p14:sldId id="2147483436"/>
            <p14:sldId id="2147483575"/>
            <p14:sldId id="2147483577"/>
            <p14:sldId id="265"/>
            <p14:sldId id="2147483597"/>
            <p14:sldId id="2147483591"/>
            <p14:sldId id="2147483607"/>
            <p14:sldId id="2147483576"/>
            <p14:sldId id="2147483580"/>
            <p14:sldId id="2147483579"/>
            <p14:sldId id="2147472774"/>
            <p14:sldId id="2147483584"/>
            <p14:sldId id="2147483590"/>
            <p14:sldId id="2147483585"/>
            <p14:sldId id="2147483586"/>
            <p14:sldId id="2147483587"/>
            <p14:sldId id="2147483588"/>
            <p14:sldId id="2147483589"/>
            <p14:sldId id="2147483593"/>
            <p14:sldId id="2147483569"/>
            <p14:sldId id="2147483596"/>
            <p14:sldId id="2147483595"/>
            <p14:sldId id="2147483598"/>
          </p14:sldIdLst>
        </p14:section>
        <p14:section name="Quote Build" id="{C299DDD8-DA44-C54A-926B-854F8A11DB94}">
          <p14:sldIdLst>
            <p14:sldId id="2147483599"/>
            <p14:sldId id="2147483600"/>
            <p14:sldId id="2147483601"/>
            <p14:sldId id="2147483602"/>
            <p14:sldId id="2147483603"/>
            <p14:sldId id="2147483604"/>
            <p14:sldId id="2147483606"/>
            <p14:sldId id="2147483605"/>
          </p14:sldIdLst>
        </p14:section>
        <p14:section name="Library Repsitory" id="{C4DE752D-1D7E-1548-AC53-D070F2611EAF}">
          <p14:sldIdLst>
            <p14:sldId id="2147483608"/>
            <p14:sldId id="2147483609"/>
            <p14:sldId id="2147483592"/>
            <p14:sldId id="2147483594"/>
            <p14:sldId id="2147483570"/>
            <p14:sldId id="2147483582"/>
            <p14:sldId id="2147483578"/>
            <p14:sldId id="2147483571"/>
            <p14:sldId id="2147483308"/>
            <p14:sldId id="2147472784"/>
            <p14:sldId id="2147472802"/>
            <p14:sldId id="2147483254"/>
            <p14:sldId id="2147483317"/>
            <p14:sldId id="2147483442"/>
            <p14:sldId id="2147472823"/>
            <p14:sldId id="2147483292"/>
            <p14:sldId id="2147483296"/>
            <p14:sldId id="2147483440"/>
            <p14:sldId id="2147483298"/>
            <p14:sldId id="2147483306"/>
            <p14:sldId id="2147483438"/>
            <p14:sldId id="2147483446"/>
            <p14:sldId id="2147472754"/>
            <p14:sldId id="2147472757"/>
            <p14:sldId id="2147472760"/>
            <p14:sldId id="2147483322"/>
            <p14:sldId id="2147483256"/>
            <p14:sldId id="2147483404"/>
            <p14:sldId id="2147483533"/>
            <p14:sldId id="214748356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5F3EB63-F5DF-69D1-2483-F6EB98255607}" name="Scott Benson" initials="SB" userId="S::sbenson@adobe.com::6f303af4-d7c5-44d2-a3ee-37dd900ea180" providerId="AD"/>
  <p188:author id="{5B678D75-604B-8512-6CEE-52F9F9A2F29B}" name="Julia Capeloto" initials="JC" userId="S::capeloto@adobe.com::95f4d369-df56-44d4-9eda-6675faac5294" providerId="AD"/>
  <p188:author id="{62FEEB9E-68E1-78F1-FA4D-5F43E3A99159}" name="Jason Franklin" initials="JF" userId="S::jafrankl@adobe.com::c87865dd-5e39-4fa6-b97b-9351161e8d13" providerId="AD"/>
  <p188:author id="{4FB0E6C2-01E0-902D-6EB3-355F2E61CDF0}" name="Wendy Grim" initials="WG" userId="S::wgrim@adobe.com::a6aac728-d695-48c0-b541-bdb4f8e8beac" providerId="AD"/>
  <p188:author id="{C7D0EEC7-1583-B5F0-D1CC-89CAF758F3AB}" name="Macie De Stefano" initials="" userId="S::mskipwit@adobe.com::b2abbf78-f550-46cd-8677-9f927805853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44007"/>
    <a:srgbClr val="604E00"/>
    <a:srgbClr val="044024"/>
    <a:srgbClr val="0F4F55"/>
    <a:srgbClr val="172762"/>
    <a:srgbClr val="41245B"/>
    <a:srgbClr val="642850"/>
    <a:srgbClr val="FF66CC"/>
    <a:srgbClr val="A55BE8"/>
    <a:srgbClr val="3A63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14"/>
    <p:restoredTop sz="68992"/>
  </p:normalViewPr>
  <p:slideViewPr>
    <p:cSldViewPr snapToGrid="0" showGuides="1">
      <p:cViewPr varScale="1">
        <p:scale>
          <a:sx n="136" d="100"/>
          <a:sy n="136" d="100"/>
        </p:scale>
        <p:origin x="2768" y="192"/>
      </p:cViewPr>
      <p:guideLst/>
    </p:cSldViewPr>
  </p:slideViewPr>
  <p:outlineViewPr>
    <p:cViewPr>
      <p:scale>
        <a:sx n="33" d="100"/>
        <a:sy n="33" d="100"/>
      </p:scale>
      <p:origin x="0" y="-15160"/>
    </p:cViewPr>
  </p:outlineViewPr>
  <p:notesTextViewPr>
    <p:cViewPr>
      <p:scale>
        <a:sx n="185" d="100"/>
        <a:sy n="185" d="100"/>
      </p:scale>
      <p:origin x="0" y="0"/>
    </p:cViewPr>
  </p:notesTextViewPr>
  <p:sorterViewPr>
    <p:cViewPr>
      <p:scale>
        <a:sx n="1" d="1"/>
        <a:sy n="1" d="1"/>
      </p:scale>
      <p:origin x="0" y="0"/>
    </p:cViewPr>
  </p:sorterViewPr>
  <p:notesViewPr>
    <p:cSldViewPr snapToGrid="0" showGuides="1">
      <p:cViewPr varScale="1">
        <p:scale>
          <a:sx n="157" d="100"/>
          <a:sy n="157" d="100"/>
        </p:scale>
        <p:origin x="5640" y="17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79" Type="http://schemas.microsoft.com/office/2018/10/relationships/authors" Targe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3F1930-641F-47E7-A0EC-FF19713D6D7E}" type="datetimeFigureOut">
              <a:rPr lang="en-US" smtClean="0"/>
              <a:t>4/18/25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B79AF-D22A-4E5D-9392-72114F6AB7F4}" type="slidenum">
              <a:rPr lang="en-US" smtClean="0"/>
              <a:t>‹#›</a:t>
            </a:fld>
            <a:endParaRPr lang="en-US"/>
          </a:p>
        </p:txBody>
      </p:sp>
    </p:spTree>
    <p:extLst>
      <p:ext uri="{BB962C8B-B14F-4D97-AF65-F5344CB8AC3E}">
        <p14:creationId xmlns:p14="http://schemas.microsoft.com/office/powerpoint/2010/main" val="2591318102"/>
      </p:ext>
    </p:extLst>
  </p:cSld>
  <p:clrMap bg1="lt1" tx1="dk1" bg2="lt2" tx2="dk2" accent1="accent1" accent2="accent2" accent3="accent3" accent4="accent4" accent5="accent5" accent6="accent6" hlink="hlink" folHlink="folHlink"/>
  <p:notesStyle>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2000" kern="1200">
        <a:solidFill>
          <a:schemeClr val="tx1"/>
        </a:solidFill>
        <a:latin typeface="+mn-lt"/>
        <a:ea typeface="+mn-ea"/>
        <a:cs typeface="+mn-cs"/>
      </a:defRPr>
    </a:lvl2pPr>
    <a:lvl3pPr marL="914400" algn="l" defTabSz="914400" rtl="0" eaLnBrk="1" latinLnBrk="0" hangingPunct="1">
      <a:defRPr sz="2000" kern="1200">
        <a:solidFill>
          <a:schemeClr val="tx1"/>
        </a:solidFill>
        <a:latin typeface="+mn-lt"/>
        <a:ea typeface="+mn-ea"/>
        <a:cs typeface="+mn-cs"/>
      </a:defRPr>
    </a:lvl3pPr>
    <a:lvl4pPr marL="1371600" algn="l" defTabSz="914400" rtl="0" eaLnBrk="1" latinLnBrk="0" hangingPunct="1">
      <a:defRPr sz="2000" kern="1200">
        <a:solidFill>
          <a:schemeClr val="tx1"/>
        </a:solidFill>
        <a:latin typeface="+mn-lt"/>
        <a:ea typeface="+mn-ea"/>
        <a:cs typeface="+mn-cs"/>
      </a:defRPr>
    </a:lvl4pPr>
    <a:lvl5pPr marL="1828800" algn="l" defTabSz="914400" rtl="0" eaLnBrk="1" latinLnBrk="0" hangingPunct="1">
      <a:defRPr sz="2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1</a:t>
            </a:fld>
            <a:endParaRPr lang="en-US"/>
          </a:p>
        </p:txBody>
      </p:sp>
    </p:spTree>
    <p:extLst>
      <p:ext uri="{BB962C8B-B14F-4D97-AF65-F5344CB8AC3E}">
        <p14:creationId xmlns:p14="http://schemas.microsoft.com/office/powerpoint/2010/main" val="3032587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8</a:t>
            </a:fld>
            <a:endParaRPr lang="en-US"/>
          </a:p>
        </p:txBody>
      </p:sp>
    </p:spTree>
    <p:extLst>
      <p:ext uri="{BB962C8B-B14F-4D97-AF65-F5344CB8AC3E}">
        <p14:creationId xmlns:p14="http://schemas.microsoft.com/office/powerpoint/2010/main" val="1528190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11</a:t>
            </a:fld>
            <a:endParaRPr lang="en-US"/>
          </a:p>
        </p:txBody>
      </p:sp>
    </p:spTree>
    <p:extLst>
      <p:ext uri="{BB962C8B-B14F-4D97-AF65-F5344CB8AC3E}">
        <p14:creationId xmlns:p14="http://schemas.microsoft.com/office/powerpoint/2010/main" val="610447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Jon Bentley's solution is considerably longer and arguably incorrect.</a:t>
            </a:r>
          </a:p>
        </p:txBody>
      </p:sp>
      <p:sp>
        <p:nvSpPr>
          <p:cNvPr id="4" name="Slide Number Placeholder 3"/>
          <p:cNvSpPr>
            <a:spLocks noGrp="1"/>
          </p:cNvSpPr>
          <p:nvPr>
            <p:ph type="sldNum" sz="quarter" idx="5"/>
          </p:nvPr>
        </p:nvSpPr>
        <p:spPr/>
        <p:txBody>
          <a:bodyPr/>
          <a:lstStyle/>
          <a:p>
            <a:fld id="{EFBB79AF-D22A-4E5D-9392-72114F6AB7F4}" type="slidenum">
              <a:rPr lang="en-US" smtClean="0"/>
              <a:t>12</a:t>
            </a:fld>
            <a:endParaRPr lang="en-US"/>
          </a:p>
        </p:txBody>
      </p:sp>
    </p:spTree>
    <p:extLst>
      <p:ext uri="{BB962C8B-B14F-4D97-AF65-F5344CB8AC3E}">
        <p14:creationId xmlns:p14="http://schemas.microsoft.com/office/powerpoint/2010/main" val="915342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9F96B-94D2-3042-5D9F-85C2ED1D8C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4328D-C20E-0978-5BFD-99AB6213DD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6441F-2938-8521-FF26-8473BA41EB96}"/>
              </a:ext>
            </a:extLst>
          </p:cNvPr>
          <p:cNvSpPr>
            <a:spLocks noGrp="1"/>
          </p:cNvSpPr>
          <p:nvPr>
            <p:ph type="body" idx="1"/>
          </p:nvPr>
        </p:nvSpPr>
        <p:spPr/>
        <p:txBody>
          <a:bodyPr/>
          <a:lstStyle/>
          <a:p>
            <a:r>
              <a:rPr lang="en-US" dirty="0"/>
              <a:t>Jon Bentley's solution is considerably longer and arguably incorrect.</a:t>
            </a:r>
          </a:p>
          <a:p>
            <a:pPr marL="457200" indent="-457200">
              <a:buFont typeface="+mj-lt"/>
              <a:buAutoNum type="arabicPeriod"/>
            </a:pPr>
            <a:r>
              <a:rPr lang="en-US" dirty="0"/>
              <a:t>Throws away information</a:t>
            </a:r>
          </a:p>
          <a:p>
            <a:pPr marL="457200" indent="-457200">
              <a:buFont typeface="+mj-lt"/>
              <a:buAutoNum type="arabicPeriod"/>
            </a:pPr>
            <a:r>
              <a:rPr lang="en-US" dirty="0"/>
              <a:t>Possible overflow</a:t>
            </a:r>
          </a:p>
          <a:p>
            <a:pPr marL="457200" indent="-457200">
              <a:buFont typeface="+mj-lt"/>
              <a:buAutoNum type="arabicPeriod"/>
            </a:pPr>
            <a:r>
              <a:rPr lang="en-US" dirty="0"/>
              <a:t>Extra comparison</a:t>
            </a:r>
          </a:p>
          <a:p>
            <a:pPr marL="457200" indent="-457200">
              <a:buFont typeface="+mj-lt"/>
              <a:buAutoNum type="arabicPeriod"/>
            </a:pPr>
            <a:r>
              <a:rPr lang="en-US" dirty="0"/>
              <a:t>Possible underflow (requires signed value)</a:t>
            </a:r>
          </a:p>
          <a:p>
            <a:pPr marL="457200" indent="-457200">
              <a:buFont typeface="+mj-lt"/>
              <a:buAutoNum type="arabicPeriod"/>
            </a:pPr>
            <a:endParaRPr lang="en-US" dirty="0"/>
          </a:p>
          <a:p>
            <a:endParaRPr lang="en-US" dirty="0"/>
          </a:p>
        </p:txBody>
      </p:sp>
      <p:sp>
        <p:nvSpPr>
          <p:cNvPr id="4" name="Slide Number Placeholder 3">
            <a:extLst>
              <a:ext uri="{FF2B5EF4-FFF2-40B4-BE49-F238E27FC236}">
                <a16:creationId xmlns:a16="http://schemas.microsoft.com/office/drawing/2014/main" id="{104440EC-B0DD-AEC2-CAB6-FF7432C20012}"/>
              </a:ext>
            </a:extLst>
          </p:cNvPr>
          <p:cNvSpPr>
            <a:spLocks noGrp="1"/>
          </p:cNvSpPr>
          <p:nvPr>
            <p:ph type="sldNum" sz="quarter" idx="5"/>
          </p:nvPr>
        </p:nvSpPr>
        <p:spPr/>
        <p:txBody>
          <a:bodyPr/>
          <a:lstStyle/>
          <a:p>
            <a:fld id="{EFBB79AF-D22A-4E5D-9392-72114F6AB7F4}" type="slidenum">
              <a:rPr lang="en-US" smtClean="0"/>
              <a:t>13</a:t>
            </a:fld>
            <a:endParaRPr lang="en-US"/>
          </a:p>
        </p:txBody>
      </p:sp>
    </p:spTree>
    <p:extLst>
      <p:ext uri="{BB962C8B-B14F-4D97-AF65-F5344CB8AC3E}">
        <p14:creationId xmlns:p14="http://schemas.microsoft.com/office/powerpoint/2010/main" val="3478909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from my original talk and still holds as generally true. I haven’t measured it, but I feel the percentage of engineers who can write this code has increased. We have moved beyond the “Java Dark Ages,” where Java, Design Patterns, and Object-Oriented Programming were taught at the exclusion of machine architecture, algorithms, and data structures. I credit programs like Google’s Summer of Code and competitive coding contests for the change.</a:t>
            </a:r>
          </a:p>
        </p:txBody>
      </p:sp>
      <p:sp>
        <p:nvSpPr>
          <p:cNvPr id="4" name="Slide Number Placeholder 3"/>
          <p:cNvSpPr>
            <a:spLocks noGrp="1"/>
          </p:cNvSpPr>
          <p:nvPr>
            <p:ph type="sldNum" sz="quarter" idx="5"/>
          </p:nvPr>
        </p:nvSpPr>
        <p:spPr/>
        <p:txBody>
          <a:bodyPr/>
          <a:lstStyle/>
          <a:p>
            <a:fld id="{EFBB79AF-D22A-4E5D-9392-72114F6AB7F4}" type="slidenum">
              <a:rPr lang="en-US" smtClean="0"/>
              <a:t>14</a:t>
            </a:fld>
            <a:endParaRPr lang="en-US"/>
          </a:p>
        </p:txBody>
      </p:sp>
    </p:spTree>
    <p:extLst>
      <p:ext uri="{BB962C8B-B14F-4D97-AF65-F5344CB8AC3E}">
        <p14:creationId xmlns:p14="http://schemas.microsoft.com/office/powerpoint/2010/main" val="2779283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answering the question, let’s look at what analysts say today.</a:t>
            </a:r>
          </a:p>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15</a:t>
            </a:fld>
            <a:endParaRPr lang="en-US"/>
          </a:p>
        </p:txBody>
      </p:sp>
    </p:spTree>
    <p:extLst>
      <p:ext uri="{BB962C8B-B14F-4D97-AF65-F5344CB8AC3E}">
        <p14:creationId xmlns:p14="http://schemas.microsoft.com/office/powerpoint/2010/main" val="3912530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This code is identical to mine except for a few minor naming issues. I’ve tried this experiment a few times, starting with GPT 2.5 (it failed). The code quality has gotten surprisingly good, surprisingly fast. I’m one of those 55% of developers… usually using Claude-3.7-sonnet in Cursor.</a:t>
            </a:r>
          </a:p>
        </p:txBody>
      </p:sp>
      <p:sp>
        <p:nvSpPr>
          <p:cNvPr id="4" name="Slide Number Placeholder 3"/>
          <p:cNvSpPr>
            <a:spLocks noGrp="1"/>
          </p:cNvSpPr>
          <p:nvPr>
            <p:ph type="sldNum" sz="quarter" idx="5"/>
          </p:nvPr>
        </p:nvSpPr>
        <p:spPr/>
        <p:txBody>
          <a:bodyPr/>
          <a:lstStyle/>
          <a:p>
            <a:fld id="{EFBB79AF-D22A-4E5D-9392-72114F6AB7F4}" type="slidenum">
              <a:rPr lang="en-US" smtClean="0"/>
              <a:t>18</a:t>
            </a:fld>
            <a:endParaRPr lang="en-US"/>
          </a:p>
        </p:txBody>
      </p:sp>
    </p:spTree>
    <p:extLst>
      <p:ext uri="{BB962C8B-B14F-4D97-AF65-F5344CB8AC3E}">
        <p14:creationId xmlns:p14="http://schemas.microsoft.com/office/powerpoint/2010/main" val="2376564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solved – that’s the end of my talk… I think we have a little more time? Let’s continue since we aren’t all out of a job yet.</a:t>
            </a:r>
          </a:p>
        </p:txBody>
      </p:sp>
      <p:sp>
        <p:nvSpPr>
          <p:cNvPr id="4" name="Slide Number Placeholder 3"/>
          <p:cNvSpPr>
            <a:spLocks noGrp="1"/>
          </p:cNvSpPr>
          <p:nvPr>
            <p:ph type="sldNum" sz="quarter" idx="5"/>
          </p:nvPr>
        </p:nvSpPr>
        <p:spPr/>
        <p:txBody>
          <a:bodyPr/>
          <a:lstStyle/>
          <a:p>
            <a:fld id="{EFBB79AF-D22A-4E5D-9392-72114F6AB7F4}" type="slidenum">
              <a:rPr lang="en-US" smtClean="0"/>
              <a:t>19</a:t>
            </a:fld>
            <a:endParaRPr lang="en-US"/>
          </a:p>
        </p:txBody>
      </p:sp>
    </p:spTree>
    <p:extLst>
      <p:ext uri="{BB962C8B-B14F-4D97-AF65-F5344CB8AC3E}">
        <p14:creationId xmlns:p14="http://schemas.microsoft.com/office/powerpoint/2010/main" val="211015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Unfortunately (maybe?) I don’t believe AI fixes everything. Yet. Let’s look a little more at how software is developed.</a:t>
            </a:r>
          </a:p>
        </p:txBody>
      </p:sp>
      <p:sp>
        <p:nvSpPr>
          <p:cNvPr id="4" name="Slide Number Placeholder 3"/>
          <p:cNvSpPr>
            <a:spLocks noGrp="1"/>
          </p:cNvSpPr>
          <p:nvPr>
            <p:ph type="sldNum" sz="quarter" idx="5"/>
          </p:nvPr>
        </p:nvSpPr>
        <p:spPr/>
        <p:txBody>
          <a:bodyPr/>
          <a:lstStyle/>
          <a:p>
            <a:fld id="{EFBB79AF-D22A-4E5D-9392-72114F6AB7F4}" type="slidenum">
              <a:rPr lang="en-US" smtClean="0"/>
              <a:t>20</a:t>
            </a:fld>
            <a:endParaRPr lang="en-US"/>
          </a:p>
        </p:txBody>
      </p:sp>
    </p:spTree>
    <p:extLst>
      <p:ext uri="{BB962C8B-B14F-4D97-AF65-F5344CB8AC3E}">
        <p14:creationId xmlns:p14="http://schemas.microsoft.com/office/powerpoint/2010/main" val="1165438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72B4D"/>
                </a:solidFill>
                <a:effectLst/>
                <a:latin typeface="clean-regular"/>
              </a:rPr>
              <a:t>Won’t Fix: Usually low-priority bug, not worth the effort, or no need to fix for a situation that's not important anymore.</a:t>
            </a:r>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24</a:t>
            </a:fld>
            <a:endParaRPr lang="en-US"/>
          </a:p>
        </p:txBody>
      </p:sp>
    </p:spTree>
    <p:extLst>
      <p:ext uri="{BB962C8B-B14F-4D97-AF65-F5344CB8AC3E}">
        <p14:creationId xmlns:p14="http://schemas.microsoft.com/office/powerpoint/2010/main" val="1075715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Deferred: </a:t>
            </a:r>
            <a:r>
              <a:rPr lang="en-US" b="0" i="0" dirty="0">
                <a:solidFill>
                  <a:srgbClr val="172B4D"/>
                </a:solidFill>
                <a:effectLst/>
                <a:latin typeface="clean-regular"/>
              </a:rPr>
              <a:t>Will reconsider at a future date</a:t>
            </a:r>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25</a:t>
            </a:fld>
            <a:endParaRPr lang="en-US"/>
          </a:p>
        </p:txBody>
      </p:sp>
    </p:spTree>
    <p:extLst>
      <p:ext uri="{BB962C8B-B14F-4D97-AF65-F5344CB8AC3E}">
        <p14:creationId xmlns:p14="http://schemas.microsoft.com/office/powerpoint/2010/main" val="2069890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26</a:t>
            </a:fld>
            <a:endParaRPr lang="en-US"/>
          </a:p>
        </p:txBody>
      </p:sp>
    </p:spTree>
    <p:extLst>
      <p:ext uri="{BB962C8B-B14F-4D97-AF65-F5344CB8AC3E}">
        <p14:creationId xmlns:p14="http://schemas.microsoft.com/office/powerpoint/2010/main" val="19216449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back to the earlier question, we ship software through a process of iterative refinement.</a:t>
            </a:r>
          </a:p>
        </p:txBody>
      </p:sp>
      <p:sp>
        <p:nvSpPr>
          <p:cNvPr id="4" name="Slide Number Placeholder 3"/>
          <p:cNvSpPr>
            <a:spLocks noGrp="1"/>
          </p:cNvSpPr>
          <p:nvPr>
            <p:ph type="sldNum" sz="quarter" idx="5"/>
          </p:nvPr>
        </p:nvSpPr>
        <p:spPr/>
        <p:txBody>
          <a:bodyPr/>
          <a:lstStyle/>
          <a:p>
            <a:fld id="{EFBB79AF-D22A-4E5D-9392-72114F6AB7F4}" type="slidenum">
              <a:rPr lang="en-US" smtClean="0"/>
              <a:t>27</a:t>
            </a:fld>
            <a:endParaRPr lang="en-US"/>
          </a:p>
        </p:txBody>
      </p:sp>
    </p:spTree>
    <p:extLst>
      <p:ext uri="{BB962C8B-B14F-4D97-AF65-F5344CB8AC3E}">
        <p14:creationId xmlns:p14="http://schemas.microsoft.com/office/powerpoint/2010/main" val="14132357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Who here feels like they spend most of their time writing and rewriting the same code? </a:t>
            </a:r>
          </a:p>
          <a:p>
            <a:endParaRPr lang="en-US" dirty="0"/>
          </a:p>
          <a:p>
            <a:r>
              <a:rPr lang="en-US" dirty="0"/>
              <a:t>Generic Programming – (still) novel in 2006</a:t>
            </a:r>
          </a:p>
          <a:p>
            <a:r>
              <a:rPr lang="en-US" dirty="0"/>
              <a:t>Axioms</a:t>
            </a:r>
          </a:p>
          <a:p>
            <a:r>
              <a:rPr lang="en-US" dirty="0"/>
              <a:t>Theorems - Concepts (Swift Protocols, Rust Traits)</a:t>
            </a:r>
          </a:p>
          <a:p>
            <a:r>
              <a:rPr lang="en-US" dirty="0"/>
              <a:t>Refinement</a:t>
            </a:r>
          </a:p>
          <a:p>
            <a:r>
              <a:rPr lang="en-US" dirty="0"/>
              <a:t>Covariant constraints</a:t>
            </a:r>
          </a:p>
          <a:p>
            <a:endParaRPr lang="en-US" dirty="0"/>
          </a:p>
          <a:p>
            <a:r>
              <a:rPr lang="en-US" dirty="0"/>
              <a:t>] </a:t>
            </a:r>
          </a:p>
        </p:txBody>
      </p:sp>
      <p:sp>
        <p:nvSpPr>
          <p:cNvPr id="4" name="Slide Number Placeholder 3"/>
          <p:cNvSpPr>
            <a:spLocks noGrp="1"/>
          </p:cNvSpPr>
          <p:nvPr>
            <p:ph type="sldNum" sz="quarter" idx="5"/>
          </p:nvPr>
        </p:nvSpPr>
        <p:spPr/>
        <p:txBody>
          <a:bodyPr/>
          <a:lstStyle/>
          <a:p>
            <a:fld id="{EFBB79AF-D22A-4E5D-9392-72114F6AB7F4}" type="slidenum">
              <a:rPr lang="en-US" smtClean="0"/>
              <a:t>28</a:t>
            </a:fld>
            <a:endParaRPr lang="en-US"/>
          </a:p>
        </p:txBody>
      </p:sp>
    </p:spTree>
    <p:extLst>
      <p:ext uri="{BB962C8B-B14F-4D97-AF65-F5344CB8AC3E}">
        <p14:creationId xmlns:p14="http://schemas.microsoft.com/office/powerpoint/2010/main" val="17855570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29</a:t>
            </a:fld>
            <a:endParaRPr lang="en-US"/>
          </a:p>
        </p:txBody>
      </p:sp>
    </p:spTree>
    <p:extLst>
      <p:ext uri="{BB962C8B-B14F-4D97-AF65-F5344CB8AC3E}">
        <p14:creationId xmlns:p14="http://schemas.microsoft.com/office/powerpoint/2010/main" val="2851219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in the right front corner in the audience for this talk – this was the day when I first met Alex in person.</a:t>
            </a:r>
          </a:p>
          <a:p>
            <a:endParaRPr lang="en-US" dirty="0"/>
          </a:p>
          <a:p>
            <a:r>
              <a:rPr lang="en-US" dirty="0"/>
              <a:t>By extension, Alex wasn’t referring to standard library extensions, but things like the Boost Graph Library (shipped in 2000). How many generic libraries for Algorithms and Data Structures can you name?</a:t>
            </a:r>
          </a:p>
          <a:p>
            <a:endParaRPr lang="en-US" dirty="0"/>
          </a:p>
          <a:p>
            <a:r>
              <a:rPr lang="en-US" dirty="0"/>
              <a:t>No language progress – Alex’s work had directly influenced C++ Concepts, Rust Traits, and Swift Protocols.</a:t>
            </a:r>
          </a:p>
        </p:txBody>
      </p:sp>
      <p:sp>
        <p:nvSpPr>
          <p:cNvPr id="4" name="Slide Number Placeholder 3"/>
          <p:cNvSpPr>
            <a:spLocks noGrp="1"/>
          </p:cNvSpPr>
          <p:nvPr>
            <p:ph type="sldNum" sz="quarter" idx="5"/>
          </p:nvPr>
        </p:nvSpPr>
        <p:spPr/>
        <p:txBody>
          <a:bodyPr/>
          <a:lstStyle/>
          <a:p>
            <a:fld id="{EFBB79AF-D22A-4E5D-9392-72114F6AB7F4}" type="slidenum">
              <a:rPr lang="en-US" smtClean="0"/>
              <a:t>30</a:t>
            </a:fld>
            <a:endParaRPr lang="en-US"/>
          </a:p>
        </p:txBody>
      </p:sp>
    </p:spTree>
    <p:extLst>
      <p:ext uri="{BB962C8B-B14F-4D97-AF65-F5344CB8AC3E}">
        <p14:creationId xmlns:p14="http://schemas.microsoft.com/office/powerpoint/2010/main" val="2700935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BB79AF-D22A-4E5D-9392-72114F6AB7F4}" type="slidenum">
              <a:rPr lang="en-US" smtClean="0"/>
              <a:t>31</a:t>
            </a:fld>
            <a:endParaRPr lang="en-US"/>
          </a:p>
        </p:txBody>
      </p:sp>
    </p:spTree>
    <p:extLst>
      <p:ext uri="{BB962C8B-B14F-4D97-AF65-F5344CB8AC3E}">
        <p14:creationId xmlns:p14="http://schemas.microsoft.com/office/powerpoint/2010/main" val="3519527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32</a:t>
            </a:fld>
            <a:endParaRPr lang="en-US"/>
          </a:p>
        </p:txBody>
      </p:sp>
    </p:spTree>
    <p:extLst>
      <p:ext uri="{BB962C8B-B14F-4D97-AF65-F5344CB8AC3E}">
        <p14:creationId xmlns:p14="http://schemas.microsoft.com/office/powerpoint/2010/main" val="1571237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33</a:t>
            </a:fld>
            <a:endParaRPr lang="en-US"/>
          </a:p>
        </p:txBody>
      </p:sp>
    </p:spTree>
    <p:extLst>
      <p:ext uri="{BB962C8B-B14F-4D97-AF65-F5344CB8AC3E}">
        <p14:creationId xmlns:p14="http://schemas.microsoft.com/office/powerpoint/2010/main" val="36122371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34</a:t>
            </a:fld>
            <a:endParaRPr lang="en-US"/>
          </a:p>
        </p:txBody>
      </p:sp>
    </p:spTree>
    <p:extLst>
      <p:ext uri="{BB962C8B-B14F-4D97-AF65-F5344CB8AC3E}">
        <p14:creationId xmlns:p14="http://schemas.microsoft.com/office/powerpoint/2010/main" val="39102926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36</a:t>
            </a:fld>
            <a:endParaRPr lang="en-US"/>
          </a:p>
        </p:txBody>
      </p:sp>
    </p:spTree>
    <p:extLst>
      <p:ext uri="{BB962C8B-B14F-4D97-AF65-F5344CB8AC3E}">
        <p14:creationId xmlns:p14="http://schemas.microsoft.com/office/powerpoint/2010/main" val="33773223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37</a:t>
            </a:fld>
            <a:endParaRPr lang="en-US"/>
          </a:p>
        </p:txBody>
      </p:sp>
    </p:spTree>
    <p:extLst>
      <p:ext uri="{BB962C8B-B14F-4D97-AF65-F5344CB8AC3E}">
        <p14:creationId xmlns:p14="http://schemas.microsoft.com/office/powerpoint/2010/main" val="1500184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36464-00ED-F58A-3B06-362F6CD4E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A5CAC-4BE4-771E-9DA1-277CEA13C3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2D663-9FD2-51C0-85F2-7B912C0282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0B478-9A88-C9C9-5A8B-41D95EB8309D}"/>
              </a:ext>
            </a:extLst>
          </p:cNvPr>
          <p:cNvSpPr>
            <a:spLocks noGrp="1"/>
          </p:cNvSpPr>
          <p:nvPr>
            <p:ph type="sldNum" sz="quarter" idx="5"/>
          </p:nvPr>
        </p:nvSpPr>
        <p:spPr/>
        <p:txBody>
          <a:bodyPr/>
          <a:lstStyle/>
          <a:p>
            <a:fld id="{EFBB79AF-D22A-4E5D-9392-72114F6AB7F4}" type="slidenum">
              <a:rPr lang="en-US" smtClean="0"/>
              <a:t>38</a:t>
            </a:fld>
            <a:endParaRPr lang="en-US"/>
          </a:p>
        </p:txBody>
      </p:sp>
    </p:spTree>
    <p:extLst>
      <p:ext uri="{BB962C8B-B14F-4D97-AF65-F5344CB8AC3E}">
        <p14:creationId xmlns:p14="http://schemas.microsoft.com/office/powerpoint/2010/main" val="39831638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39</a:t>
            </a:fld>
            <a:endParaRPr lang="en-US"/>
          </a:p>
        </p:txBody>
      </p:sp>
    </p:spTree>
    <p:extLst>
      <p:ext uri="{BB962C8B-B14F-4D97-AF65-F5344CB8AC3E}">
        <p14:creationId xmlns:p14="http://schemas.microsoft.com/office/powerpoint/2010/main" val="19848109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D8D03-D415-8C34-68A3-AB619842B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CCC38-1AB1-635A-D4C0-DC11ACFA7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57846B-3701-C973-8E95-E8B2E805DB44}"/>
              </a:ext>
            </a:extLst>
          </p:cNvPr>
          <p:cNvSpPr>
            <a:spLocks noGrp="1"/>
          </p:cNvSpPr>
          <p:nvPr>
            <p:ph type="body" idx="1"/>
          </p:nvPr>
        </p:nvSpPr>
        <p:spPr/>
        <p:txBody>
          <a:bodyPr/>
          <a:lstStyle/>
          <a:p>
            <a:r>
              <a:rPr lang="en-US" dirty="0"/>
              <a:t>[ Who here feels like they spend most of their time writing and rewriting the same code? </a:t>
            </a:r>
          </a:p>
          <a:p>
            <a:endParaRPr lang="en-US" dirty="0"/>
          </a:p>
          <a:p>
            <a:r>
              <a:rPr lang="en-US" dirty="0"/>
              <a:t>Generic Programming – (still) novel in 2006</a:t>
            </a:r>
          </a:p>
          <a:p>
            <a:r>
              <a:rPr lang="en-US" dirty="0"/>
              <a:t>Axioms</a:t>
            </a:r>
          </a:p>
          <a:p>
            <a:r>
              <a:rPr lang="en-US" dirty="0"/>
              <a:t>Theorems - Concepts (Swift Protocols, Rust Traits)</a:t>
            </a:r>
          </a:p>
          <a:p>
            <a:r>
              <a:rPr lang="en-US" dirty="0"/>
              <a:t>Refinement</a:t>
            </a:r>
          </a:p>
          <a:p>
            <a:r>
              <a:rPr lang="en-US" dirty="0"/>
              <a:t>Covariant constraints</a:t>
            </a:r>
          </a:p>
          <a:p>
            <a:endParaRPr lang="en-US" dirty="0"/>
          </a:p>
          <a:p>
            <a:r>
              <a:rPr lang="en-US" dirty="0"/>
              <a:t>] </a:t>
            </a:r>
          </a:p>
        </p:txBody>
      </p:sp>
      <p:sp>
        <p:nvSpPr>
          <p:cNvPr id="4" name="Slide Number Placeholder 3">
            <a:extLst>
              <a:ext uri="{FF2B5EF4-FFF2-40B4-BE49-F238E27FC236}">
                <a16:creationId xmlns:a16="http://schemas.microsoft.com/office/drawing/2014/main" id="{1A1A6B21-D6B0-E2CB-4A92-E3426CAA27B8}"/>
              </a:ext>
            </a:extLst>
          </p:cNvPr>
          <p:cNvSpPr>
            <a:spLocks noGrp="1"/>
          </p:cNvSpPr>
          <p:nvPr>
            <p:ph type="sldNum" sz="quarter" idx="5"/>
          </p:nvPr>
        </p:nvSpPr>
        <p:spPr/>
        <p:txBody>
          <a:bodyPr/>
          <a:lstStyle/>
          <a:p>
            <a:fld id="{EFBB79AF-D22A-4E5D-9392-72114F6AB7F4}" type="slidenum">
              <a:rPr lang="en-US" smtClean="0"/>
              <a:t>40</a:t>
            </a:fld>
            <a:endParaRPr lang="en-US"/>
          </a:p>
        </p:txBody>
      </p:sp>
    </p:spTree>
    <p:extLst>
      <p:ext uri="{BB962C8B-B14F-4D97-AF65-F5344CB8AC3E}">
        <p14:creationId xmlns:p14="http://schemas.microsoft.com/office/powerpoint/2010/main" val="16834912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41</a:t>
            </a:fld>
            <a:endParaRPr lang="en-US"/>
          </a:p>
        </p:txBody>
      </p:sp>
    </p:spTree>
    <p:extLst>
      <p:ext uri="{BB962C8B-B14F-4D97-AF65-F5344CB8AC3E}">
        <p14:creationId xmlns:p14="http://schemas.microsoft.com/office/powerpoint/2010/main" val="2877980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42</a:t>
            </a:fld>
            <a:endParaRPr lang="en-US"/>
          </a:p>
        </p:txBody>
      </p:sp>
    </p:spTree>
    <p:extLst>
      <p:ext uri="{BB962C8B-B14F-4D97-AF65-F5344CB8AC3E}">
        <p14:creationId xmlns:p14="http://schemas.microsoft.com/office/powerpoint/2010/main" val="36110264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B79AF-D22A-4E5D-9392-72114F6AB7F4}" type="slidenum">
              <a:rPr lang="en-US" smtClean="0"/>
              <a:t>44</a:t>
            </a:fld>
            <a:endParaRPr lang="en-US"/>
          </a:p>
        </p:txBody>
      </p:sp>
    </p:spTree>
    <p:extLst>
      <p:ext uri="{BB962C8B-B14F-4D97-AF65-F5344CB8AC3E}">
        <p14:creationId xmlns:p14="http://schemas.microsoft.com/office/powerpoint/2010/main" val="25544615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dirty="0"/>
          </a:p>
        </p:txBody>
      </p:sp>
      <p:sp>
        <p:nvSpPr>
          <p:cNvPr id="4" name="Slide Number Placeholder 3"/>
          <p:cNvSpPr>
            <a:spLocks noGrp="1"/>
          </p:cNvSpPr>
          <p:nvPr>
            <p:ph type="sldNum" sz="quarter" idx="5"/>
          </p:nvPr>
        </p:nvSpPr>
        <p:spPr/>
        <p:txBody>
          <a:bodyPr/>
          <a:lstStyle/>
          <a:p>
            <a:fld id="{EFBB79AF-D22A-4E5D-9392-72114F6AB7F4}" type="slidenum">
              <a:rPr lang="en-US" smtClean="0"/>
              <a:t>69</a:t>
            </a:fld>
            <a:endParaRPr lang="en-US"/>
          </a:p>
        </p:txBody>
      </p:sp>
    </p:spTree>
    <p:extLst>
      <p:ext uri="{BB962C8B-B14F-4D97-AF65-F5344CB8AC3E}">
        <p14:creationId xmlns:p14="http://schemas.microsoft.com/office/powerpoint/2010/main" val="5904874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599" y="426061"/>
            <a:ext cx="5334001" cy="2387600"/>
          </a:xfrm>
        </p:spPr>
        <p:txBody>
          <a:bodyPr lIns="0" rIns="0" anchor="b">
            <a:noAutofit/>
          </a:bodyPr>
          <a:lstStyle>
            <a:lvl1pPr algn="l">
              <a:lnSpc>
                <a:spcPct val="80000"/>
              </a:lnSpc>
              <a:defRPr sz="5400" spc="-120" baseline="0"/>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599" y="3012926"/>
            <a:ext cx="5334002" cy="1655762"/>
          </a:xfrm>
        </p:spPr>
        <p:txBody>
          <a:bodyPr lIns="0" r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4031B34F-5072-BCFE-838A-B26F9DFCB01E}"/>
              </a:ext>
            </a:extLst>
          </p:cNvPr>
          <p:cNvSpPr>
            <a:spLocks noGrp="1"/>
          </p:cNvSpPr>
          <p:nvPr>
            <p:ph type="pic" sz="quarter" idx="10"/>
          </p:nvPr>
        </p:nvSpPr>
        <p:spPr>
          <a:xfrm>
            <a:off x="6096000" y="0"/>
            <a:ext cx="6096000" cy="6858000"/>
          </a:xfrm>
        </p:spPr>
        <p:txBody>
          <a:bodyPr wrap="none">
            <a:noAutofit/>
          </a:bodyPr>
          <a:lstStyle/>
          <a:p>
            <a:endParaRPr lang="en-US"/>
          </a:p>
        </p:txBody>
      </p:sp>
      <p:pic>
        <p:nvPicPr>
          <p:cNvPr id="5" name="Picture 4" descr="A red and black number&#10;&#10;Description automatically generated">
            <a:extLst>
              <a:ext uri="{FF2B5EF4-FFF2-40B4-BE49-F238E27FC236}">
                <a16:creationId xmlns:a16="http://schemas.microsoft.com/office/drawing/2014/main" id="{ED10F1C0-9764-B3D2-72FA-D6F1835F56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2889542328"/>
      </p:ext>
    </p:extLst>
  </p:cSld>
  <p:clrMapOvr>
    <a:masterClrMapping/>
  </p:clrMapOvr>
  <p:transition spd="med"/>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1209081327"/>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hite - Bottom Graphic">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10972800" cy="4992624"/>
          </a:xfrm>
        </p:spPr>
        <p:txBody>
          <a:bodyPr lIns="0" rIns="0"/>
          <a:lstStyle>
            <a:lvl1pPr>
              <a:lnSpc>
                <a:spcPct val="110000"/>
              </a:lnSpc>
              <a:spcBef>
                <a:spcPts val="1200"/>
              </a:spcBef>
              <a:defRPr/>
            </a:lvl1pPr>
            <a:lvl2pPr>
              <a:lnSpc>
                <a:spcPct val="110000"/>
              </a:lnSpc>
              <a:spcBef>
                <a:spcPts val="800"/>
              </a:spcBef>
              <a:defRPr/>
            </a:lvl2pPr>
            <a:lvl3pPr>
              <a:lnSpc>
                <a:spcPct val="110000"/>
              </a:lnSpc>
              <a:spcBef>
                <a:spcPts val="800"/>
              </a:spcBef>
              <a:defRPr/>
            </a:lvl3pPr>
            <a:lvl4pPr marL="173038" indent="0">
              <a:lnSpc>
                <a:spcPct val="100000"/>
              </a:lnSpc>
              <a:spcBef>
                <a:spcPts val="0"/>
              </a:spcBef>
              <a:buNone/>
              <a:tabLst/>
              <a:defRPr sz="2000" b="0" i="0">
                <a:latin typeface="Menlo" panose="020B0609030804020204" pitchFamily="49" charset="0"/>
                <a:ea typeface="Menlo" panose="020B0609030804020204" pitchFamily="49" charset="0"/>
                <a:cs typeface="Menlo" panose="020B0609030804020204" pitchFamily="49" charset="0"/>
              </a:defRPr>
            </a:lvl4pPr>
            <a:lvl5pPr>
              <a:lnSpc>
                <a:spcPct val="110000"/>
              </a:lnSpc>
              <a:spcBef>
                <a:spcPts val="12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93ECCD13-D1E9-473F-B841-18617FCF55E9}" type="datetime1">
              <a:rPr lang="en-US" smtClean="0"/>
              <a:t>4/18/25</a:t>
            </a:fld>
            <a:endParaRPr lang="en-US"/>
          </a:p>
        </p:txBody>
      </p:sp>
    </p:spTree>
    <p:extLst>
      <p:ext uri="{BB962C8B-B14F-4D97-AF65-F5344CB8AC3E}">
        <p14:creationId xmlns:p14="http://schemas.microsoft.com/office/powerpoint/2010/main" val="882777902"/>
      </p:ext>
    </p:extLst>
  </p:cSld>
  <p:clrMapOvr>
    <a:masterClrMapping/>
  </p:clrMapOvr>
  <p:transition spd="med"/>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Large Quot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1600200"/>
            <a:ext cx="10972800" cy="946389"/>
          </a:xfrm>
        </p:spPr>
        <p:txBody>
          <a:bodyPr lIns="0" rIns="0"/>
          <a:lstStyle/>
          <a:p>
            <a:r>
              <a:rPr lang="en-US"/>
              <a:t>Click to edit Master title style</a:t>
            </a:r>
          </a:p>
        </p:txBody>
      </p:sp>
      <p:sp>
        <p:nvSpPr>
          <p:cNvPr id="3" name="Text Placeholder 2">
            <a:extLst>
              <a:ext uri="{FF2B5EF4-FFF2-40B4-BE49-F238E27FC236}">
                <a16:creationId xmlns:a16="http://schemas.microsoft.com/office/drawing/2014/main" id="{071E6B17-ECCD-E40D-70FD-EB994B56943F}"/>
              </a:ext>
            </a:extLst>
          </p:cNvPr>
          <p:cNvSpPr>
            <a:spLocks noGrp="1"/>
          </p:cNvSpPr>
          <p:nvPr>
            <p:ph type="body" sz="quarter" idx="15"/>
          </p:nvPr>
        </p:nvSpPr>
        <p:spPr>
          <a:xfrm>
            <a:off x="609600" y="1333500"/>
            <a:ext cx="10972800" cy="4191000"/>
          </a:xfrm>
        </p:spPr>
        <p:txBody>
          <a:bodyPr anchor="ctr" anchorCtr="0"/>
          <a:lstStyle>
            <a:lvl1pPr marL="457200" indent="-457200">
              <a:lnSpc>
                <a:spcPct val="95000"/>
              </a:lnSpc>
              <a:spcBef>
                <a:spcPts val="2400"/>
              </a:spcBef>
              <a:buSzPct val="100000"/>
              <a:buFont typeface="System Font Regular"/>
              <a:buChar char="–"/>
              <a:tabLst/>
              <a:defRPr sz="5400" spc="-150">
                <a:latin typeface="+mj-lt"/>
              </a:defRPr>
            </a:lvl1pPr>
            <a:lvl2pPr marL="914400" indent="-457200">
              <a:lnSpc>
                <a:spcPct val="95000"/>
              </a:lnSpc>
              <a:spcBef>
                <a:spcPts val="2400"/>
              </a:spcBef>
              <a:buSzPct val="100000"/>
              <a:buFont typeface="System Font Regular"/>
              <a:buChar char="–"/>
              <a:tabLst/>
              <a:defRPr sz="3200"/>
            </a:lvl2pPr>
            <a:lvl3pPr marL="914400" indent="-457200">
              <a:lnSpc>
                <a:spcPct val="95000"/>
              </a:lnSpc>
              <a:spcBef>
                <a:spcPts val="2400"/>
              </a:spcBef>
              <a:buSzPct val="100000"/>
              <a:buFont typeface="System Font Regular"/>
              <a:buChar char="–"/>
              <a:tabLst/>
              <a:defRPr sz="1600"/>
            </a:lvl3pPr>
            <a:lvl4pPr marL="914400" indent="-457200">
              <a:lnSpc>
                <a:spcPct val="95000"/>
              </a:lnSpc>
              <a:spcBef>
                <a:spcPts val="2400"/>
              </a:spcBef>
              <a:buSzPct val="100000"/>
              <a:buFont typeface="System Font Regular"/>
              <a:buChar char="–"/>
              <a:tabLst/>
              <a:defRPr sz="1600"/>
            </a:lvl4pPr>
            <a:lvl5pPr marL="914400" indent="-457200">
              <a:lnSpc>
                <a:spcPct val="95000"/>
              </a:lnSpc>
              <a:spcBef>
                <a:spcPts val="2400"/>
              </a:spcBef>
              <a:buSzPct val="100000"/>
              <a:buFont typeface="System Font Regular"/>
              <a:buChar char="–"/>
              <a:tabLs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93ECCD13-D1E9-473F-B841-18617FCF55E9}" type="datetime1">
              <a:rPr lang="en-US" smtClean="0"/>
              <a:t>4/18/25</a:t>
            </a:fld>
            <a:endParaRPr lang="en-US"/>
          </a:p>
        </p:txBody>
      </p:sp>
    </p:spTree>
    <p:extLst>
      <p:ext uri="{BB962C8B-B14F-4D97-AF65-F5344CB8AC3E}">
        <p14:creationId xmlns:p14="http://schemas.microsoft.com/office/powerpoint/2010/main" val="2056726932"/>
      </p:ext>
    </p:extLst>
  </p:cSld>
  <p:clrMapOvr>
    <a:masterClrMapping/>
  </p:clrMapOvr>
  <p:transition spd="med"/>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1/2 Imag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493776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4572000" cy="4992624"/>
          </a:xfrm>
        </p:spPr>
        <p:txBody>
          <a:bodyPr lIns="0" rIns="0">
            <a:noAutofit/>
          </a:bodyPr>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marL="182563" marR="0" lvl="0" indent="-182563" algn="l" defTabSz="914400" rtl="0" eaLnBrk="1" fontAlgn="auto" latinLnBrk="0" hangingPunct="1">
              <a:lnSpc>
                <a:spcPct val="110000"/>
              </a:lnSpc>
              <a:spcBef>
                <a:spcPts val="1200"/>
              </a:spcBef>
              <a:spcAft>
                <a:spcPts val="0"/>
              </a:spcAft>
              <a:buClrTx/>
              <a:buSzPct val="70000"/>
              <a:buFont typeface="Wingdings" panose="05000000000000000000" pitchFamily="2" charset="2"/>
              <a:buChar char="§"/>
              <a:tabLst/>
              <a:defRPr/>
            </a:pPr>
            <a:r>
              <a:rPr kumimoji="0" lang="en-US" sz="2000" b="0" i="0" u="none" strike="noStrike" kern="1200" cap="none" spc="0" normalizeH="0" baseline="0" noProof="0" dirty="0">
                <a:ln>
                  <a:noFill/>
                </a:ln>
                <a:solidFill>
                  <a:srgbClr val="000000"/>
                </a:solidFill>
                <a:effectLst/>
                <a:uLnTx/>
                <a:uFillTx/>
                <a:latin typeface="Adobe Clean"/>
                <a:ea typeface="+mn-ea"/>
                <a:cs typeface="+mn-cs"/>
              </a:rPr>
              <a:t>Click to edit Master text styles</a:t>
            </a:r>
          </a:p>
          <a:p>
            <a:pPr marL="382588" marR="0" lvl="1" indent="-157163" algn="l" defTabSz="914400" rtl="0" eaLnBrk="1" fontAlgn="auto" latinLnBrk="0" hangingPunct="1">
              <a:lnSpc>
                <a:spcPct val="110000"/>
              </a:lnSpc>
              <a:spcBef>
                <a:spcPts val="800"/>
              </a:spcBef>
              <a:spcAft>
                <a:spcPts val="0"/>
              </a:spcAft>
              <a:buClrTx/>
              <a:buSzPct val="70000"/>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Adobe Clean"/>
                <a:ea typeface="+mn-ea"/>
                <a:cs typeface="+mn-cs"/>
              </a:rPr>
              <a:t>Second level</a:t>
            </a:r>
          </a:p>
          <a:p>
            <a:pPr marL="581025" marR="0" lvl="2" indent="-142875" algn="l" defTabSz="914400" rtl="0" eaLnBrk="1" fontAlgn="auto" latinLnBrk="0" hangingPunct="1">
              <a:lnSpc>
                <a:spcPct val="110000"/>
              </a:lnSpc>
              <a:spcBef>
                <a:spcPts val="800"/>
              </a:spcBef>
              <a:spcAft>
                <a:spcPts val="0"/>
              </a:spcAft>
              <a:buClrTx/>
              <a:buSzPct val="70000"/>
              <a:buFont typeface="Wingdings" panose="05000000000000000000" pitchFamily="2" charset="2"/>
              <a:buChar char="§"/>
              <a:tabLst/>
              <a:defRPr/>
            </a:pPr>
            <a:r>
              <a:rPr kumimoji="0" lang="en-US" sz="1200" b="0" i="0" u="none" strike="noStrike" kern="1200" cap="none" spc="0" normalizeH="0" baseline="0" noProof="0" dirty="0">
                <a:ln>
                  <a:noFill/>
                </a:ln>
                <a:solidFill>
                  <a:srgbClr val="000000"/>
                </a:solidFill>
                <a:effectLst/>
                <a:uLnTx/>
                <a:uFillTx/>
                <a:latin typeface="Adobe Clean"/>
                <a:ea typeface="+mn-ea"/>
                <a:cs typeface="+mn-cs"/>
              </a:rPr>
              <a:t>Third level</a:t>
            </a:r>
          </a:p>
          <a:p>
            <a:pPr marL="174625" marR="0" lvl="3" indent="0" algn="l" defTabSz="914400" rtl="0" eaLnBrk="1" fontAlgn="auto" latinLnBrk="0" hangingPunct="1">
              <a:lnSpc>
                <a:spcPct val="100000"/>
              </a:lnSpc>
              <a:spcBef>
                <a:spcPts val="0"/>
              </a:spcBef>
              <a:spcAft>
                <a:spcPts val="0"/>
              </a:spcAft>
              <a:buClrTx/>
              <a:buSzPct val="70000"/>
              <a:buFont typeface="Wingdings" panose="05000000000000000000" pitchFamily="2" charset="2"/>
              <a:buNone/>
              <a:tabLst/>
              <a:defRPr/>
            </a:pPr>
            <a:r>
              <a:rPr kumimoji="0" lang="en-US" sz="2000" b="0" i="0" u="none" strike="noStrike" kern="1200" cap="none" spc="0" normalizeH="0" baseline="0" noProof="0" dirty="0">
                <a:ln>
                  <a:noFill/>
                </a:ln>
                <a:solidFill>
                  <a:srgbClr val="000000"/>
                </a:solidFill>
                <a:effectLst/>
                <a:uLnTx/>
                <a:uFillTx/>
                <a:latin typeface="Menlo" panose="020B0609030804020204" pitchFamily="49" charset="0"/>
                <a:ea typeface="Menlo" panose="020B0609030804020204" pitchFamily="49" charset="0"/>
                <a:cs typeface="Menlo" panose="020B0609030804020204" pitchFamily="49" charset="0"/>
              </a:rPr>
              <a:t>Fourth level</a:t>
            </a:r>
          </a:p>
          <a:p>
            <a:pPr marL="846138" marR="0" lvl="4" indent="-130175" algn="l" defTabSz="914400" rtl="0" eaLnBrk="1" fontAlgn="auto" latinLnBrk="0" hangingPunct="1">
              <a:lnSpc>
                <a:spcPct val="110000"/>
              </a:lnSpc>
              <a:spcBef>
                <a:spcPts val="1200"/>
              </a:spcBef>
              <a:spcAft>
                <a:spcPts val="0"/>
              </a:spcAft>
              <a:buClrTx/>
              <a:buSzPct val="70000"/>
              <a:buFont typeface="Wingdings" panose="05000000000000000000" pitchFamily="2" charset="2"/>
              <a:buChar char="§"/>
              <a:tabLst/>
              <a:defRPr/>
            </a:pPr>
            <a:r>
              <a:rPr kumimoji="0" lang="en-US" sz="1100" b="0" i="0" u="none" strike="noStrike" kern="1200" cap="none" spc="0" normalizeH="0" baseline="0" noProof="0" dirty="0">
                <a:ln>
                  <a:noFill/>
                </a:ln>
                <a:solidFill>
                  <a:srgbClr val="000000"/>
                </a:solidFill>
                <a:effectLst/>
                <a:uLnTx/>
                <a:uFillTx/>
                <a:latin typeface="Adobe Clean"/>
                <a:ea typeface="+mn-ea"/>
                <a:cs typeface="+mn-cs"/>
              </a:rPr>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6096000" y="0"/>
            <a:ext cx="6096000" cy="6858000"/>
          </a:xfrm>
        </p:spPr>
        <p:txBody>
          <a:bodyPr/>
          <a:lstStyle>
            <a:lvl1pPr>
              <a:defRPr/>
            </a:lvl1pPr>
          </a:lstStyle>
          <a:p>
            <a:endParaRPr lang="en-US"/>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8705"/>
            <a:ext cx="1748393" cy="20195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3836955" y="6583680"/>
            <a:ext cx="1710405" cy="92333"/>
          </a:xfrm>
          <a:prstGeom prst="rect">
            <a:avLst/>
          </a:prstGeom>
          <a:noFill/>
        </p:spPr>
        <p:txBody>
          <a:bodyPr wrap="none" lIns="0" tIns="0" rIns="0" bIns="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191919"/>
                </a:solidFill>
                <a:latin typeface="Adobe Clean" panose="020B0503020404020204" pitchFamily="34" charset="0"/>
              </a:rPr>
              <a:t>© 2025 Adobe. All Rights Reserved.</a:t>
            </a:r>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1920240" cy="91887"/>
          </a:xfrm>
        </p:spPr>
        <p:txBody>
          <a:body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3657600" y="6583680"/>
            <a:ext cx="89768" cy="92333"/>
          </a:xfrm>
        </p:spPr>
        <p:txBody>
          <a:bodyPr>
            <a:noAutofit/>
          </a:bodyPr>
          <a:lstStyle/>
          <a:p>
            <a:pPr algn="r"/>
            <a:fld id="{DEC9D0C1-7FBA-40E3-98AB-77B8E8CCE3DF}" type="slidenum">
              <a:rPr lang="en-US" smtClean="0"/>
              <a:pPr algn="r"/>
              <a:t>‹#›</a:t>
            </a:fld>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03D17E50-0ADF-43FB-8C34-0001133F6E68}" type="datetime1">
              <a:rPr lang="en-US" smtClean="0"/>
              <a:t>4/18/25</a:t>
            </a:fld>
            <a:endParaRPr lang="en-US"/>
          </a:p>
        </p:txBody>
      </p:sp>
    </p:spTree>
    <p:extLst>
      <p:ext uri="{BB962C8B-B14F-4D97-AF65-F5344CB8AC3E}">
        <p14:creationId xmlns:p14="http://schemas.microsoft.com/office/powerpoint/2010/main" val="269902114"/>
      </p:ext>
    </p:extLst>
  </p:cSld>
  <p:clrMapOvr>
    <a:masterClrMapping/>
  </p:clrMapOvr>
  <p:transition spd="med"/>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1/3 Imag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1" y="264085"/>
            <a:ext cx="676656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1" y="1334324"/>
            <a:ext cx="594360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marL="182563" marR="0" lvl="0" indent="-182563" algn="l" defTabSz="914400" rtl="0" eaLnBrk="1" fontAlgn="auto" latinLnBrk="0" hangingPunct="1">
              <a:lnSpc>
                <a:spcPct val="110000"/>
              </a:lnSpc>
              <a:spcBef>
                <a:spcPts val="1200"/>
              </a:spcBef>
              <a:spcAft>
                <a:spcPts val="0"/>
              </a:spcAft>
              <a:buClrTx/>
              <a:buSzPct val="70000"/>
              <a:buFont typeface="Wingdings" panose="05000000000000000000" pitchFamily="2" charset="2"/>
              <a:buChar char="§"/>
              <a:tabLst/>
              <a:defRPr/>
            </a:pPr>
            <a:r>
              <a:rPr kumimoji="0" lang="en-US" sz="2000" b="0" i="0" u="none" strike="noStrike" kern="1200" cap="none" spc="0" normalizeH="0" baseline="0" noProof="0" dirty="0">
                <a:ln>
                  <a:noFill/>
                </a:ln>
                <a:solidFill>
                  <a:srgbClr val="000000"/>
                </a:solidFill>
                <a:effectLst/>
                <a:uLnTx/>
                <a:uFillTx/>
                <a:latin typeface="Adobe Clean"/>
                <a:ea typeface="+mn-ea"/>
                <a:cs typeface="+mn-cs"/>
              </a:rPr>
              <a:t>Click to edit Master text styles</a:t>
            </a:r>
          </a:p>
          <a:p>
            <a:pPr marL="382588" marR="0" lvl="1" indent="-157163" algn="l" defTabSz="914400" rtl="0" eaLnBrk="1" fontAlgn="auto" latinLnBrk="0" hangingPunct="1">
              <a:lnSpc>
                <a:spcPct val="110000"/>
              </a:lnSpc>
              <a:spcBef>
                <a:spcPts val="800"/>
              </a:spcBef>
              <a:spcAft>
                <a:spcPts val="0"/>
              </a:spcAft>
              <a:buClrTx/>
              <a:buSzPct val="70000"/>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Adobe Clean"/>
                <a:ea typeface="+mn-ea"/>
                <a:cs typeface="+mn-cs"/>
              </a:rPr>
              <a:t>Second level</a:t>
            </a:r>
          </a:p>
          <a:p>
            <a:pPr marL="581025" marR="0" lvl="2" indent="-142875" algn="l" defTabSz="914400" rtl="0" eaLnBrk="1" fontAlgn="auto" latinLnBrk="0" hangingPunct="1">
              <a:lnSpc>
                <a:spcPct val="110000"/>
              </a:lnSpc>
              <a:spcBef>
                <a:spcPts val="800"/>
              </a:spcBef>
              <a:spcAft>
                <a:spcPts val="0"/>
              </a:spcAft>
              <a:buClrTx/>
              <a:buSzPct val="70000"/>
              <a:buFont typeface="Wingdings" panose="05000000000000000000" pitchFamily="2" charset="2"/>
              <a:buChar char="§"/>
              <a:tabLst/>
              <a:defRPr/>
            </a:pPr>
            <a:r>
              <a:rPr kumimoji="0" lang="en-US" sz="1200" b="0" i="0" u="none" strike="noStrike" kern="1200" cap="none" spc="0" normalizeH="0" baseline="0" noProof="0" dirty="0">
                <a:ln>
                  <a:noFill/>
                </a:ln>
                <a:solidFill>
                  <a:srgbClr val="000000"/>
                </a:solidFill>
                <a:effectLst/>
                <a:uLnTx/>
                <a:uFillTx/>
                <a:latin typeface="Adobe Clean"/>
                <a:ea typeface="+mn-ea"/>
                <a:cs typeface="+mn-cs"/>
              </a:rPr>
              <a:t>Third level</a:t>
            </a:r>
          </a:p>
          <a:p>
            <a:pPr marL="174625" marR="0" lvl="3" indent="0" algn="l" defTabSz="914400" rtl="0" eaLnBrk="1" fontAlgn="auto" latinLnBrk="0" hangingPunct="1">
              <a:lnSpc>
                <a:spcPct val="100000"/>
              </a:lnSpc>
              <a:spcBef>
                <a:spcPts val="0"/>
              </a:spcBef>
              <a:spcAft>
                <a:spcPts val="0"/>
              </a:spcAft>
              <a:buClrTx/>
              <a:buSzPct val="70000"/>
              <a:buFont typeface="Wingdings" panose="05000000000000000000" pitchFamily="2" charset="2"/>
              <a:buNone/>
              <a:tabLst/>
              <a:defRPr/>
            </a:pPr>
            <a:r>
              <a:rPr kumimoji="0" lang="en-US" sz="2000" b="0" i="0" u="none" strike="noStrike" kern="1200" cap="none" spc="0" normalizeH="0" baseline="0" noProof="0" dirty="0">
                <a:ln>
                  <a:noFill/>
                </a:ln>
                <a:solidFill>
                  <a:srgbClr val="000000"/>
                </a:solidFill>
                <a:effectLst/>
                <a:uLnTx/>
                <a:uFillTx/>
                <a:latin typeface="Menlo" panose="020B0609030804020204" pitchFamily="49" charset="0"/>
                <a:ea typeface="Menlo" panose="020B0609030804020204" pitchFamily="49" charset="0"/>
                <a:cs typeface="Menlo" panose="020B0609030804020204" pitchFamily="49" charset="0"/>
              </a:rPr>
              <a:t>Fourth level</a:t>
            </a:r>
          </a:p>
          <a:p>
            <a:pPr marL="846138" marR="0" lvl="4" indent="-130175" algn="l" defTabSz="914400" rtl="0" eaLnBrk="1" fontAlgn="auto" latinLnBrk="0" hangingPunct="1">
              <a:lnSpc>
                <a:spcPct val="110000"/>
              </a:lnSpc>
              <a:spcBef>
                <a:spcPts val="1200"/>
              </a:spcBef>
              <a:spcAft>
                <a:spcPts val="0"/>
              </a:spcAft>
              <a:buClrTx/>
              <a:buSzPct val="70000"/>
              <a:buFont typeface="Wingdings" panose="05000000000000000000" pitchFamily="2" charset="2"/>
              <a:buChar char="§"/>
              <a:tabLst/>
              <a:defRPr/>
            </a:pPr>
            <a:r>
              <a:rPr kumimoji="0" lang="en-US" sz="1100" b="0" i="0" u="none" strike="noStrike" kern="1200" cap="none" spc="0" normalizeH="0" baseline="0" noProof="0" dirty="0">
                <a:ln>
                  <a:noFill/>
                </a:ln>
                <a:solidFill>
                  <a:srgbClr val="000000"/>
                </a:solidFill>
                <a:effectLst/>
                <a:uLnTx/>
                <a:uFillTx/>
                <a:latin typeface="Adobe Clean"/>
                <a:ea typeface="+mn-ea"/>
                <a:cs typeface="+mn-cs"/>
              </a:rPr>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7894320" y="0"/>
            <a:ext cx="4297680" cy="6858000"/>
          </a:xfrm>
        </p:spPr>
        <p:txBody>
          <a:body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3657600" cy="91887"/>
          </a:xfrm>
        </p:spPr>
        <p:txBody>
          <a:body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5486400" y="6583680"/>
            <a:ext cx="89768" cy="92333"/>
          </a:xfrm>
        </p:spPr>
        <p:txBody>
          <a:bodyPr/>
          <a:lstStyle>
            <a:lvl1pPr>
              <a:defRPr>
                <a:solidFill>
                  <a:srgbClr val="191919"/>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6292531" y="6583680"/>
            <a:ext cx="1083630"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191919"/>
                </a:solidFill>
                <a:latin typeface="Adobe Clean" panose="020B0503020404020204" pitchFamily="34" charset="0"/>
              </a:rPr>
              <a:t>© 2025 Adobe. All Rights Reserved.</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503997"/>
            <a:ext cx="1748393" cy="20195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61FE3EA7-D92D-4A30-9EBB-F43D697D029C}" type="datetime1">
              <a:rPr lang="en-US" smtClean="0"/>
              <a:t>4/18/25</a:t>
            </a:fld>
            <a:endParaRPr lang="en-US"/>
          </a:p>
        </p:txBody>
      </p:sp>
    </p:spTree>
    <p:extLst>
      <p:ext uri="{BB962C8B-B14F-4D97-AF65-F5344CB8AC3E}">
        <p14:creationId xmlns:p14="http://schemas.microsoft.com/office/powerpoint/2010/main" val="1736874919"/>
      </p:ext>
    </p:extLst>
  </p:cSld>
  <p:clrMapOvr>
    <a:masterClrMapping/>
  </p:clrMapOvr>
  <p:transition spd="med"/>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4937760" cy="4992624"/>
          </a:xfrm>
        </p:spPr>
        <p:txBody>
          <a:bodyPr lIns="0" rIns="0"/>
          <a:lstStyle>
            <a:lvl1pPr>
              <a:lnSpc>
                <a:spcPct val="110000"/>
              </a:lnSpc>
              <a:spcBef>
                <a:spcPts val="1200"/>
              </a:spcBef>
              <a:defRPr/>
            </a:lvl1pPr>
            <a:lvl2pPr>
              <a:lnSpc>
                <a:spcPct val="110000"/>
              </a:lnSpc>
              <a:spcBef>
                <a:spcPts val="800"/>
              </a:spcBef>
              <a:defRPr/>
            </a:lvl2pPr>
            <a:lvl3pPr>
              <a:lnSpc>
                <a:spcPct val="110000"/>
              </a:lnSpc>
              <a:spcBef>
                <a:spcPts val="800"/>
              </a:spcBef>
              <a:defRPr/>
            </a:lvl3pPr>
            <a:lvl4pPr>
              <a:lnSpc>
                <a:spcPct val="110000"/>
              </a:lnSpc>
              <a:spcBef>
                <a:spcPts val="0"/>
              </a:spcBef>
              <a:defRPr/>
            </a:lvl4pPr>
            <a:lvl5pPr>
              <a:lnSpc>
                <a:spcPct val="110000"/>
              </a:lnSpc>
              <a:spcBef>
                <a:spcPts val="1200"/>
              </a:spcBef>
              <a:defRPr/>
            </a:lvl5pPr>
          </a:lstStyle>
          <a:p>
            <a:pPr marL="182563" marR="0" lvl="0" indent="-182563" algn="l" defTabSz="914400" rtl="0" eaLnBrk="1" fontAlgn="auto" latinLnBrk="0" hangingPunct="1">
              <a:lnSpc>
                <a:spcPct val="110000"/>
              </a:lnSpc>
              <a:spcBef>
                <a:spcPts val="1200"/>
              </a:spcBef>
              <a:spcAft>
                <a:spcPts val="0"/>
              </a:spcAft>
              <a:buClrTx/>
              <a:buSzPct val="70000"/>
              <a:buFont typeface="Wingdings" panose="05000000000000000000" pitchFamily="2" charset="2"/>
              <a:buChar char="§"/>
              <a:tabLst/>
              <a:defRPr/>
            </a:pPr>
            <a:r>
              <a:rPr kumimoji="0" lang="en-US" sz="2000" b="0" i="0" u="none" strike="noStrike" kern="1200" cap="none" spc="0" normalizeH="0" baseline="0" noProof="0" dirty="0">
                <a:ln>
                  <a:noFill/>
                </a:ln>
                <a:solidFill>
                  <a:srgbClr val="000000"/>
                </a:solidFill>
                <a:effectLst/>
                <a:uLnTx/>
                <a:uFillTx/>
                <a:latin typeface="Adobe Clean"/>
                <a:ea typeface="+mn-ea"/>
                <a:cs typeface="+mn-cs"/>
              </a:rPr>
              <a:t>Click to edit Master text styles</a:t>
            </a:r>
          </a:p>
          <a:p>
            <a:pPr marL="382588" marR="0" lvl="1" indent="-157163" algn="l" defTabSz="914400" rtl="0" eaLnBrk="1" fontAlgn="auto" latinLnBrk="0" hangingPunct="1">
              <a:lnSpc>
                <a:spcPct val="110000"/>
              </a:lnSpc>
              <a:spcBef>
                <a:spcPts val="800"/>
              </a:spcBef>
              <a:spcAft>
                <a:spcPts val="0"/>
              </a:spcAft>
              <a:buClrTx/>
              <a:buSzPct val="70000"/>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Adobe Clean"/>
                <a:ea typeface="+mn-ea"/>
                <a:cs typeface="+mn-cs"/>
              </a:rPr>
              <a:t>Second level</a:t>
            </a:r>
          </a:p>
          <a:p>
            <a:pPr marL="581025" marR="0" lvl="2" indent="-142875" algn="l" defTabSz="914400" rtl="0" eaLnBrk="1" fontAlgn="auto" latinLnBrk="0" hangingPunct="1">
              <a:lnSpc>
                <a:spcPct val="110000"/>
              </a:lnSpc>
              <a:spcBef>
                <a:spcPts val="800"/>
              </a:spcBef>
              <a:spcAft>
                <a:spcPts val="0"/>
              </a:spcAft>
              <a:buClrTx/>
              <a:buSzPct val="70000"/>
              <a:buFont typeface="Wingdings" panose="05000000000000000000" pitchFamily="2" charset="2"/>
              <a:buChar char="§"/>
              <a:tabLst/>
              <a:defRPr/>
            </a:pPr>
            <a:r>
              <a:rPr kumimoji="0" lang="en-US" sz="1200" b="0" i="0" u="none" strike="noStrike" kern="1200" cap="none" spc="0" normalizeH="0" baseline="0" noProof="0" dirty="0">
                <a:ln>
                  <a:noFill/>
                </a:ln>
                <a:solidFill>
                  <a:srgbClr val="000000"/>
                </a:solidFill>
                <a:effectLst/>
                <a:uLnTx/>
                <a:uFillTx/>
                <a:latin typeface="Adobe Clean"/>
                <a:ea typeface="+mn-ea"/>
                <a:cs typeface="+mn-cs"/>
              </a:rPr>
              <a:t>Third level</a:t>
            </a:r>
          </a:p>
          <a:p>
            <a:pPr marL="174625" marR="0" lvl="3" indent="0" algn="l" defTabSz="914400" rtl="0" eaLnBrk="1" fontAlgn="auto" latinLnBrk="0" hangingPunct="1">
              <a:lnSpc>
                <a:spcPct val="100000"/>
              </a:lnSpc>
              <a:spcBef>
                <a:spcPts val="0"/>
              </a:spcBef>
              <a:spcAft>
                <a:spcPts val="0"/>
              </a:spcAft>
              <a:buClrTx/>
              <a:buSzPct val="70000"/>
              <a:buFont typeface="Wingdings" panose="05000000000000000000" pitchFamily="2" charset="2"/>
              <a:buNone/>
              <a:tabLst/>
              <a:defRPr/>
            </a:pPr>
            <a:r>
              <a:rPr kumimoji="0" lang="en-US" sz="2000" b="0" i="0" u="none" strike="noStrike" kern="1200" cap="none" spc="0" normalizeH="0" baseline="0" noProof="0" dirty="0">
                <a:ln>
                  <a:noFill/>
                </a:ln>
                <a:solidFill>
                  <a:srgbClr val="000000"/>
                </a:solidFill>
                <a:effectLst/>
                <a:uLnTx/>
                <a:uFillTx/>
                <a:latin typeface="Menlo" panose="020B0609030804020204" pitchFamily="49" charset="0"/>
                <a:ea typeface="Menlo" panose="020B0609030804020204" pitchFamily="49" charset="0"/>
                <a:cs typeface="Menlo" panose="020B0609030804020204" pitchFamily="49" charset="0"/>
              </a:rPr>
              <a:t>Fourth level</a:t>
            </a:r>
          </a:p>
          <a:p>
            <a:pPr marL="846138" marR="0" lvl="4" indent="-130175" algn="l" defTabSz="914400" rtl="0" eaLnBrk="1" fontAlgn="auto" latinLnBrk="0" hangingPunct="1">
              <a:lnSpc>
                <a:spcPct val="110000"/>
              </a:lnSpc>
              <a:spcBef>
                <a:spcPts val="1200"/>
              </a:spcBef>
              <a:spcAft>
                <a:spcPts val="0"/>
              </a:spcAft>
              <a:buClrTx/>
              <a:buSzPct val="70000"/>
              <a:buFont typeface="Wingdings" panose="05000000000000000000" pitchFamily="2" charset="2"/>
              <a:buChar char="§"/>
              <a:tabLst/>
              <a:defRPr/>
            </a:pPr>
            <a:r>
              <a:rPr kumimoji="0" lang="en-US" sz="1100" b="0" i="0" u="none" strike="noStrike" kern="1200" cap="none" spc="0" normalizeH="0" baseline="0" noProof="0" dirty="0">
                <a:ln>
                  <a:noFill/>
                </a:ln>
                <a:solidFill>
                  <a:srgbClr val="000000"/>
                </a:solidFill>
                <a:effectLst/>
                <a:uLnTx/>
                <a:uFillTx/>
                <a:latin typeface="Adobe Clean"/>
                <a:ea typeface="+mn-ea"/>
                <a:cs typeface="+mn-cs"/>
              </a:rPr>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1334324"/>
            <a:ext cx="493776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marL="182563" marR="0" lvl="0" indent="-182563" algn="l" defTabSz="914400" rtl="0" eaLnBrk="1" fontAlgn="auto" latinLnBrk="0" hangingPunct="1">
              <a:lnSpc>
                <a:spcPct val="110000"/>
              </a:lnSpc>
              <a:spcBef>
                <a:spcPts val="1200"/>
              </a:spcBef>
              <a:spcAft>
                <a:spcPts val="0"/>
              </a:spcAft>
              <a:buClrTx/>
              <a:buSzPct val="70000"/>
              <a:buFont typeface="Wingdings" panose="05000000000000000000" pitchFamily="2" charset="2"/>
              <a:buChar char="§"/>
              <a:tabLst/>
              <a:defRPr/>
            </a:pPr>
            <a:r>
              <a:rPr kumimoji="0" lang="en-US" sz="2000" b="0" i="0" u="none" strike="noStrike" kern="1200" cap="none" spc="0" normalizeH="0" baseline="0" noProof="0" dirty="0">
                <a:ln>
                  <a:noFill/>
                </a:ln>
                <a:solidFill>
                  <a:srgbClr val="000000"/>
                </a:solidFill>
                <a:effectLst/>
                <a:uLnTx/>
                <a:uFillTx/>
                <a:latin typeface="Adobe Clean"/>
                <a:ea typeface="+mn-ea"/>
                <a:cs typeface="+mn-cs"/>
              </a:rPr>
              <a:t>Click to edit Master text styles</a:t>
            </a:r>
          </a:p>
          <a:p>
            <a:pPr marL="382588" marR="0" lvl="1" indent="-157163" algn="l" defTabSz="914400" rtl="0" eaLnBrk="1" fontAlgn="auto" latinLnBrk="0" hangingPunct="1">
              <a:lnSpc>
                <a:spcPct val="110000"/>
              </a:lnSpc>
              <a:spcBef>
                <a:spcPts val="800"/>
              </a:spcBef>
              <a:spcAft>
                <a:spcPts val="0"/>
              </a:spcAft>
              <a:buClrTx/>
              <a:buSzPct val="70000"/>
              <a:buFont typeface="Wingdings" panose="05000000000000000000" pitchFamily="2" charset="2"/>
              <a:buChar char="§"/>
              <a:tabLst/>
              <a:defRPr/>
            </a:pPr>
            <a:r>
              <a:rPr kumimoji="0" lang="en-US" sz="1800" b="0" i="0" u="none" strike="noStrike" kern="1200" cap="none" spc="0" normalizeH="0" baseline="0" noProof="0" dirty="0">
                <a:ln>
                  <a:noFill/>
                </a:ln>
                <a:solidFill>
                  <a:srgbClr val="000000"/>
                </a:solidFill>
                <a:effectLst/>
                <a:uLnTx/>
                <a:uFillTx/>
                <a:latin typeface="Adobe Clean"/>
                <a:ea typeface="+mn-ea"/>
                <a:cs typeface="+mn-cs"/>
              </a:rPr>
              <a:t>Second level</a:t>
            </a:r>
          </a:p>
          <a:p>
            <a:pPr marL="581025" marR="0" lvl="2" indent="-142875" algn="l" defTabSz="914400" rtl="0" eaLnBrk="1" fontAlgn="auto" latinLnBrk="0" hangingPunct="1">
              <a:lnSpc>
                <a:spcPct val="110000"/>
              </a:lnSpc>
              <a:spcBef>
                <a:spcPts val="800"/>
              </a:spcBef>
              <a:spcAft>
                <a:spcPts val="0"/>
              </a:spcAft>
              <a:buClrTx/>
              <a:buSzPct val="70000"/>
              <a:buFont typeface="Wingdings" panose="05000000000000000000" pitchFamily="2" charset="2"/>
              <a:buChar char="§"/>
              <a:tabLst/>
              <a:defRPr/>
            </a:pPr>
            <a:r>
              <a:rPr kumimoji="0" lang="en-US" sz="1200" b="0" i="0" u="none" strike="noStrike" kern="1200" cap="none" spc="0" normalizeH="0" baseline="0" noProof="0" dirty="0">
                <a:ln>
                  <a:noFill/>
                </a:ln>
                <a:solidFill>
                  <a:srgbClr val="000000"/>
                </a:solidFill>
                <a:effectLst/>
                <a:uLnTx/>
                <a:uFillTx/>
                <a:latin typeface="Adobe Clean"/>
                <a:ea typeface="+mn-ea"/>
                <a:cs typeface="+mn-cs"/>
              </a:rPr>
              <a:t>Third level</a:t>
            </a:r>
          </a:p>
          <a:p>
            <a:pPr marL="174625" marR="0" lvl="3" indent="0" algn="l" defTabSz="914400" rtl="0" eaLnBrk="1" fontAlgn="auto" latinLnBrk="0" hangingPunct="1">
              <a:lnSpc>
                <a:spcPct val="100000"/>
              </a:lnSpc>
              <a:spcBef>
                <a:spcPts val="0"/>
              </a:spcBef>
              <a:spcAft>
                <a:spcPts val="0"/>
              </a:spcAft>
              <a:buClrTx/>
              <a:buSzPct val="70000"/>
              <a:buFont typeface="Wingdings" panose="05000000000000000000" pitchFamily="2" charset="2"/>
              <a:buNone/>
              <a:tabLst/>
              <a:defRPr/>
            </a:pPr>
            <a:r>
              <a:rPr kumimoji="0" lang="en-US" sz="2000" b="0" i="0" u="none" strike="noStrike" kern="1200" cap="none" spc="0" normalizeH="0" baseline="0" noProof="0" dirty="0">
                <a:ln>
                  <a:noFill/>
                </a:ln>
                <a:solidFill>
                  <a:srgbClr val="000000"/>
                </a:solidFill>
                <a:effectLst/>
                <a:uLnTx/>
                <a:uFillTx/>
                <a:latin typeface="Menlo" panose="020B0609030804020204" pitchFamily="49" charset="0"/>
                <a:ea typeface="Menlo" panose="020B0609030804020204" pitchFamily="49" charset="0"/>
                <a:cs typeface="Menlo" panose="020B0609030804020204" pitchFamily="49" charset="0"/>
              </a:rPr>
              <a:t>Fourth level</a:t>
            </a:r>
          </a:p>
          <a:p>
            <a:pPr marL="846138" marR="0" lvl="4" indent="-130175" algn="l" defTabSz="914400" rtl="0" eaLnBrk="1" fontAlgn="auto" latinLnBrk="0" hangingPunct="1">
              <a:lnSpc>
                <a:spcPct val="110000"/>
              </a:lnSpc>
              <a:spcBef>
                <a:spcPts val="1200"/>
              </a:spcBef>
              <a:spcAft>
                <a:spcPts val="0"/>
              </a:spcAft>
              <a:buClrTx/>
              <a:buSzPct val="70000"/>
              <a:buFont typeface="Wingdings" panose="05000000000000000000" pitchFamily="2" charset="2"/>
              <a:buChar char="§"/>
              <a:tabLst/>
              <a:defRPr/>
            </a:pPr>
            <a:r>
              <a:rPr kumimoji="0" lang="en-US" sz="1100" b="0" i="0" u="none" strike="noStrike" kern="1200" cap="none" spc="0" normalizeH="0" baseline="0" noProof="0" dirty="0">
                <a:ln>
                  <a:noFill/>
                </a:ln>
                <a:solidFill>
                  <a:srgbClr val="000000"/>
                </a:solidFill>
                <a:effectLst/>
                <a:uLnTx/>
                <a:uFillTx/>
                <a:latin typeface="Adobe Clean"/>
                <a:ea typeface="+mn-ea"/>
                <a:cs typeface="+mn-cs"/>
              </a:rPr>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4/18/25</a:t>
            </a:fld>
            <a:endParaRPr lang="en-US"/>
          </a:p>
        </p:txBody>
      </p:sp>
    </p:spTree>
    <p:extLst>
      <p:ext uri="{BB962C8B-B14F-4D97-AF65-F5344CB8AC3E}">
        <p14:creationId xmlns:p14="http://schemas.microsoft.com/office/powerpoint/2010/main" val="4060606285"/>
      </p:ext>
    </p:extLst>
  </p:cSld>
  <p:clrMapOvr>
    <a:masterClrMapping/>
  </p:clrMapOvr>
  <p:transition spd="med"/>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97324"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8382000"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4/18/25</a:t>
            </a:fld>
            <a:endParaRPr lang="en-US"/>
          </a:p>
        </p:txBody>
      </p:sp>
    </p:spTree>
    <p:extLst>
      <p:ext uri="{BB962C8B-B14F-4D97-AF65-F5344CB8AC3E}">
        <p14:creationId xmlns:p14="http://schemas.microsoft.com/office/powerpoint/2010/main" val="3012180649"/>
      </p:ext>
    </p:extLst>
  </p:cSld>
  <p:clrMapOvr>
    <a:masterClrMapping/>
  </p:clrMapOvr>
  <p:transition spd="med"/>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our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1456"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0264"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9339072"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4/18/25</a:t>
            </a:fld>
            <a:endParaRPr lang="en-US"/>
          </a:p>
        </p:txBody>
      </p:sp>
    </p:spTree>
    <p:extLst>
      <p:ext uri="{BB962C8B-B14F-4D97-AF65-F5344CB8AC3E}">
        <p14:creationId xmlns:p14="http://schemas.microsoft.com/office/powerpoint/2010/main" val="2882275997"/>
      </p:ext>
    </p:extLst>
  </p:cSld>
  <p:clrMapOvr>
    <a:masterClrMapping/>
  </p:clrMapOvr>
  <p:transition spd="med"/>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ive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9"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75275"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37901" y="1334324"/>
            <a:ext cx="1920240" cy="4992624"/>
          </a:xfrm>
        </p:spPr>
        <p:txBody>
          <a:bodyPr lIns="0" rIns="0"/>
          <a:lstStyle>
            <a:lvl1pPr marL="176213" indent="-17621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7400527"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B3448685-45E7-5B8D-4E46-44FECC30A5E8}"/>
              </a:ext>
            </a:extLst>
          </p:cNvPr>
          <p:cNvSpPr>
            <a:spLocks noGrp="1"/>
          </p:cNvSpPr>
          <p:nvPr>
            <p:ph idx="16"/>
          </p:nvPr>
        </p:nvSpPr>
        <p:spPr>
          <a:xfrm>
            <a:off x="9663152"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4/18/25</a:t>
            </a:fld>
            <a:endParaRPr lang="en-US"/>
          </a:p>
        </p:txBody>
      </p:sp>
    </p:spTree>
    <p:extLst>
      <p:ext uri="{BB962C8B-B14F-4D97-AF65-F5344CB8AC3E}">
        <p14:creationId xmlns:p14="http://schemas.microsoft.com/office/powerpoint/2010/main" val="209017401"/>
      </p:ext>
    </p:extLst>
  </p:cSld>
  <p:clrMapOvr>
    <a:masterClrMapping/>
  </p:clrMapOvr>
  <p:transition spd="med"/>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4" name="Picture Placeholder 1">
            <a:extLst>
              <a:ext uri="{FF2B5EF4-FFF2-40B4-BE49-F238E27FC236}">
                <a16:creationId xmlns:a16="http://schemas.microsoft.com/office/drawing/2014/main" id="{56A753F3-8E21-F8FC-F311-A7291271BB52}"/>
              </a:ext>
            </a:extLst>
          </p:cNvPr>
          <p:cNvSpPr>
            <a:spLocks noGrp="1"/>
          </p:cNvSpPr>
          <p:nvPr>
            <p:ph type="pic" sz="quarter" idx="15"/>
          </p:nvPr>
        </p:nvSpPr>
        <p:spPr>
          <a:xfrm>
            <a:off x="609600" y="1335024"/>
            <a:ext cx="4937760" cy="2514600"/>
          </a:xfrm>
        </p:spPr>
        <p:txBody>
          <a:bodyPr/>
          <a:lstStyle/>
          <a:p>
            <a:endParaRPr lang="en-US"/>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23360"/>
            <a:ext cx="4846320" cy="2286000"/>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B7F64D60-75DD-D985-EFBC-9C173CDE2D69}"/>
              </a:ext>
            </a:extLst>
          </p:cNvPr>
          <p:cNvSpPr>
            <a:spLocks noGrp="1"/>
          </p:cNvSpPr>
          <p:nvPr>
            <p:ph type="pic" sz="quarter" idx="16"/>
          </p:nvPr>
        </p:nvSpPr>
        <p:spPr>
          <a:xfrm>
            <a:off x="6644640" y="1335024"/>
            <a:ext cx="493776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4023360"/>
            <a:ext cx="4846320" cy="2286000"/>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4/18/25</a:t>
            </a:fld>
            <a:endParaRPr lang="en-US"/>
          </a:p>
        </p:txBody>
      </p:sp>
    </p:spTree>
    <p:extLst>
      <p:ext uri="{BB962C8B-B14F-4D97-AF65-F5344CB8AC3E}">
        <p14:creationId xmlns:p14="http://schemas.microsoft.com/office/powerpoint/2010/main" val="1728433906"/>
      </p:ext>
    </p:extLst>
  </p:cSld>
  <p:clrMapOvr>
    <a:masterClrMapping/>
  </p:clrMapOvr>
  <p:transition spd="med"/>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3255264"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68368"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4468368" y="1335024"/>
            <a:ext cx="3255264"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8327136"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8327136" y="1335024"/>
            <a:ext cx="3255264"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4/18/25</a:t>
            </a:fld>
            <a:endParaRPr lang="en-US"/>
          </a:p>
        </p:txBody>
      </p:sp>
    </p:spTree>
    <p:extLst>
      <p:ext uri="{BB962C8B-B14F-4D97-AF65-F5344CB8AC3E}">
        <p14:creationId xmlns:p14="http://schemas.microsoft.com/office/powerpoint/2010/main" val="3809215983"/>
      </p:ext>
    </p:extLst>
  </p:cSld>
  <p:clrMapOvr>
    <a:masterClrMapping/>
  </p:clrMapOvr>
  <p:transition spd="med"/>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224028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2472"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3520440" y="1335024"/>
            <a:ext cx="2240280"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2296"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6431280" y="1335024"/>
            <a:ext cx="2240280" cy="2514600"/>
          </a:xfrm>
        </p:spPr>
        <p:txBody>
          <a:body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9342120"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9342120" y="1335024"/>
            <a:ext cx="2240280"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4/18/25</a:t>
            </a:fld>
            <a:endParaRPr lang="en-US"/>
          </a:p>
        </p:txBody>
      </p:sp>
    </p:spTree>
    <p:extLst>
      <p:ext uri="{BB962C8B-B14F-4D97-AF65-F5344CB8AC3E}">
        <p14:creationId xmlns:p14="http://schemas.microsoft.com/office/powerpoint/2010/main" val="554232887"/>
      </p:ext>
    </p:extLst>
  </p:cSld>
  <p:clrMapOvr>
    <a:masterClrMapping/>
  </p:clrMapOvr>
  <p:transition spd="med"/>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ive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182880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97886"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2895600" y="1335024"/>
            <a:ext cx="1828800"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83124"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5181600" y="1335024"/>
            <a:ext cx="1828800" cy="2514600"/>
          </a:xfrm>
        </p:spPr>
        <p:txBody>
          <a:body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7468362"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7467600" y="1335024"/>
            <a:ext cx="1828800" cy="2514600"/>
          </a:xfrm>
        </p:spPr>
        <p:txBody>
          <a:bodyPr/>
          <a:lstStyle/>
          <a:p>
            <a:endParaRPr lang="en-US"/>
          </a:p>
        </p:txBody>
      </p:sp>
      <p:sp>
        <p:nvSpPr>
          <p:cNvPr id="15" name="Content Placeholder 5">
            <a:extLst>
              <a:ext uri="{FF2B5EF4-FFF2-40B4-BE49-F238E27FC236}">
                <a16:creationId xmlns:a16="http://schemas.microsoft.com/office/drawing/2014/main" id="{D12A0CEB-4B0D-60FD-031D-69EED3A4330E}"/>
              </a:ext>
            </a:extLst>
          </p:cNvPr>
          <p:cNvSpPr>
            <a:spLocks noGrp="1"/>
          </p:cNvSpPr>
          <p:nvPr>
            <p:ph idx="21"/>
          </p:nvPr>
        </p:nvSpPr>
        <p:spPr>
          <a:xfrm>
            <a:off x="9753600"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5">
            <a:extLst>
              <a:ext uri="{FF2B5EF4-FFF2-40B4-BE49-F238E27FC236}">
                <a16:creationId xmlns:a16="http://schemas.microsoft.com/office/drawing/2014/main" id="{0B501880-A94F-9D7D-8CC4-B3716FA977DC}"/>
              </a:ext>
            </a:extLst>
          </p:cNvPr>
          <p:cNvSpPr>
            <a:spLocks noGrp="1"/>
          </p:cNvSpPr>
          <p:nvPr>
            <p:ph type="pic" sz="quarter" idx="20"/>
          </p:nvPr>
        </p:nvSpPr>
        <p:spPr>
          <a:xfrm>
            <a:off x="9753600" y="1335024"/>
            <a:ext cx="1828800"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4/18/25</a:t>
            </a:fld>
            <a:endParaRPr lang="en-US"/>
          </a:p>
        </p:txBody>
      </p:sp>
    </p:spTree>
    <p:extLst>
      <p:ext uri="{BB962C8B-B14F-4D97-AF65-F5344CB8AC3E}">
        <p14:creationId xmlns:p14="http://schemas.microsoft.com/office/powerpoint/2010/main" val="2370051644"/>
      </p:ext>
    </p:extLst>
  </p:cSld>
  <p:clrMapOvr>
    <a:masterClrMapping/>
  </p:clrMapOvr>
  <p:transition spd="med"/>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4" name="Text Placeholder 3">
            <a:extLst>
              <a:ext uri="{FF2B5EF4-FFF2-40B4-BE49-F238E27FC236}">
                <a16:creationId xmlns:a16="http://schemas.microsoft.com/office/drawing/2014/main" id="{5513B074-3B07-0E57-B1EF-F6812220DF0A}"/>
              </a:ext>
            </a:extLst>
          </p:cNvPr>
          <p:cNvSpPr>
            <a:spLocks noGrp="1"/>
          </p:cNvSpPr>
          <p:nvPr>
            <p:ph type="body" sz="quarter" idx="12"/>
          </p:nvPr>
        </p:nvSpPr>
        <p:spPr>
          <a:xfrm>
            <a:off x="609600" y="1566127"/>
            <a:ext cx="4846320" cy="342466"/>
          </a:xfrm>
        </p:spPr>
        <p:txBody>
          <a:bodyPr anchor="ctr" anchorCtr="0">
            <a:spAutoFit/>
          </a:bodyPr>
          <a:lstStyle>
            <a:lvl1pPr marL="0" indent="0">
              <a:buNone/>
              <a:defRPr sz="16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4937760" cy="4023360"/>
          </a:xfrm>
        </p:spPr>
        <p:txBody>
          <a:bodyPr/>
          <a:lstStyle/>
          <a:p>
            <a:endParaRPr lang="en-US"/>
          </a:p>
        </p:txBody>
      </p:sp>
      <p:sp>
        <p:nvSpPr>
          <p:cNvPr id="5" name="Text Placeholder 3">
            <a:extLst>
              <a:ext uri="{FF2B5EF4-FFF2-40B4-BE49-F238E27FC236}">
                <a16:creationId xmlns:a16="http://schemas.microsoft.com/office/drawing/2014/main" id="{C6A13A99-FC00-81A6-297A-C14D357F8C98}"/>
              </a:ext>
            </a:extLst>
          </p:cNvPr>
          <p:cNvSpPr>
            <a:spLocks noGrp="1"/>
          </p:cNvSpPr>
          <p:nvPr>
            <p:ph type="body" sz="quarter" idx="13"/>
          </p:nvPr>
        </p:nvSpPr>
        <p:spPr>
          <a:xfrm>
            <a:off x="6644640" y="1566127"/>
            <a:ext cx="4846320" cy="342466"/>
          </a:xfrm>
        </p:spPr>
        <p:txBody>
          <a:bodyPr anchor="ctr" anchorCtr="0">
            <a:spAutoFit/>
          </a:bodyPr>
          <a:lstStyle>
            <a:lvl1pPr marL="0" indent="0">
              <a:buNone/>
              <a:defRPr sz="16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644640" y="2103120"/>
            <a:ext cx="4937760" cy="4023360"/>
          </a:xfrm>
        </p:spPr>
        <p:txBody>
          <a:bodyPr/>
          <a:lstStyle/>
          <a:p>
            <a:endParaRPr lang="en-US"/>
          </a:p>
        </p:txBody>
      </p:sp>
      <p:sp>
        <p:nvSpPr>
          <p:cNvPr id="7" name="Footer Placeholder 6">
            <a:extLst>
              <a:ext uri="{FF2B5EF4-FFF2-40B4-BE49-F238E27FC236}">
                <a16:creationId xmlns:a16="http://schemas.microsoft.com/office/drawing/2014/main" id="{B67FFA04-4266-EB76-C232-9C0E983840C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6A7A4A96-D9EB-6DDE-6A01-725F7AE4430C}"/>
              </a:ext>
            </a:extLst>
          </p:cNvPr>
          <p:cNvSpPr>
            <a:spLocks noGrp="1"/>
          </p:cNvSpPr>
          <p:nvPr>
            <p:ph type="sldNum" sz="quarter" idx="16"/>
          </p:nvPr>
        </p:nvSpPr>
        <p:spPr/>
        <p:txBody>
          <a:body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7F191FE7-A8B5-682D-84C7-9F90280016FD}"/>
              </a:ext>
            </a:extLst>
          </p:cNvPr>
          <p:cNvSpPr>
            <a:spLocks noGrp="1"/>
          </p:cNvSpPr>
          <p:nvPr>
            <p:ph type="dt" sz="half" idx="14"/>
          </p:nvPr>
        </p:nvSpPr>
        <p:spPr/>
        <p:txBody>
          <a:bodyPr/>
          <a:lstStyle/>
          <a:p>
            <a:fld id="{9358BB68-9328-42B3-A0F9-3A3B083EF2BE}" type="datetime1">
              <a:rPr lang="en-US" smtClean="0"/>
              <a:t>4/18/25</a:t>
            </a:fld>
            <a:endParaRPr lang="en-US"/>
          </a:p>
        </p:txBody>
      </p:sp>
    </p:spTree>
    <p:extLst>
      <p:ext uri="{BB962C8B-B14F-4D97-AF65-F5344CB8AC3E}">
        <p14:creationId xmlns:p14="http://schemas.microsoft.com/office/powerpoint/2010/main" val="1796152484"/>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3">
            <a:extLst>
              <a:ext uri="{FF2B5EF4-FFF2-40B4-BE49-F238E27FC236}">
                <a16:creationId xmlns:a16="http://schemas.microsoft.com/office/drawing/2014/main" id="{A7CA4403-228E-D982-11B8-71EFFDAB1F21}"/>
              </a:ext>
            </a:extLst>
          </p:cNvPr>
          <p:cNvSpPr>
            <a:spLocks noGrp="1"/>
          </p:cNvSpPr>
          <p:nvPr>
            <p:ph type="body" sz="quarter" idx="13"/>
          </p:nvPr>
        </p:nvSpPr>
        <p:spPr>
          <a:xfrm>
            <a:off x="609600"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3255264" cy="4023360"/>
          </a:xfrm>
        </p:spPr>
        <p:txBody>
          <a:bodyPr/>
          <a:lstStyle/>
          <a:p>
            <a:endParaRPr lang="en-US"/>
          </a:p>
        </p:txBody>
      </p:sp>
      <p:sp>
        <p:nvSpPr>
          <p:cNvPr id="4" name="Text Placeholder 3">
            <a:extLst>
              <a:ext uri="{FF2B5EF4-FFF2-40B4-BE49-F238E27FC236}">
                <a16:creationId xmlns:a16="http://schemas.microsoft.com/office/drawing/2014/main" id="{7946F0AF-945D-1612-FEA8-992054B7A75C}"/>
              </a:ext>
            </a:extLst>
          </p:cNvPr>
          <p:cNvSpPr>
            <a:spLocks noGrp="1"/>
          </p:cNvSpPr>
          <p:nvPr>
            <p:ph type="body" sz="quarter" idx="14"/>
          </p:nvPr>
        </p:nvSpPr>
        <p:spPr>
          <a:xfrm>
            <a:off x="4468368"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468368" y="2103120"/>
            <a:ext cx="3255264" cy="4023360"/>
          </a:xfrm>
        </p:spPr>
        <p:txBody>
          <a:bodyPr/>
          <a:lstStyle/>
          <a:p>
            <a:endParaRPr lang="en-US"/>
          </a:p>
        </p:txBody>
      </p:sp>
      <p:sp>
        <p:nvSpPr>
          <p:cNvPr id="5" name="Text Placeholder 3">
            <a:extLst>
              <a:ext uri="{FF2B5EF4-FFF2-40B4-BE49-F238E27FC236}">
                <a16:creationId xmlns:a16="http://schemas.microsoft.com/office/drawing/2014/main" id="{7D2660DF-18E0-5445-7D6F-B1E2A46D4B94}"/>
              </a:ext>
            </a:extLst>
          </p:cNvPr>
          <p:cNvSpPr>
            <a:spLocks noGrp="1"/>
          </p:cNvSpPr>
          <p:nvPr>
            <p:ph type="body" sz="quarter" idx="15"/>
          </p:nvPr>
        </p:nvSpPr>
        <p:spPr>
          <a:xfrm>
            <a:off x="8327136"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8327136" y="2103120"/>
            <a:ext cx="3255264" cy="4023360"/>
          </a:xfrm>
        </p:spPr>
        <p:txBody>
          <a:bodyPr/>
          <a:lstStyle/>
          <a:p>
            <a:endParaRPr lang="en-US"/>
          </a:p>
        </p:txBody>
      </p:sp>
      <p:sp>
        <p:nvSpPr>
          <p:cNvPr id="7" name="Footer Placeholder 6">
            <a:extLst>
              <a:ext uri="{FF2B5EF4-FFF2-40B4-BE49-F238E27FC236}">
                <a16:creationId xmlns:a16="http://schemas.microsoft.com/office/drawing/2014/main" id="{A121C368-1E72-48CA-929B-4401C8805A52}"/>
              </a:ext>
            </a:extLst>
          </p:cNvPr>
          <p:cNvSpPr>
            <a:spLocks noGrp="1"/>
          </p:cNvSpPr>
          <p:nvPr>
            <p:ph type="ftr" sz="quarter" idx="17"/>
          </p:nvPr>
        </p:nvSpPr>
        <p:spPr/>
        <p:txBody>
          <a:bodyPr/>
          <a:lstStyle/>
          <a:p>
            <a:endParaRPr lang="en-US"/>
          </a:p>
        </p:txBody>
      </p:sp>
      <p:sp>
        <p:nvSpPr>
          <p:cNvPr id="9" name="Slide Number Placeholder 8">
            <a:extLst>
              <a:ext uri="{FF2B5EF4-FFF2-40B4-BE49-F238E27FC236}">
                <a16:creationId xmlns:a16="http://schemas.microsoft.com/office/drawing/2014/main" id="{49AEAA01-FDF7-EF7A-F41F-F69EBE76E154}"/>
              </a:ext>
            </a:extLst>
          </p:cNvPr>
          <p:cNvSpPr>
            <a:spLocks noGrp="1"/>
          </p:cNvSpPr>
          <p:nvPr>
            <p:ph type="sldNum" sz="quarter" idx="18"/>
          </p:nvPr>
        </p:nvSpPr>
        <p:spPr/>
        <p:txBody>
          <a:body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B2DB4C55-EF9A-527B-C38E-033B25315799}"/>
              </a:ext>
            </a:extLst>
          </p:cNvPr>
          <p:cNvSpPr>
            <a:spLocks noGrp="1"/>
          </p:cNvSpPr>
          <p:nvPr>
            <p:ph type="dt" sz="half" idx="16"/>
          </p:nvPr>
        </p:nvSpPr>
        <p:spPr/>
        <p:txBody>
          <a:bodyPr/>
          <a:lstStyle/>
          <a:p>
            <a:fld id="{064C30AB-BD82-4C8A-B585-5A50C442DF09}" type="datetime1">
              <a:rPr lang="en-US" smtClean="0"/>
              <a:t>4/18/25</a:t>
            </a:fld>
            <a:endParaRPr lang="en-US"/>
          </a:p>
        </p:txBody>
      </p:sp>
    </p:spTree>
    <p:extLst>
      <p:ext uri="{BB962C8B-B14F-4D97-AF65-F5344CB8AC3E}">
        <p14:creationId xmlns:p14="http://schemas.microsoft.com/office/powerpoint/2010/main" val="1872005761"/>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3">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2240280" cy="4023360"/>
          </a:xfrm>
        </p:spPr>
        <p:txBody>
          <a:bodyPr/>
          <a:lstStyle/>
          <a:p>
            <a:endParaRPr lang="en-US"/>
          </a:p>
        </p:txBody>
      </p:sp>
      <p:sp>
        <p:nvSpPr>
          <p:cNvPr id="5" name="Text Placeholder 3">
            <a:extLst>
              <a:ext uri="{FF2B5EF4-FFF2-40B4-BE49-F238E27FC236}">
                <a16:creationId xmlns:a16="http://schemas.microsoft.com/office/drawing/2014/main" id="{37F3A760-EE34-C8A5-89C3-5467A9BC0CA9}"/>
              </a:ext>
            </a:extLst>
          </p:cNvPr>
          <p:cNvSpPr>
            <a:spLocks noGrp="1"/>
          </p:cNvSpPr>
          <p:nvPr>
            <p:ph type="body" sz="quarter" idx="15"/>
          </p:nvPr>
        </p:nvSpPr>
        <p:spPr>
          <a:xfrm>
            <a:off x="352044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3520440" y="2103120"/>
            <a:ext cx="2240280" cy="4023360"/>
          </a:xfrm>
        </p:spPr>
        <p:txBody>
          <a:body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643128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6431280" y="2103120"/>
            <a:ext cx="2240280" cy="4023360"/>
          </a:xfrm>
        </p:spPr>
        <p:txBody>
          <a:bodyPr/>
          <a:lstStyle/>
          <a:p>
            <a:endParaRPr lang="en-US"/>
          </a:p>
        </p:txBody>
      </p:sp>
      <p:sp>
        <p:nvSpPr>
          <p:cNvPr id="7" name="Text Placeholder 3">
            <a:extLst>
              <a:ext uri="{FF2B5EF4-FFF2-40B4-BE49-F238E27FC236}">
                <a16:creationId xmlns:a16="http://schemas.microsoft.com/office/drawing/2014/main" id="{EBE0941F-EC84-108F-647A-726CB13FD000}"/>
              </a:ext>
            </a:extLst>
          </p:cNvPr>
          <p:cNvSpPr>
            <a:spLocks noGrp="1"/>
          </p:cNvSpPr>
          <p:nvPr>
            <p:ph type="body" sz="quarter" idx="17"/>
          </p:nvPr>
        </p:nvSpPr>
        <p:spPr>
          <a:xfrm>
            <a:off x="934212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4" name="Picture Placeholder 11">
            <a:extLst>
              <a:ext uri="{FF2B5EF4-FFF2-40B4-BE49-F238E27FC236}">
                <a16:creationId xmlns:a16="http://schemas.microsoft.com/office/drawing/2014/main" id="{273AE085-219F-7944-7266-65BE5ACA42F8}"/>
              </a:ext>
            </a:extLst>
          </p:cNvPr>
          <p:cNvSpPr>
            <a:spLocks noGrp="1"/>
          </p:cNvSpPr>
          <p:nvPr>
            <p:ph type="pic" sz="quarter" idx="13"/>
          </p:nvPr>
        </p:nvSpPr>
        <p:spPr>
          <a:xfrm>
            <a:off x="9342120" y="2103120"/>
            <a:ext cx="2240280" cy="4023360"/>
          </a:xfrm>
        </p:spPr>
        <p:txBody>
          <a:bodyPr/>
          <a:lstStyle/>
          <a:p>
            <a:endParaRPr lang="en-US"/>
          </a:p>
        </p:txBody>
      </p:sp>
      <p:sp>
        <p:nvSpPr>
          <p:cNvPr id="11" name="Footer Placeholder 10">
            <a:extLst>
              <a:ext uri="{FF2B5EF4-FFF2-40B4-BE49-F238E27FC236}">
                <a16:creationId xmlns:a16="http://schemas.microsoft.com/office/drawing/2014/main" id="{2D1AAD5D-057A-DD5F-90D3-857CDC599D94}"/>
              </a:ext>
            </a:extLst>
          </p:cNvPr>
          <p:cNvSpPr>
            <a:spLocks noGrp="1"/>
          </p:cNvSpPr>
          <p:nvPr>
            <p:ph type="ftr" sz="quarter" idx="19"/>
          </p:nvPr>
        </p:nvSpPr>
        <p:spPr/>
        <p:txBody>
          <a:bodyPr/>
          <a:lstStyle/>
          <a:p>
            <a:endParaRPr lang="en-US"/>
          </a:p>
        </p:txBody>
      </p:sp>
      <p:sp>
        <p:nvSpPr>
          <p:cNvPr id="13" name="Slide Number Placeholder 12">
            <a:extLst>
              <a:ext uri="{FF2B5EF4-FFF2-40B4-BE49-F238E27FC236}">
                <a16:creationId xmlns:a16="http://schemas.microsoft.com/office/drawing/2014/main" id="{5024F614-A8FC-DFE2-56F8-8E640DCA191B}"/>
              </a:ext>
            </a:extLst>
          </p:cNvPr>
          <p:cNvSpPr>
            <a:spLocks noGrp="1"/>
          </p:cNvSpPr>
          <p:nvPr>
            <p:ph type="sldNum" sz="quarter" idx="20"/>
          </p:nvPr>
        </p:nvSpPr>
        <p:spPr/>
        <p:txBody>
          <a:body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C5A2DDEE-A8FC-94B8-B36F-644161312658}"/>
              </a:ext>
            </a:extLst>
          </p:cNvPr>
          <p:cNvSpPr>
            <a:spLocks noGrp="1"/>
          </p:cNvSpPr>
          <p:nvPr>
            <p:ph type="dt" sz="half" idx="18"/>
          </p:nvPr>
        </p:nvSpPr>
        <p:spPr/>
        <p:txBody>
          <a:bodyPr/>
          <a:lstStyle/>
          <a:p>
            <a:fld id="{C643547A-9664-4844-975D-62CB592093FC}" type="datetime1">
              <a:rPr lang="en-US" smtClean="0"/>
              <a:t>4/18/25</a:t>
            </a:fld>
            <a:endParaRPr lang="en-US"/>
          </a:p>
        </p:txBody>
      </p:sp>
    </p:spTree>
    <p:extLst>
      <p:ext uri="{BB962C8B-B14F-4D97-AF65-F5344CB8AC3E}">
        <p14:creationId xmlns:p14="http://schemas.microsoft.com/office/powerpoint/2010/main" val="3172503338"/>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ve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1">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8" name="Picture Placeholder 1">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1828800" cy="4023360"/>
          </a:xfrm>
        </p:spPr>
        <p:txBody>
          <a:bodyPr/>
          <a:lstStyle/>
          <a:p>
            <a:endParaRPr lang="en-US"/>
          </a:p>
        </p:txBody>
      </p:sp>
      <p:sp>
        <p:nvSpPr>
          <p:cNvPr id="5" name="Text Placeholder 2">
            <a:extLst>
              <a:ext uri="{FF2B5EF4-FFF2-40B4-BE49-F238E27FC236}">
                <a16:creationId xmlns:a16="http://schemas.microsoft.com/office/drawing/2014/main" id="{37F3A760-EE34-C8A5-89C3-5467A9BC0CA9}"/>
              </a:ext>
            </a:extLst>
          </p:cNvPr>
          <p:cNvSpPr>
            <a:spLocks noGrp="1"/>
          </p:cNvSpPr>
          <p:nvPr>
            <p:ph type="body" sz="quarter" idx="15"/>
          </p:nvPr>
        </p:nvSpPr>
        <p:spPr>
          <a:xfrm>
            <a:off x="2895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0" name="Picture Placeholder 2">
            <a:extLst>
              <a:ext uri="{FF2B5EF4-FFF2-40B4-BE49-F238E27FC236}">
                <a16:creationId xmlns:a16="http://schemas.microsoft.com/office/drawing/2014/main" id="{A160F384-0CC4-8E1E-C546-28F7B7D6B282}"/>
              </a:ext>
            </a:extLst>
          </p:cNvPr>
          <p:cNvSpPr>
            <a:spLocks noGrp="1"/>
          </p:cNvSpPr>
          <p:nvPr>
            <p:ph type="pic" sz="quarter" idx="11"/>
          </p:nvPr>
        </p:nvSpPr>
        <p:spPr>
          <a:xfrm>
            <a:off x="2895600" y="2103120"/>
            <a:ext cx="1828800" cy="4023360"/>
          </a:xfrm>
        </p:spPr>
        <p:txBody>
          <a:body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5181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2" name="Picture Placeholder 3">
            <a:extLst>
              <a:ext uri="{FF2B5EF4-FFF2-40B4-BE49-F238E27FC236}">
                <a16:creationId xmlns:a16="http://schemas.microsoft.com/office/drawing/2014/main" id="{292A0C94-CCCD-1ACE-EE3F-3AAA7DAFC52F}"/>
              </a:ext>
            </a:extLst>
          </p:cNvPr>
          <p:cNvSpPr>
            <a:spLocks noGrp="1"/>
          </p:cNvSpPr>
          <p:nvPr>
            <p:ph type="pic" sz="quarter" idx="12"/>
          </p:nvPr>
        </p:nvSpPr>
        <p:spPr>
          <a:xfrm>
            <a:off x="5181600" y="2103120"/>
            <a:ext cx="1828800" cy="4023360"/>
          </a:xfrm>
        </p:spPr>
        <p:txBody>
          <a:bodyPr/>
          <a:lstStyle/>
          <a:p>
            <a:endParaRPr lang="en-US"/>
          </a:p>
        </p:txBody>
      </p:sp>
      <p:sp>
        <p:nvSpPr>
          <p:cNvPr id="7" name="Text Placeholder 4">
            <a:extLst>
              <a:ext uri="{FF2B5EF4-FFF2-40B4-BE49-F238E27FC236}">
                <a16:creationId xmlns:a16="http://schemas.microsoft.com/office/drawing/2014/main" id="{EBE0941F-EC84-108F-647A-726CB13FD000}"/>
              </a:ext>
            </a:extLst>
          </p:cNvPr>
          <p:cNvSpPr>
            <a:spLocks noGrp="1"/>
          </p:cNvSpPr>
          <p:nvPr>
            <p:ph type="body" sz="quarter" idx="17"/>
          </p:nvPr>
        </p:nvSpPr>
        <p:spPr>
          <a:xfrm>
            <a:off x="7467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4" name="Picture Placeholder 4">
            <a:extLst>
              <a:ext uri="{FF2B5EF4-FFF2-40B4-BE49-F238E27FC236}">
                <a16:creationId xmlns:a16="http://schemas.microsoft.com/office/drawing/2014/main" id="{273AE085-219F-7944-7266-65BE5ACA42F8}"/>
              </a:ext>
            </a:extLst>
          </p:cNvPr>
          <p:cNvSpPr>
            <a:spLocks noGrp="1"/>
          </p:cNvSpPr>
          <p:nvPr>
            <p:ph type="pic" sz="quarter" idx="13"/>
          </p:nvPr>
        </p:nvSpPr>
        <p:spPr>
          <a:xfrm>
            <a:off x="7467600" y="2103120"/>
            <a:ext cx="1828800" cy="4023360"/>
          </a:xfrm>
        </p:spPr>
        <p:txBody>
          <a:bodyPr/>
          <a:lstStyle/>
          <a:p>
            <a:endParaRPr lang="en-US"/>
          </a:p>
        </p:txBody>
      </p:sp>
      <p:sp>
        <p:nvSpPr>
          <p:cNvPr id="14" name="Text Placeholder 5">
            <a:extLst>
              <a:ext uri="{FF2B5EF4-FFF2-40B4-BE49-F238E27FC236}">
                <a16:creationId xmlns:a16="http://schemas.microsoft.com/office/drawing/2014/main" id="{A816AF76-E218-238B-8714-A13AEDC0F554}"/>
              </a:ext>
            </a:extLst>
          </p:cNvPr>
          <p:cNvSpPr>
            <a:spLocks noGrp="1"/>
          </p:cNvSpPr>
          <p:nvPr>
            <p:ph type="body" sz="quarter" idx="21"/>
          </p:nvPr>
        </p:nvSpPr>
        <p:spPr>
          <a:xfrm>
            <a:off x="9753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5" name="Picture Placeholder 5">
            <a:extLst>
              <a:ext uri="{FF2B5EF4-FFF2-40B4-BE49-F238E27FC236}">
                <a16:creationId xmlns:a16="http://schemas.microsoft.com/office/drawing/2014/main" id="{153949DF-ED8E-0DEE-DBED-CB495FE60E49}"/>
              </a:ext>
            </a:extLst>
          </p:cNvPr>
          <p:cNvSpPr>
            <a:spLocks noGrp="1"/>
          </p:cNvSpPr>
          <p:nvPr>
            <p:ph type="pic" sz="quarter" idx="22"/>
          </p:nvPr>
        </p:nvSpPr>
        <p:spPr>
          <a:xfrm>
            <a:off x="9753600" y="2103120"/>
            <a:ext cx="1828800" cy="4023360"/>
          </a:xfrm>
        </p:spPr>
        <p:txBody>
          <a:bodyPr/>
          <a:lstStyle/>
          <a:p>
            <a:endParaRPr lang="en-US"/>
          </a:p>
        </p:txBody>
      </p:sp>
      <p:sp>
        <p:nvSpPr>
          <p:cNvPr id="11" name="Footer Placeholder 10">
            <a:extLst>
              <a:ext uri="{FF2B5EF4-FFF2-40B4-BE49-F238E27FC236}">
                <a16:creationId xmlns:a16="http://schemas.microsoft.com/office/drawing/2014/main" id="{2D1AAD5D-057A-DD5F-90D3-857CDC599D94}"/>
              </a:ext>
            </a:extLst>
          </p:cNvPr>
          <p:cNvSpPr>
            <a:spLocks noGrp="1"/>
          </p:cNvSpPr>
          <p:nvPr>
            <p:ph type="ftr" sz="quarter" idx="19"/>
          </p:nvPr>
        </p:nvSpPr>
        <p:spPr/>
        <p:txBody>
          <a:bodyPr/>
          <a:lstStyle/>
          <a:p>
            <a:endParaRPr lang="en-US"/>
          </a:p>
        </p:txBody>
      </p:sp>
      <p:sp>
        <p:nvSpPr>
          <p:cNvPr id="13" name="Slide Number Placeholder 12">
            <a:extLst>
              <a:ext uri="{FF2B5EF4-FFF2-40B4-BE49-F238E27FC236}">
                <a16:creationId xmlns:a16="http://schemas.microsoft.com/office/drawing/2014/main" id="{5024F614-A8FC-DFE2-56F8-8E640DCA191B}"/>
              </a:ext>
            </a:extLst>
          </p:cNvPr>
          <p:cNvSpPr>
            <a:spLocks noGrp="1"/>
          </p:cNvSpPr>
          <p:nvPr>
            <p:ph type="sldNum" sz="quarter" idx="20"/>
          </p:nvPr>
        </p:nvSpPr>
        <p:spPr/>
        <p:txBody>
          <a:body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C5A2DDEE-A8FC-94B8-B36F-644161312658}"/>
              </a:ext>
            </a:extLst>
          </p:cNvPr>
          <p:cNvSpPr>
            <a:spLocks noGrp="1"/>
          </p:cNvSpPr>
          <p:nvPr>
            <p:ph type="dt" sz="half" idx="18"/>
          </p:nvPr>
        </p:nvSpPr>
        <p:spPr/>
        <p:txBody>
          <a:bodyPr/>
          <a:lstStyle/>
          <a:p>
            <a:fld id="{C643547A-9664-4844-975D-62CB592093FC}" type="datetime1">
              <a:rPr lang="en-US" smtClean="0"/>
              <a:t>4/18/25</a:t>
            </a:fld>
            <a:endParaRPr lang="en-US"/>
          </a:p>
        </p:txBody>
      </p:sp>
    </p:spTree>
    <p:extLst>
      <p:ext uri="{BB962C8B-B14F-4D97-AF65-F5344CB8AC3E}">
        <p14:creationId xmlns:p14="http://schemas.microsoft.com/office/powerpoint/2010/main" val="145163521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id - 1x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10972800" cy="4572000"/>
          </a:xfrm>
        </p:spPr>
        <p:txBody>
          <a:bodyPr/>
          <a:lstStyle/>
          <a:p>
            <a:endParaRPr lang="en-US"/>
          </a:p>
        </p:txBody>
      </p:sp>
      <p:sp>
        <p:nvSpPr>
          <p:cNvPr id="4" name="Footer Placeholder 3">
            <a:extLst>
              <a:ext uri="{FF2B5EF4-FFF2-40B4-BE49-F238E27FC236}">
                <a16:creationId xmlns:a16="http://schemas.microsoft.com/office/drawing/2014/main" id="{181A3878-7BE0-2310-A612-86078B468989}"/>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FF64CF29-7F88-6F4B-09E2-25D36FC00EB9}"/>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7CA21AE2-4E9E-2DCA-4E42-C97521A8179D}"/>
              </a:ext>
            </a:extLst>
          </p:cNvPr>
          <p:cNvSpPr>
            <a:spLocks noGrp="1"/>
          </p:cNvSpPr>
          <p:nvPr>
            <p:ph type="dt" sz="half" idx="11"/>
          </p:nvPr>
        </p:nvSpPr>
        <p:spPr/>
        <p:txBody>
          <a:bodyPr/>
          <a:lstStyle/>
          <a:p>
            <a:fld id="{DBEFE4BD-2DFA-4609-895D-EFEF7C6E5A3C}" type="datetime1">
              <a:rPr lang="en-US" smtClean="0"/>
              <a:t>4/18/25</a:t>
            </a:fld>
            <a:endParaRPr lang="en-US"/>
          </a:p>
        </p:txBody>
      </p:sp>
    </p:spTree>
    <p:extLst>
      <p:ext uri="{BB962C8B-B14F-4D97-AF65-F5344CB8AC3E}">
        <p14:creationId xmlns:p14="http://schemas.microsoft.com/office/powerpoint/2010/main" val="2957798547"/>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id - 2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5486400" cy="2286000"/>
          </a:xfrm>
        </p:spPr>
        <p:txBody>
          <a:body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096000" y="1554480"/>
            <a:ext cx="5486400" cy="2286000"/>
          </a:xfrm>
        </p:spPr>
        <p:txBody>
          <a:bodyPr/>
          <a:lstStyle/>
          <a:p>
            <a:endParaRPr lang="en-US"/>
          </a:p>
        </p:txBody>
      </p:sp>
      <p:sp>
        <p:nvSpPr>
          <p:cNvPr id="3" name="Picture Placeholder 7">
            <a:extLst>
              <a:ext uri="{FF2B5EF4-FFF2-40B4-BE49-F238E27FC236}">
                <a16:creationId xmlns:a16="http://schemas.microsoft.com/office/drawing/2014/main" id="{92547B6F-C04C-1B8A-023F-2328C702D34B}"/>
              </a:ext>
            </a:extLst>
          </p:cNvPr>
          <p:cNvSpPr>
            <a:spLocks noGrp="1"/>
          </p:cNvSpPr>
          <p:nvPr>
            <p:ph type="pic" sz="quarter" idx="12"/>
          </p:nvPr>
        </p:nvSpPr>
        <p:spPr>
          <a:xfrm>
            <a:off x="609600" y="3840480"/>
            <a:ext cx="5486400" cy="2286000"/>
          </a:xfrm>
        </p:spPr>
        <p:txBody>
          <a:bodyPr/>
          <a:lstStyle/>
          <a:p>
            <a:endParaRPr lang="en-US"/>
          </a:p>
        </p:txBody>
      </p:sp>
      <p:sp>
        <p:nvSpPr>
          <p:cNvPr id="4" name="Picture Placeholder 9">
            <a:extLst>
              <a:ext uri="{FF2B5EF4-FFF2-40B4-BE49-F238E27FC236}">
                <a16:creationId xmlns:a16="http://schemas.microsoft.com/office/drawing/2014/main" id="{23A551AC-B66E-B597-2080-FD4462C44E73}"/>
              </a:ext>
            </a:extLst>
          </p:cNvPr>
          <p:cNvSpPr>
            <a:spLocks noGrp="1"/>
          </p:cNvSpPr>
          <p:nvPr>
            <p:ph type="pic" sz="quarter" idx="13"/>
          </p:nvPr>
        </p:nvSpPr>
        <p:spPr>
          <a:xfrm>
            <a:off x="6096000" y="3840480"/>
            <a:ext cx="5486400" cy="2286000"/>
          </a:xfrm>
        </p:spPr>
        <p:txBody>
          <a:bodyPr/>
          <a:lstStyle/>
          <a:p>
            <a:endParaRPr lang="en-US"/>
          </a:p>
        </p:txBody>
      </p:sp>
      <p:sp>
        <p:nvSpPr>
          <p:cNvPr id="6" name="Footer Placeholder 5">
            <a:extLst>
              <a:ext uri="{FF2B5EF4-FFF2-40B4-BE49-F238E27FC236}">
                <a16:creationId xmlns:a16="http://schemas.microsoft.com/office/drawing/2014/main" id="{50754D71-8CDC-675B-86A7-C34916398619}"/>
              </a:ext>
            </a:extLst>
          </p:cNvPr>
          <p:cNvSpPr>
            <a:spLocks noGrp="1"/>
          </p:cNvSpPr>
          <p:nvPr>
            <p:ph type="ftr" sz="quarter" idx="15"/>
          </p:nvPr>
        </p:nvSpPr>
        <p:spPr/>
        <p:txBody>
          <a:bodyPr/>
          <a:lstStyle/>
          <a:p>
            <a:endParaRPr lang="en-US"/>
          </a:p>
        </p:txBody>
      </p:sp>
      <p:sp>
        <p:nvSpPr>
          <p:cNvPr id="7" name="Slide Number Placeholder 6">
            <a:extLst>
              <a:ext uri="{FF2B5EF4-FFF2-40B4-BE49-F238E27FC236}">
                <a16:creationId xmlns:a16="http://schemas.microsoft.com/office/drawing/2014/main" id="{8B9CD24B-DB8B-D332-CD41-DCE59AE976B8}"/>
              </a:ext>
            </a:extLst>
          </p:cNvPr>
          <p:cNvSpPr>
            <a:spLocks noGrp="1"/>
          </p:cNvSpPr>
          <p:nvPr>
            <p:ph type="sldNum" sz="quarter" idx="16"/>
          </p:nvPr>
        </p:nvSpPr>
        <p:spPr/>
        <p:txBody>
          <a:bodyPr/>
          <a:lstStyle/>
          <a:p>
            <a:pPr algn="r"/>
            <a:fld id="{DEC9D0C1-7FBA-40E3-98AB-77B8E8CCE3DF}" type="slidenum">
              <a:rPr lang="en-US" smtClean="0"/>
              <a:pPr algn="r"/>
              <a:t>‹#›</a:t>
            </a:fld>
            <a:endParaRPr lang="en-US"/>
          </a:p>
        </p:txBody>
      </p:sp>
      <p:sp>
        <p:nvSpPr>
          <p:cNvPr id="5" name="Date Placeholder 4">
            <a:extLst>
              <a:ext uri="{FF2B5EF4-FFF2-40B4-BE49-F238E27FC236}">
                <a16:creationId xmlns:a16="http://schemas.microsoft.com/office/drawing/2014/main" id="{C03B885C-55AF-9895-D16F-0BE3094261A0}"/>
              </a:ext>
            </a:extLst>
          </p:cNvPr>
          <p:cNvSpPr>
            <a:spLocks noGrp="1"/>
          </p:cNvSpPr>
          <p:nvPr>
            <p:ph type="dt" sz="half" idx="14"/>
          </p:nvPr>
        </p:nvSpPr>
        <p:spPr/>
        <p:txBody>
          <a:bodyPr/>
          <a:lstStyle/>
          <a:p>
            <a:fld id="{FE62A065-523E-4F5D-A1E3-FF3942EE8A67}" type="datetime1">
              <a:rPr lang="en-US" smtClean="0"/>
              <a:t>4/18/25</a:t>
            </a:fld>
            <a:endParaRPr lang="en-US"/>
          </a:p>
        </p:txBody>
      </p:sp>
    </p:spTree>
    <p:extLst>
      <p:ext uri="{BB962C8B-B14F-4D97-AF65-F5344CB8AC3E}">
        <p14:creationId xmlns:p14="http://schemas.microsoft.com/office/powerpoint/2010/main" val="2883673307"/>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id - 3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3657600" cy="2286000"/>
          </a:xfrm>
        </p:spPr>
        <p:txBody>
          <a:body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267200" y="1554480"/>
            <a:ext cx="3657600" cy="2286000"/>
          </a:xfrm>
        </p:spPr>
        <p:txBody>
          <a:bodyPr/>
          <a:lstStyle/>
          <a:p>
            <a:endParaRPr lang="en-US"/>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7924800" y="1554480"/>
            <a:ext cx="3657600" cy="2286000"/>
          </a:xfrm>
        </p:spPr>
        <p:txBody>
          <a:bodyPr/>
          <a:lstStyle/>
          <a:p>
            <a:endParaRPr lang="en-US"/>
          </a:p>
        </p:txBody>
      </p:sp>
      <p:sp>
        <p:nvSpPr>
          <p:cNvPr id="14" name="Picture Placeholder 13">
            <a:extLst>
              <a:ext uri="{FF2B5EF4-FFF2-40B4-BE49-F238E27FC236}">
                <a16:creationId xmlns:a16="http://schemas.microsoft.com/office/drawing/2014/main" id="{1B2B2E44-F595-7BB6-29AF-8641CEDC7AD0}"/>
              </a:ext>
            </a:extLst>
          </p:cNvPr>
          <p:cNvSpPr>
            <a:spLocks noGrp="1"/>
          </p:cNvSpPr>
          <p:nvPr>
            <p:ph type="pic" sz="quarter" idx="13"/>
          </p:nvPr>
        </p:nvSpPr>
        <p:spPr>
          <a:xfrm>
            <a:off x="609600" y="3840480"/>
            <a:ext cx="3657600" cy="2286000"/>
          </a:xfrm>
        </p:spPr>
        <p:txBody>
          <a:bodyPr/>
          <a:lstStyle/>
          <a:p>
            <a:endParaRPr lang="en-US"/>
          </a:p>
        </p:txBody>
      </p:sp>
      <p:sp>
        <p:nvSpPr>
          <p:cNvPr id="16" name="Picture Placeholder 15">
            <a:extLst>
              <a:ext uri="{FF2B5EF4-FFF2-40B4-BE49-F238E27FC236}">
                <a16:creationId xmlns:a16="http://schemas.microsoft.com/office/drawing/2014/main" id="{9F1FEECA-D863-9A52-B628-DC29A5E3A3FF}"/>
              </a:ext>
            </a:extLst>
          </p:cNvPr>
          <p:cNvSpPr>
            <a:spLocks noGrp="1"/>
          </p:cNvSpPr>
          <p:nvPr>
            <p:ph type="pic" sz="quarter" idx="14"/>
          </p:nvPr>
        </p:nvSpPr>
        <p:spPr>
          <a:xfrm>
            <a:off x="4267200" y="3840480"/>
            <a:ext cx="3657600" cy="2286000"/>
          </a:xfrm>
        </p:spPr>
        <p:txBody>
          <a:bodyPr/>
          <a:lstStyle/>
          <a:p>
            <a:endParaRPr lang="en-US"/>
          </a:p>
        </p:txBody>
      </p:sp>
      <p:sp>
        <p:nvSpPr>
          <p:cNvPr id="18" name="Picture Placeholder 17">
            <a:extLst>
              <a:ext uri="{FF2B5EF4-FFF2-40B4-BE49-F238E27FC236}">
                <a16:creationId xmlns:a16="http://schemas.microsoft.com/office/drawing/2014/main" id="{5C1A3846-D263-B994-2288-4A3F6F2CC788}"/>
              </a:ext>
            </a:extLst>
          </p:cNvPr>
          <p:cNvSpPr>
            <a:spLocks noGrp="1"/>
          </p:cNvSpPr>
          <p:nvPr>
            <p:ph type="pic" sz="quarter" idx="15"/>
          </p:nvPr>
        </p:nvSpPr>
        <p:spPr>
          <a:xfrm>
            <a:off x="7924800" y="3840480"/>
            <a:ext cx="3657600" cy="2286000"/>
          </a:xfrm>
        </p:spPr>
        <p:txBody>
          <a:bodyPr/>
          <a:lstStyle/>
          <a:p>
            <a:endParaRPr lang="en-US"/>
          </a:p>
        </p:txBody>
      </p:sp>
      <p:sp>
        <p:nvSpPr>
          <p:cNvPr id="20" name="Footer Placeholder 19">
            <a:extLst>
              <a:ext uri="{FF2B5EF4-FFF2-40B4-BE49-F238E27FC236}">
                <a16:creationId xmlns:a16="http://schemas.microsoft.com/office/drawing/2014/main" id="{42B1270B-1E15-714E-4AFB-2507475C5E96}"/>
              </a:ext>
            </a:extLst>
          </p:cNvPr>
          <p:cNvSpPr>
            <a:spLocks noGrp="1"/>
          </p:cNvSpPr>
          <p:nvPr>
            <p:ph type="ftr" sz="quarter" idx="17"/>
          </p:nvPr>
        </p:nvSpPr>
        <p:spPr/>
        <p:txBody>
          <a:bodyPr/>
          <a:lstStyle/>
          <a:p>
            <a:endParaRPr lang="en-US"/>
          </a:p>
        </p:txBody>
      </p:sp>
      <p:sp>
        <p:nvSpPr>
          <p:cNvPr id="21" name="Slide Number Placeholder 20">
            <a:extLst>
              <a:ext uri="{FF2B5EF4-FFF2-40B4-BE49-F238E27FC236}">
                <a16:creationId xmlns:a16="http://schemas.microsoft.com/office/drawing/2014/main" id="{204BD34C-DD78-3227-60AB-175D7A656D04}"/>
              </a:ext>
            </a:extLst>
          </p:cNvPr>
          <p:cNvSpPr>
            <a:spLocks noGrp="1"/>
          </p:cNvSpPr>
          <p:nvPr>
            <p:ph type="sldNum" sz="quarter" idx="18"/>
          </p:nvPr>
        </p:nvSpPr>
        <p:spPr/>
        <p:txBody>
          <a:bodyPr/>
          <a:lstStyle/>
          <a:p>
            <a:pPr algn="r"/>
            <a:fld id="{DEC9D0C1-7FBA-40E3-98AB-77B8E8CCE3DF}" type="slidenum">
              <a:rPr lang="en-US" smtClean="0"/>
              <a:pPr algn="r"/>
              <a:t>‹#›</a:t>
            </a:fld>
            <a:endParaRPr lang="en-US"/>
          </a:p>
        </p:txBody>
      </p:sp>
      <p:sp>
        <p:nvSpPr>
          <p:cNvPr id="19" name="Date Placeholder 18">
            <a:extLst>
              <a:ext uri="{FF2B5EF4-FFF2-40B4-BE49-F238E27FC236}">
                <a16:creationId xmlns:a16="http://schemas.microsoft.com/office/drawing/2014/main" id="{2E65964F-CA9C-418E-97E4-57D80C7DB89C}"/>
              </a:ext>
            </a:extLst>
          </p:cNvPr>
          <p:cNvSpPr>
            <a:spLocks noGrp="1"/>
          </p:cNvSpPr>
          <p:nvPr>
            <p:ph type="dt" sz="half" idx="16"/>
          </p:nvPr>
        </p:nvSpPr>
        <p:spPr/>
        <p:txBody>
          <a:bodyPr/>
          <a:lstStyle/>
          <a:p>
            <a:fld id="{73D3BA94-A69C-4DF2-B5C9-A1C8B9BFC5A0}" type="datetime1">
              <a:rPr lang="en-US" smtClean="0"/>
              <a:t>4/18/25</a:t>
            </a:fld>
            <a:endParaRPr lang="en-US"/>
          </a:p>
        </p:txBody>
      </p:sp>
    </p:spTree>
    <p:extLst>
      <p:ext uri="{BB962C8B-B14F-4D97-AF65-F5344CB8AC3E}">
        <p14:creationId xmlns:p14="http://schemas.microsoft.com/office/powerpoint/2010/main" val="2061645292"/>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id - 8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6" name="Rectangle 5">
            <a:extLst>
              <a:ext uri="{FF2B5EF4-FFF2-40B4-BE49-F238E27FC236}">
                <a16:creationId xmlns:a16="http://schemas.microsoft.com/office/drawing/2014/main" id="{D8543630-6F53-6353-3B93-FFFD99FF0C79}"/>
              </a:ext>
            </a:extLst>
          </p:cNvPr>
          <p:cNvSpPr/>
          <p:nvPr userDrawn="1"/>
        </p:nvSpPr>
        <p:spPr>
          <a:xfrm>
            <a:off x="6096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7" name="Rectangle 6">
            <a:extLst>
              <a:ext uri="{FF2B5EF4-FFF2-40B4-BE49-F238E27FC236}">
                <a16:creationId xmlns:a16="http://schemas.microsoft.com/office/drawing/2014/main" id="{BC22D3AC-53D5-3076-3C9D-96307BC52BBD}"/>
              </a:ext>
            </a:extLst>
          </p:cNvPr>
          <p:cNvSpPr/>
          <p:nvPr userDrawn="1"/>
        </p:nvSpPr>
        <p:spPr>
          <a:xfrm>
            <a:off x="19958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9" name="Rectangle 8">
            <a:extLst>
              <a:ext uri="{FF2B5EF4-FFF2-40B4-BE49-F238E27FC236}">
                <a16:creationId xmlns:a16="http://schemas.microsoft.com/office/drawing/2014/main" id="{39F16C89-D2E6-5E44-2CA1-16056799EAD7}"/>
              </a:ext>
            </a:extLst>
          </p:cNvPr>
          <p:cNvSpPr/>
          <p:nvPr userDrawn="1"/>
        </p:nvSpPr>
        <p:spPr>
          <a:xfrm>
            <a:off x="338216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0" name="Rectangle 9">
            <a:extLst>
              <a:ext uri="{FF2B5EF4-FFF2-40B4-BE49-F238E27FC236}">
                <a16:creationId xmlns:a16="http://schemas.microsoft.com/office/drawing/2014/main" id="{6731FAF4-776F-A0E5-46E2-8CA95A136B6F}"/>
              </a:ext>
            </a:extLst>
          </p:cNvPr>
          <p:cNvSpPr/>
          <p:nvPr userDrawn="1"/>
        </p:nvSpPr>
        <p:spPr>
          <a:xfrm>
            <a:off x="476844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1" name="Rectangle 10">
            <a:extLst>
              <a:ext uri="{FF2B5EF4-FFF2-40B4-BE49-F238E27FC236}">
                <a16:creationId xmlns:a16="http://schemas.microsoft.com/office/drawing/2014/main" id="{BA68878A-7B70-9407-FE72-405B0D281BF8}"/>
              </a:ext>
            </a:extLst>
          </p:cNvPr>
          <p:cNvSpPr/>
          <p:nvPr userDrawn="1"/>
        </p:nvSpPr>
        <p:spPr>
          <a:xfrm>
            <a:off x="615472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2" name="Rectangle 11">
            <a:extLst>
              <a:ext uri="{FF2B5EF4-FFF2-40B4-BE49-F238E27FC236}">
                <a16:creationId xmlns:a16="http://schemas.microsoft.com/office/drawing/2014/main" id="{CBE15169-7B14-3DC3-BD30-4687C6CEB050}"/>
              </a:ext>
            </a:extLst>
          </p:cNvPr>
          <p:cNvSpPr/>
          <p:nvPr userDrawn="1"/>
        </p:nvSpPr>
        <p:spPr>
          <a:xfrm>
            <a:off x="75410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3" name="Rectangle 12">
            <a:extLst>
              <a:ext uri="{FF2B5EF4-FFF2-40B4-BE49-F238E27FC236}">
                <a16:creationId xmlns:a16="http://schemas.microsoft.com/office/drawing/2014/main" id="{F85D3CEB-CBC3-33AA-56E4-7243FBB670B8}"/>
              </a:ext>
            </a:extLst>
          </p:cNvPr>
          <p:cNvSpPr/>
          <p:nvPr userDrawn="1"/>
        </p:nvSpPr>
        <p:spPr>
          <a:xfrm>
            <a:off x="89272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4" name="Rectangle 13">
            <a:extLst>
              <a:ext uri="{FF2B5EF4-FFF2-40B4-BE49-F238E27FC236}">
                <a16:creationId xmlns:a16="http://schemas.microsoft.com/office/drawing/2014/main" id="{336287BA-DFA2-9B21-DE8B-3FC50B70F90B}"/>
              </a:ext>
            </a:extLst>
          </p:cNvPr>
          <p:cNvSpPr/>
          <p:nvPr userDrawn="1"/>
        </p:nvSpPr>
        <p:spPr>
          <a:xfrm>
            <a:off x="10313559"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5" name="Rectangle 14">
            <a:extLst>
              <a:ext uri="{FF2B5EF4-FFF2-40B4-BE49-F238E27FC236}">
                <a16:creationId xmlns:a16="http://schemas.microsoft.com/office/drawing/2014/main" id="{A562644A-5A85-01BD-2B03-DA2396CAD064}"/>
              </a:ext>
            </a:extLst>
          </p:cNvPr>
          <p:cNvSpPr/>
          <p:nvPr userDrawn="1"/>
        </p:nvSpPr>
        <p:spPr>
          <a:xfrm>
            <a:off x="6096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6" name="Rectangle 15">
            <a:extLst>
              <a:ext uri="{FF2B5EF4-FFF2-40B4-BE49-F238E27FC236}">
                <a16:creationId xmlns:a16="http://schemas.microsoft.com/office/drawing/2014/main" id="{DCF6B678-B22E-6D11-FAB3-BADDBC694158}"/>
              </a:ext>
            </a:extLst>
          </p:cNvPr>
          <p:cNvSpPr/>
          <p:nvPr userDrawn="1"/>
        </p:nvSpPr>
        <p:spPr>
          <a:xfrm>
            <a:off x="19958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7" name="Rectangle 16">
            <a:extLst>
              <a:ext uri="{FF2B5EF4-FFF2-40B4-BE49-F238E27FC236}">
                <a16:creationId xmlns:a16="http://schemas.microsoft.com/office/drawing/2014/main" id="{F392A191-3E55-9BC4-EA76-F40BD4176E67}"/>
              </a:ext>
            </a:extLst>
          </p:cNvPr>
          <p:cNvSpPr/>
          <p:nvPr userDrawn="1"/>
        </p:nvSpPr>
        <p:spPr>
          <a:xfrm>
            <a:off x="338216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8" name="Rectangle 17">
            <a:extLst>
              <a:ext uri="{FF2B5EF4-FFF2-40B4-BE49-F238E27FC236}">
                <a16:creationId xmlns:a16="http://schemas.microsoft.com/office/drawing/2014/main" id="{5C0F35C9-4070-9A2F-9698-B91A7341451D}"/>
              </a:ext>
            </a:extLst>
          </p:cNvPr>
          <p:cNvSpPr/>
          <p:nvPr userDrawn="1"/>
        </p:nvSpPr>
        <p:spPr>
          <a:xfrm>
            <a:off x="476844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9" name="Rectangle 18">
            <a:extLst>
              <a:ext uri="{FF2B5EF4-FFF2-40B4-BE49-F238E27FC236}">
                <a16:creationId xmlns:a16="http://schemas.microsoft.com/office/drawing/2014/main" id="{E45D6898-91DB-B3AC-F1DA-65D48A4A8502}"/>
              </a:ext>
            </a:extLst>
          </p:cNvPr>
          <p:cNvSpPr/>
          <p:nvPr userDrawn="1"/>
        </p:nvSpPr>
        <p:spPr>
          <a:xfrm>
            <a:off x="615472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0" name="Rectangle 19">
            <a:extLst>
              <a:ext uri="{FF2B5EF4-FFF2-40B4-BE49-F238E27FC236}">
                <a16:creationId xmlns:a16="http://schemas.microsoft.com/office/drawing/2014/main" id="{C8BAAB28-5748-F9AC-89F5-EB1C9348877F}"/>
              </a:ext>
            </a:extLst>
          </p:cNvPr>
          <p:cNvSpPr/>
          <p:nvPr userDrawn="1"/>
        </p:nvSpPr>
        <p:spPr>
          <a:xfrm>
            <a:off x="75410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1" name="Rectangle 20">
            <a:extLst>
              <a:ext uri="{FF2B5EF4-FFF2-40B4-BE49-F238E27FC236}">
                <a16:creationId xmlns:a16="http://schemas.microsoft.com/office/drawing/2014/main" id="{FEA1D538-3EC1-8418-DDF3-D4704AE0706B}"/>
              </a:ext>
            </a:extLst>
          </p:cNvPr>
          <p:cNvSpPr/>
          <p:nvPr userDrawn="1"/>
        </p:nvSpPr>
        <p:spPr>
          <a:xfrm>
            <a:off x="89272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2" name="Rectangle 21">
            <a:extLst>
              <a:ext uri="{FF2B5EF4-FFF2-40B4-BE49-F238E27FC236}">
                <a16:creationId xmlns:a16="http://schemas.microsoft.com/office/drawing/2014/main" id="{C5028C3C-E97E-B0C9-C4F0-1C06EF313AC9}"/>
              </a:ext>
            </a:extLst>
          </p:cNvPr>
          <p:cNvSpPr/>
          <p:nvPr userDrawn="1"/>
        </p:nvSpPr>
        <p:spPr>
          <a:xfrm>
            <a:off x="10313559"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3" name="Rectangle 22">
            <a:extLst>
              <a:ext uri="{FF2B5EF4-FFF2-40B4-BE49-F238E27FC236}">
                <a16:creationId xmlns:a16="http://schemas.microsoft.com/office/drawing/2014/main" id="{A1A14B7B-0BBE-1B5D-432D-40A389F3FCCF}"/>
              </a:ext>
            </a:extLst>
          </p:cNvPr>
          <p:cNvSpPr/>
          <p:nvPr userDrawn="1"/>
        </p:nvSpPr>
        <p:spPr>
          <a:xfrm>
            <a:off x="6096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4" name="Rectangle 23">
            <a:extLst>
              <a:ext uri="{FF2B5EF4-FFF2-40B4-BE49-F238E27FC236}">
                <a16:creationId xmlns:a16="http://schemas.microsoft.com/office/drawing/2014/main" id="{7C71FF21-A0D3-1C1A-B6F0-B38542FC16F3}"/>
              </a:ext>
            </a:extLst>
          </p:cNvPr>
          <p:cNvSpPr/>
          <p:nvPr userDrawn="1"/>
        </p:nvSpPr>
        <p:spPr>
          <a:xfrm>
            <a:off x="19958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5" name="Rectangle 24">
            <a:extLst>
              <a:ext uri="{FF2B5EF4-FFF2-40B4-BE49-F238E27FC236}">
                <a16:creationId xmlns:a16="http://schemas.microsoft.com/office/drawing/2014/main" id="{78E463DD-7CD5-9FB1-37AF-6EA3B554A5F6}"/>
              </a:ext>
            </a:extLst>
          </p:cNvPr>
          <p:cNvSpPr/>
          <p:nvPr userDrawn="1"/>
        </p:nvSpPr>
        <p:spPr>
          <a:xfrm>
            <a:off x="338216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6" name="Rectangle 25">
            <a:extLst>
              <a:ext uri="{FF2B5EF4-FFF2-40B4-BE49-F238E27FC236}">
                <a16:creationId xmlns:a16="http://schemas.microsoft.com/office/drawing/2014/main" id="{9EC06218-BEF3-CB50-8EF6-EB54C5FCD4A5}"/>
              </a:ext>
            </a:extLst>
          </p:cNvPr>
          <p:cNvSpPr/>
          <p:nvPr userDrawn="1"/>
        </p:nvSpPr>
        <p:spPr>
          <a:xfrm>
            <a:off x="476844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7" name="Rectangle 26">
            <a:extLst>
              <a:ext uri="{FF2B5EF4-FFF2-40B4-BE49-F238E27FC236}">
                <a16:creationId xmlns:a16="http://schemas.microsoft.com/office/drawing/2014/main" id="{86D8E872-5127-7868-3A05-721AF6BA473C}"/>
              </a:ext>
            </a:extLst>
          </p:cNvPr>
          <p:cNvSpPr/>
          <p:nvPr userDrawn="1"/>
        </p:nvSpPr>
        <p:spPr>
          <a:xfrm>
            <a:off x="615472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8" name="Rectangle 27">
            <a:extLst>
              <a:ext uri="{FF2B5EF4-FFF2-40B4-BE49-F238E27FC236}">
                <a16:creationId xmlns:a16="http://schemas.microsoft.com/office/drawing/2014/main" id="{34707814-364C-ED34-E661-0B900D61D461}"/>
              </a:ext>
            </a:extLst>
          </p:cNvPr>
          <p:cNvSpPr/>
          <p:nvPr userDrawn="1"/>
        </p:nvSpPr>
        <p:spPr>
          <a:xfrm>
            <a:off x="75410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9" name="Rectangle 28">
            <a:extLst>
              <a:ext uri="{FF2B5EF4-FFF2-40B4-BE49-F238E27FC236}">
                <a16:creationId xmlns:a16="http://schemas.microsoft.com/office/drawing/2014/main" id="{DE9A0626-4DF1-C03E-4100-AA6C8661D9FE}"/>
              </a:ext>
            </a:extLst>
          </p:cNvPr>
          <p:cNvSpPr/>
          <p:nvPr userDrawn="1"/>
        </p:nvSpPr>
        <p:spPr>
          <a:xfrm>
            <a:off x="89272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0" name="Rectangle 29">
            <a:extLst>
              <a:ext uri="{FF2B5EF4-FFF2-40B4-BE49-F238E27FC236}">
                <a16:creationId xmlns:a16="http://schemas.microsoft.com/office/drawing/2014/main" id="{064521DB-B096-8091-3A9C-9A982F43D88A}"/>
              </a:ext>
            </a:extLst>
          </p:cNvPr>
          <p:cNvSpPr/>
          <p:nvPr userDrawn="1"/>
        </p:nvSpPr>
        <p:spPr>
          <a:xfrm>
            <a:off x="10313559"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1" name="Rectangle 30">
            <a:extLst>
              <a:ext uri="{FF2B5EF4-FFF2-40B4-BE49-F238E27FC236}">
                <a16:creationId xmlns:a16="http://schemas.microsoft.com/office/drawing/2014/main" id="{CC76CD2B-19F5-416D-DEDB-846A990C8639}"/>
              </a:ext>
            </a:extLst>
          </p:cNvPr>
          <p:cNvSpPr/>
          <p:nvPr userDrawn="1"/>
        </p:nvSpPr>
        <p:spPr>
          <a:xfrm>
            <a:off x="6096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Rectangle 31">
            <a:extLst>
              <a:ext uri="{FF2B5EF4-FFF2-40B4-BE49-F238E27FC236}">
                <a16:creationId xmlns:a16="http://schemas.microsoft.com/office/drawing/2014/main" id="{877B7B08-16E6-D7D7-4798-5C0F7C0419FA}"/>
              </a:ext>
            </a:extLst>
          </p:cNvPr>
          <p:cNvSpPr/>
          <p:nvPr userDrawn="1"/>
        </p:nvSpPr>
        <p:spPr>
          <a:xfrm>
            <a:off x="19958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3" name="Rectangle 32">
            <a:extLst>
              <a:ext uri="{FF2B5EF4-FFF2-40B4-BE49-F238E27FC236}">
                <a16:creationId xmlns:a16="http://schemas.microsoft.com/office/drawing/2014/main" id="{BE240E6E-B8E3-4433-FA1E-59F51736F9D6}"/>
              </a:ext>
            </a:extLst>
          </p:cNvPr>
          <p:cNvSpPr/>
          <p:nvPr userDrawn="1"/>
        </p:nvSpPr>
        <p:spPr>
          <a:xfrm>
            <a:off x="338216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4" name="Rectangle 33">
            <a:extLst>
              <a:ext uri="{FF2B5EF4-FFF2-40B4-BE49-F238E27FC236}">
                <a16:creationId xmlns:a16="http://schemas.microsoft.com/office/drawing/2014/main" id="{CB4AA11C-3F23-0B4E-141A-199111885EA7}"/>
              </a:ext>
            </a:extLst>
          </p:cNvPr>
          <p:cNvSpPr/>
          <p:nvPr userDrawn="1"/>
        </p:nvSpPr>
        <p:spPr>
          <a:xfrm>
            <a:off x="476844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5" name="Rectangle 34">
            <a:extLst>
              <a:ext uri="{FF2B5EF4-FFF2-40B4-BE49-F238E27FC236}">
                <a16:creationId xmlns:a16="http://schemas.microsoft.com/office/drawing/2014/main" id="{0B3AD8E4-435B-97B8-914E-D25CC5456285}"/>
              </a:ext>
            </a:extLst>
          </p:cNvPr>
          <p:cNvSpPr/>
          <p:nvPr userDrawn="1"/>
        </p:nvSpPr>
        <p:spPr>
          <a:xfrm>
            <a:off x="615472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6" name="Rectangle 35">
            <a:extLst>
              <a:ext uri="{FF2B5EF4-FFF2-40B4-BE49-F238E27FC236}">
                <a16:creationId xmlns:a16="http://schemas.microsoft.com/office/drawing/2014/main" id="{7F0FE684-33AB-F095-B7EA-72178F993F53}"/>
              </a:ext>
            </a:extLst>
          </p:cNvPr>
          <p:cNvSpPr/>
          <p:nvPr userDrawn="1"/>
        </p:nvSpPr>
        <p:spPr>
          <a:xfrm>
            <a:off x="75410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7" name="Rectangle 36">
            <a:extLst>
              <a:ext uri="{FF2B5EF4-FFF2-40B4-BE49-F238E27FC236}">
                <a16:creationId xmlns:a16="http://schemas.microsoft.com/office/drawing/2014/main" id="{30489701-AA7F-0E3A-8312-681D092709AF}"/>
              </a:ext>
            </a:extLst>
          </p:cNvPr>
          <p:cNvSpPr/>
          <p:nvPr userDrawn="1"/>
        </p:nvSpPr>
        <p:spPr>
          <a:xfrm>
            <a:off x="89272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8" name="Rectangle 37">
            <a:extLst>
              <a:ext uri="{FF2B5EF4-FFF2-40B4-BE49-F238E27FC236}">
                <a16:creationId xmlns:a16="http://schemas.microsoft.com/office/drawing/2014/main" id="{F2CFC289-BF79-2F3D-5FDF-6B40CC38857C}"/>
              </a:ext>
            </a:extLst>
          </p:cNvPr>
          <p:cNvSpPr/>
          <p:nvPr userDrawn="1"/>
        </p:nvSpPr>
        <p:spPr>
          <a:xfrm>
            <a:off x="10313559"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9" name="row 1 Picture Placeholder 1">
            <a:extLst>
              <a:ext uri="{FF2B5EF4-FFF2-40B4-BE49-F238E27FC236}">
                <a16:creationId xmlns:a16="http://schemas.microsoft.com/office/drawing/2014/main" id="{85227A43-5C4D-89D4-E160-A1290BB35C99}"/>
              </a:ext>
            </a:extLst>
          </p:cNvPr>
          <p:cNvSpPr>
            <a:spLocks noGrp="1"/>
          </p:cNvSpPr>
          <p:nvPr>
            <p:ph type="pic" sz="quarter" idx="15"/>
          </p:nvPr>
        </p:nvSpPr>
        <p:spPr>
          <a:xfrm>
            <a:off x="652604" y="1374235"/>
            <a:ext cx="1182832" cy="1088105"/>
          </a:xfrm>
        </p:spPr>
        <p:txBody>
          <a:bodyPr/>
          <a:lstStyle/>
          <a:p>
            <a:endParaRPr lang="en-US"/>
          </a:p>
        </p:txBody>
      </p:sp>
      <p:sp>
        <p:nvSpPr>
          <p:cNvPr id="40" name="row 1 Picture Placeholder 2">
            <a:extLst>
              <a:ext uri="{FF2B5EF4-FFF2-40B4-BE49-F238E27FC236}">
                <a16:creationId xmlns:a16="http://schemas.microsoft.com/office/drawing/2014/main" id="{9566F144-B3C8-7936-839D-AC16AF52DC4E}"/>
              </a:ext>
            </a:extLst>
          </p:cNvPr>
          <p:cNvSpPr>
            <a:spLocks noGrp="1"/>
          </p:cNvSpPr>
          <p:nvPr>
            <p:ph type="pic" sz="quarter" idx="16"/>
          </p:nvPr>
        </p:nvSpPr>
        <p:spPr>
          <a:xfrm>
            <a:off x="2034595" y="1374235"/>
            <a:ext cx="1182832" cy="1088105"/>
          </a:xfrm>
        </p:spPr>
        <p:txBody>
          <a:bodyPr/>
          <a:lstStyle/>
          <a:p>
            <a:endParaRPr lang="en-US"/>
          </a:p>
        </p:txBody>
      </p:sp>
      <p:sp>
        <p:nvSpPr>
          <p:cNvPr id="41" name="row 1 Picture Placeholder 3">
            <a:extLst>
              <a:ext uri="{FF2B5EF4-FFF2-40B4-BE49-F238E27FC236}">
                <a16:creationId xmlns:a16="http://schemas.microsoft.com/office/drawing/2014/main" id="{38732D4D-83B3-1F93-6FCC-5298384D9F25}"/>
              </a:ext>
            </a:extLst>
          </p:cNvPr>
          <p:cNvSpPr>
            <a:spLocks noGrp="1"/>
          </p:cNvSpPr>
          <p:nvPr>
            <p:ph type="pic" sz="quarter" idx="17"/>
          </p:nvPr>
        </p:nvSpPr>
        <p:spPr>
          <a:xfrm>
            <a:off x="3421781" y="1374235"/>
            <a:ext cx="1182832" cy="1088105"/>
          </a:xfrm>
        </p:spPr>
        <p:txBody>
          <a:bodyPr/>
          <a:lstStyle/>
          <a:p>
            <a:endParaRPr lang="en-US"/>
          </a:p>
        </p:txBody>
      </p:sp>
      <p:sp>
        <p:nvSpPr>
          <p:cNvPr id="42" name="row 1 Picture Placeholder 4">
            <a:extLst>
              <a:ext uri="{FF2B5EF4-FFF2-40B4-BE49-F238E27FC236}">
                <a16:creationId xmlns:a16="http://schemas.microsoft.com/office/drawing/2014/main" id="{9730AE84-83EF-0982-5104-F629973C19B6}"/>
              </a:ext>
            </a:extLst>
          </p:cNvPr>
          <p:cNvSpPr>
            <a:spLocks noGrp="1"/>
          </p:cNvSpPr>
          <p:nvPr>
            <p:ph type="pic" sz="quarter" idx="18"/>
          </p:nvPr>
        </p:nvSpPr>
        <p:spPr>
          <a:xfrm>
            <a:off x="4814163" y="1374235"/>
            <a:ext cx="1182832" cy="1088105"/>
          </a:xfrm>
        </p:spPr>
        <p:txBody>
          <a:bodyPr/>
          <a:lstStyle/>
          <a:p>
            <a:endParaRPr lang="en-US"/>
          </a:p>
        </p:txBody>
      </p:sp>
      <p:sp>
        <p:nvSpPr>
          <p:cNvPr id="43" name="row 1 Picture Placeholder 5">
            <a:extLst>
              <a:ext uri="{FF2B5EF4-FFF2-40B4-BE49-F238E27FC236}">
                <a16:creationId xmlns:a16="http://schemas.microsoft.com/office/drawing/2014/main" id="{EEFEB949-3A10-F7A6-9FBE-5FCB94B66A1A}"/>
              </a:ext>
            </a:extLst>
          </p:cNvPr>
          <p:cNvSpPr>
            <a:spLocks noGrp="1"/>
          </p:cNvSpPr>
          <p:nvPr>
            <p:ph type="pic" sz="quarter" idx="19"/>
          </p:nvPr>
        </p:nvSpPr>
        <p:spPr>
          <a:xfrm>
            <a:off x="6196154" y="1374235"/>
            <a:ext cx="1182832" cy="1088105"/>
          </a:xfrm>
        </p:spPr>
        <p:txBody>
          <a:bodyPr/>
          <a:lstStyle/>
          <a:p>
            <a:endParaRPr lang="en-US"/>
          </a:p>
        </p:txBody>
      </p:sp>
      <p:sp>
        <p:nvSpPr>
          <p:cNvPr id="44" name="row 1 Picture Placeholder 6">
            <a:extLst>
              <a:ext uri="{FF2B5EF4-FFF2-40B4-BE49-F238E27FC236}">
                <a16:creationId xmlns:a16="http://schemas.microsoft.com/office/drawing/2014/main" id="{2CE4B71B-7112-B353-61F2-EBAE24BE1F3C}"/>
              </a:ext>
            </a:extLst>
          </p:cNvPr>
          <p:cNvSpPr>
            <a:spLocks noGrp="1"/>
          </p:cNvSpPr>
          <p:nvPr>
            <p:ph type="pic" sz="quarter" idx="20"/>
          </p:nvPr>
        </p:nvSpPr>
        <p:spPr>
          <a:xfrm>
            <a:off x="7583340" y="1374235"/>
            <a:ext cx="1182832" cy="1088105"/>
          </a:xfrm>
        </p:spPr>
        <p:txBody>
          <a:bodyPr/>
          <a:lstStyle/>
          <a:p>
            <a:endParaRPr lang="en-US"/>
          </a:p>
        </p:txBody>
      </p:sp>
      <p:sp>
        <p:nvSpPr>
          <p:cNvPr id="45" name="row 1 Picture Placeholder 7">
            <a:extLst>
              <a:ext uri="{FF2B5EF4-FFF2-40B4-BE49-F238E27FC236}">
                <a16:creationId xmlns:a16="http://schemas.microsoft.com/office/drawing/2014/main" id="{4C5A0B2F-5A91-9643-DAA7-BE0BB2A8A1E6}"/>
              </a:ext>
            </a:extLst>
          </p:cNvPr>
          <p:cNvSpPr>
            <a:spLocks noGrp="1"/>
          </p:cNvSpPr>
          <p:nvPr>
            <p:ph type="pic" sz="quarter" idx="24"/>
          </p:nvPr>
        </p:nvSpPr>
        <p:spPr>
          <a:xfrm>
            <a:off x="8970527" y="1374235"/>
            <a:ext cx="1182832" cy="1088105"/>
          </a:xfrm>
        </p:spPr>
        <p:txBody>
          <a:bodyPr/>
          <a:lstStyle/>
          <a:p>
            <a:endParaRPr lang="en-US"/>
          </a:p>
        </p:txBody>
      </p:sp>
      <p:sp>
        <p:nvSpPr>
          <p:cNvPr id="46" name="row 1 Picture Placeholder 8">
            <a:extLst>
              <a:ext uri="{FF2B5EF4-FFF2-40B4-BE49-F238E27FC236}">
                <a16:creationId xmlns:a16="http://schemas.microsoft.com/office/drawing/2014/main" id="{67D3AFDE-20B1-971A-47DD-2857ACC39B57}"/>
              </a:ext>
            </a:extLst>
          </p:cNvPr>
          <p:cNvSpPr>
            <a:spLocks noGrp="1"/>
          </p:cNvSpPr>
          <p:nvPr>
            <p:ph type="pic" sz="quarter" idx="25"/>
          </p:nvPr>
        </p:nvSpPr>
        <p:spPr>
          <a:xfrm>
            <a:off x="10357713" y="1374235"/>
            <a:ext cx="1182832" cy="1088105"/>
          </a:xfrm>
        </p:spPr>
        <p:txBody>
          <a:bodyPr/>
          <a:lstStyle/>
          <a:p>
            <a:endParaRPr lang="en-US"/>
          </a:p>
        </p:txBody>
      </p:sp>
      <p:sp>
        <p:nvSpPr>
          <p:cNvPr id="47" name="row 2 Picture Placeholder 1">
            <a:extLst>
              <a:ext uri="{FF2B5EF4-FFF2-40B4-BE49-F238E27FC236}">
                <a16:creationId xmlns:a16="http://schemas.microsoft.com/office/drawing/2014/main" id="{31380899-193D-8D5B-FA8D-2BE00660771E}"/>
              </a:ext>
            </a:extLst>
          </p:cNvPr>
          <p:cNvSpPr>
            <a:spLocks noGrp="1"/>
          </p:cNvSpPr>
          <p:nvPr>
            <p:ph type="pic" sz="quarter" idx="26"/>
          </p:nvPr>
        </p:nvSpPr>
        <p:spPr>
          <a:xfrm>
            <a:off x="652604" y="2645822"/>
            <a:ext cx="1182832" cy="1088105"/>
          </a:xfrm>
        </p:spPr>
        <p:txBody>
          <a:bodyPr/>
          <a:lstStyle/>
          <a:p>
            <a:endParaRPr lang="en-US"/>
          </a:p>
        </p:txBody>
      </p:sp>
      <p:sp>
        <p:nvSpPr>
          <p:cNvPr id="48" name="row 2 Picture Placeholder 2">
            <a:extLst>
              <a:ext uri="{FF2B5EF4-FFF2-40B4-BE49-F238E27FC236}">
                <a16:creationId xmlns:a16="http://schemas.microsoft.com/office/drawing/2014/main" id="{7B8CC7C2-EB24-E4BC-3521-F28289F34790}"/>
              </a:ext>
            </a:extLst>
          </p:cNvPr>
          <p:cNvSpPr>
            <a:spLocks noGrp="1"/>
          </p:cNvSpPr>
          <p:nvPr>
            <p:ph type="pic" sz="quarter" idx="27"/>
          </p:nvPr>
        </p:nvSpPr>
        <p:spPr>
          <a:xfrm>
            <a:off x="2034595" y="2645822"/>
            <a:ext cx="1182832" cy="1088105"/>
          </a:xfrm>
        </p:spPr>
        <p:txBody>
          <a:bodyPr/>
          <a:lstStyle/>
          <a:p>
            <a:endParaRPr lang="en-US"/>
          </a:p>
        </p:txBody>
      </p:sp>
      <p:sp>
        <p:nvSpPr>
          <p:cNvPr id="49" name="row 2 Picture Placeholder 3">
            <a:extLst>
              <a:ext uri="{FF2B5EF4-FFF2-40B4-BE49-F238E27FC236}">
                <a16:creationId xmlns:a16="http://schemas.microsoft.com/office/drawing/2014/main" id="{EFD6C08E-A520-2F29-E386-E6C25BFE1DC9}"/>
              </a:ext>
            </a:extLst>
          </p:cNvPr>
          <p:cNvSpPr>
            <a:spLocks noGrp="1"/>
          </p:cNvSpPr>
          <p:nvPr>
            <p:ph type="pic" sz="quarter" idx="28"/>
          </p:nvPr>
        </p:nvSpPr>
        <p:spPr>
          <a:xfrm>
            <a:off x="3421781" y="2645822"/>
            <a:ext cx="1182832" cy="1088105"/>
          </a:xfrm>
        </p:spPr>
        <p:txBody>
          <a:bodyPr/>
          <a:lstStyle/>
          <a:p>
            <a:endParaRPr lang="en-US"/>
          </a:p>
        </p:txBody>
      </p:sp>
      <p:sp>
        <p:nvSpPr>
          <p:cNvPr id="50" name="row 2 Picture Placeholder 4">
            <a:extLst>
              <a:ext uri="{FF2B5EF4-FFF2-40B4-BE49-F238E27FC236}">
                <a16:creationId xmlns:a16="http://schemas.microsoft.com/office/drawing/2014/main" id="{9E409B64-BE44-35A7-5522-CD1CA05D7F22}"/>
              </a:ext>
            </a:extLst>
          </p:cNvPr>
          <p:cNvSpPr>
            <a:spLocks noGrp="1"/>
          </p:cNvSpPr>
          <p:nvPr>
            <p:ph type="pic" sz="quarter" idx="29"/>
          </p:nvPr>
        </p:nvSpPr>
        <p:spPr>
          <a:xfrm>
            <a:off x="4814163" y="2645822"/>
            <a:ext cx="1182832" cy="1088105"/>
          </a:xfrm>
        </p:spPr>
        <p:txBody>
          <a:bodyPr/>
          <a:lstStyle/>
          <a:p>
            <a:endParaRPr lang="en-US"/>
          </a:p>
        </p:txBody>
      </p:sp>
      <p:sp>
        <p:nvSpPr>
          <p:cNvPr id="51" name="row 2 Picture Placeholder 5">
            <a:extLst>
              <a:ext uri="{FF2B5EF4-FFF2-40B4-BE49-F238E27FC236}">
                <a16:creationId xmlns:a16="http://schemas.microsoft.com/office/drawing/2014/main" id="{AD31BCC3-7CA0-F8E3-12BB-D29C067DB87A}"/>
              </a:ext>
            </a:extLst>
          </p:cNvPr>
          <p:cNvSpPr>
            <a:spLocks noGrp="1"/>
          </p:cNvSpPr>
          <p:nvPr>
            <p:ph type="pic" sz="quarter" idx="30"/>
          </p:nvPr>
        </p:nvSpPr>
        <p:spPr>
          <a:xfrm>
            <a:off x="6196154" y="2645822"/>
            <a:ext cx="1182832" cy="1088105"/>
          </a:xfrm>
        </p:spPr>
        <p:txBody>
          <a:bodyPr/>
          <a:lstStyle/>
          <a:p>
            <a:endParaRPr lang="en-US"/>
          </a:p>
        </p:txBody>
      </p:sp>
      <p:sp>
        <p:nvSpPr>
          <p:cNvPr id="52" name="row 2 Picture Placeholder 6">
            <a:extLst>
              <a:ext uri="{FF2B5EF4-FFF2-40B4-BE49-F238E27FC236}">
                <a16:creationId xmlns:a16="http://schemas.microsoft.com/office/drawing/2014/main" id="{04774E24-BE0E-4649-FF50-F6B3FEF0D6E6}"/>
              </a:ext>
            </a:extLst>
          </p:cNvPr>
          <p:cNvSpPr>
            <a:spLocks noGrp="1"/>
          </p:cNvSpPr>
          <p:nvPr>
            <p:ph type="pic" sz="quarter" idx="31"/>
          </p:nvPr>
        </p:nvSpPr>
        <p:spPr>
          <a:xfrm>
            <a:off x="7583340" y="2645822"/>
            <a:ext cx="1182832" cy="1088105"/>
          </a:xfrm>
        </p:spPr>
        <p:txBody>
          <a:bodyPr/>
          <a:lstStyle/>
          <a:p>
            <a:endParaRPr lang="en-US"/>
          </a:p>
        </p:txBody>
      </p:sp>
      <p:sp>
        <p:nvSpPr>
          <p:cNvPr id="53" name="row 2 Picture Placeholder 7">
            <a:extLst>
              <a:ext uri="{FF2B5EF4-FFF2-40B4-BE49-F238E27FC236}">
                <a16:creationId xmlns:a16="http://schemas.microsoft.com/office/drawing/2014/main" id="{45A8A087-E4BE-14C2-8362-83F49B8CAC12}"/>
              </a:ext>
            </a:extLst>
          </p:cNvPr>
          <p:cNvSpPr>
            <a:spLocks noGrp="1"/>
          </p:cNvSpPr>
          <p:nvPr>
            <p:ph type="pic" sz="quarter" idx="32"/>
          </p:nvPr>
        </p:nvSpPr>
        <p:spPr>
          <a:xfrm>
            <a:off x="8970527" y="2645822"/>
            <a:ext cx="1182832" cy="1088105"/>
          </a:xfrm>
        </p:spPr>
        <p:txBody>
          <a:bodyPr/>
          <a:lstStyle/>
          <a:p>
            <a:endParaRPr lang="en-US"/>
          </a:p>
        </p:txBody>
      </p:sp>
      <p:sp>
        <p:nvSpPr>
          <p:cNvPr id="54" name="row 2 Picture Placeholder 8">
            <a:extLst>
              <a:ext uri="{FF2B5EF4-FFF2-40B4-BE49-F238E27FC236}">
                <a16:creationId xmlns:a16="http://schemas.microsoft.com/office/drawing/2014/main" id="{A6980176-7120-F9D6-7B2A-01D8BD184D94}"/>
              </a:ext>
            </a:extLst>
          </p:cNvPr>
          <p:cNvSpPr>
            <a:spLocks noGrp="1"/>
          </p:cNvSpPr>
          <p:nvPr>
            <p:ph type="pic" sz="quarter" idx="33"/>
          </p:nvPr>
        </p:nvSpPr>
        <p:spPr>
          <a:xfrm>
            <a:off x="10357713" y="2645822"/>
            <a:ext cx="1182832" cy="1088105"/>
          </a:xfrm>
        </p:spPr>
        <p:txBody>
          <a:bodyPr/>
          <a:lstStyle/>
          <a:p>
            <a:endParaRPr lang="en-US"/>
          </a:p>
        </p:txBody>
      </p:sp>
      <p:sp>
        <p:nvSpPr>
          <p:cNvPr id="55" name="row 3 Picture Placeholder 1">
            <a:extLst>
              <a:ext uri="{FF2B5EF4-FFF2-40B4-BE49-F238E27FC236}">
                <a16:creationId xmlns:a16="http://schemas.microsoft.com/office/drawing/2014/main" id="{01052543-B91F-CF1D-C997-F32276004729}"/>
              </a:ext>
            </a:extLst>
          </p:cNvPr>
          <p:cNvSpPr>
            <a:spLocks noGrp="1"/>
          </p:cNvSpPr>
          <p:nvPr>
            <p:ph type="pic" sz="quarter" idx="34"/>
          </p:nvPr>
        </p:nvSpPr>
        <p:spPr>
          <a:xfrm>
            <a:off x="652604" y="3924554"/>
            <a:ext cx="1182832" cy="1088105"/>
          </a:xfrm>
        </p:spPr>
        <p:txBody>
          <a:bodyPr/>
          <a:lstStyle/>
          <a:p>
            <a:endParaRPr lang="en-US"/>
          </a:p>
        </p:txBody>
      </p:sp>
      <p:sp>
        <p:nvSpPr>
          <p:cNvPr id="56" name="row 3 Picture Placeholder 2">
            <a:extLst>
              <a:ext uri="{FF2B5EF4-FFF2-40B4-BE49-F238E27FC236}">
                <a16:creationId xmlns:a16="http://schemas.microsoft.com/office/drawing/2014/main" id="{70569A68-72F9-E2FE-E32D-819866ED0C35}"/>
              </a:ext>
            </a:extLst>
          </p:cNvPr>
          <p:cNvSpPr>
            <a:spLocks noGrp="1"/>
          </p:cNvSpPr>
          <p:nvPr>
            <p:ph type="pic" sz="quarter" idx="35"/>
          </p:nvPr>
        </p:nvSpPr>
        <p:spPr>
          <a:xfrm>
            <a:off x="2034595" y="3924554"/>
            <a:ext cx="1182832" cy="1088105"/>
          </a:xfrm>
        </p:spPr>
        <p:txBody>
          <a:bodyPr/>
          <a:lstStyle/>
          <a:p>
            <a:endParaRPr lang="en-US"/>
          </a:p>
        </p:txBody>
      </p:sp>
      <p:sp>
        <p:nvSpPr>
          <p:cNvPr id="57" name="row 3 Picture Placeholder 3">
            <a:extLst>
              <a:ext uri="{FF2B5EF4-FFF2-40B4-BE49-F238E27FC236}">
                <a16:creationId xmlns:a16="http://schemas.microsoft.com/office/drawing/2014/main" id="{D2BD4873-307A-6A42-64CF-510EDD057A88}"/>
              </a:ext>
            </a:extLst>
          </p:cNvPr>
          <p:cNvSpPr>
            <a:spLocks noGrp="1"/>
          </p:cNvSpPr>
          <p:nvPr>
            <p:ph type="pic" sz="quarter" idx="36"/>
          </p:nvPr>
        </p:nvSpPr>
        <p:spPr>
          <a:xfrm>
            <a:off x="3421781" y="3924554"/>
            <a:ext cx="1182832" cy="1088105"/>
          </a:xfrm>
        </p:spPr>
        <p:txBody>
          <a:bodyPr/>
          <a:lstStyle/>
          <a:p>
            <a:endParaRPr lang="en-US"/>
          </a:p>
        </p:txBody>
      </p:sp>
      <p:sp>
        <p:nvSpPr>
          <p:cNvPr id="58" name="row 3 Picture Placeholder 4">
            <a:extLst>
              <a:ext uri="{FF2B5EF4-FFF2-40B4-BE49-F238E27FC236}">
                <a16:creationId xmlns:a16="http://schemas.microsoft.com/office/drawing/2014/main" id="{654B3D41-F5AE-BC4D-CA7C-AE67AEE80F38}"/>
              </a:ext>
            </a:extLst>
          </p:cNvPr>
          <p:cNvSpPr>
            <a:spLocks noGrp="1"/>
          </p:cNvSpPr>
          <p:nvPr>
            <p:ph type="pic" sz="quarter" idx="37"/>
          </p:nvPr>
        </p:nvSpPr>
        <p:spPr>
          <a:xfrm>
            <a:off x="4814163" y="3924554"/>
            <a:ext cx="1182832" cy="1088105"/>
          </a:xfrm>
        </p:spPr>
        <p:txBody>
          <a:bodyPr/>
          <a:lstStyle/>
          <a:p>
            <a:endParaRPr lang="en-US"/>
          </a:p>
        </p:txBody>
      </p:sp>
      <p:sp>
        <p:nvSpPr>
          <p:cNvPr id="59" name="row 3 Picture Placeholder 5">
            <a:extLst>
              <a:ext uri="{FF2B5EF4-FFF2-40B4-BE49-F238E27FC236}">
                <a16:creationId xmlns:a16="http://schemas.microsoft.com/office/drawing/2014/main" id="{2049E2F9-304E-BEA6-C347-8BE731201E10}"/>
              </a:ext>
            </a:extLst>
          </p:cNvPr>
          <p:cNvSpPr>
            <a:spLocks noGrp="1"/>
          </p:cNvSpPr>
          <p:nvPr>
            <p:ph type="pic" sz="quarter" idx="38"/>
          </p:nvPr>
        </p:nvSpPr>
        <p:spPr>
          <a:xfrm>
            <a:off x="6196154" y="3924554"/>
            <a:ext cx="1182832" cy="1088105"/>
          </a:xfrm>
        </p:spPr>
        <p:txBody>
          <a:bodyPr/>
          <a:lstStyle/>
          <a:p>
            <a:endParaRPr lang="en-US"/>
          </a:p>
        </p:txBody>
      </p:sp>
      <p:sp>
        <p:nvSpPr>
          <p:cNvPr id="60" name="row 3 Picture Placeholder 6">
            <a:extLst>
              <a:ext uri="{FF2B5EF4-FFF2-40B4-BE49-F238E27FC236}">
                <a16:creationId xmlns:a16="http://schemas.microsoft.com/office/drawing/2014/main" id="{DA987F5A-D0BE-C880-0AB8-1EED29A441A8}"/>
              </a:ext>
            </a:extLst>
          </p:cNvPr>
          <p:cNvSpPr>
            <a:spLocks noGrp="1"/>
          </p:cNvSpPr>
          <p:nvPr>
            <p:ph type="pic" sz="quarter" idx="39"/>
          </p:nvPr>
        </p:nvSpPr>
        <p:spPr>
          <a:xfrm>
            <a:off x="7583340" y="3924554"/>
            <a:ext cx="1182832" cy="1088105"/>
          </a:xfrm>
        </p:spPr>
        <p:txBody>
          <a:bodyPr/>
          <a:lstStyle/>
          <a:p>
            <a:endParaRPr lang="en-US"/>
          </a:p>
        </p:txBody>
      </p:sp>
      <p:sp>
        <p:nvSpPr>
          <p:cNvPr id="61" name="row 3 Picture Placeholder 7">
            <a:extLst>
              <a:ext uri="{FF2B5EF4-FFF2-40B4-BE49-F238E27FC236}">
                <a16:creationId xmlns:a16="http://schemas.microsoft.com/office/drawing/2014/main" id="{9B4A1B9D-0A3A-2F81-8CED-F338B7A6E38C}"/>
              </a:ext>
            </a:extLst>
          </p:cNvPr>
          <p:cNvSpPr>
            <a:spLocks noGrp="1"/>
          </p:cNvSpPr>
          <p:nvPr>
            <p:ph type="pic" sz="quarter" idx="40"/>
          </p:nvPr>
        </p:nvSpPr>
        <p:spPr>
          <a:xfrm>
            <a:off x="8970527" y="3924554"/>
            <a:ext cx="1182832" cy="1088105"/>
          </a:xfrm>
        </p:spPr>
        <p:txBody>
          <a:bodyPr/>
          <a:lstStyle/>
          <a:p>
            <a:endParaRPr lang="en-US"/>
          </a:p>
        </p:txBody>
      </p:sp>
      <p:sp>
        <p:nvSpPr>
          <p:cNvPr id="62" name="row 3 Picture Placeholder 8">
            <a:extLst>
              <a:ext uri="{FF2B5EF4-FFF2-40B4-BE49-F238E27FC236}">
                <a16:creationId xmlns:a16="http://schemas.microsoft.com/office/drawing/2014/main" id="{6DF27D75-B058-220A-4405-64C938FF8FEA}"/>
              </a:ext>
            </a:extLst>
          </p:cNvPr>
          <p:cNvSpPr>
            <a:spLocks noGrp="1"/>
          </p:cNvSpPr>
          <p:nvPr>
            <p:ph type="pic" sz="quarter" idx="41"/>
          </p:nvPr>
        </p:nvSpPr>
        <p:spPr>
          <a:xfrm>
            <a:off x="10357713" y="3924554"/>
            <a:ext cx="1182832" cy="1088105"/>
          </a:xfrm>
        </p:spPr>
        <p:txBody>
          <a:bodyPr/>
          <a:lstStyle/>
          <a:p>
            <a:endParaRPr lang="en-US"/>
          </a:p>
        </p:txBody>
      </p:sp>
      <p:sp>
        <p:nvSpPr>
          <p:cNvPr id="63" name="row 4 Picture Placeholder 1">
            <a:extLst>
              <a:ext uri="{FF2B5EF4-FFF2-40B4-BE49-F238E27FC236}">
                <a16:creationId xmlns:a16="http://schemas.microsoft.com/office/drawing/2014/main" id="{BB6EB70A-D535-38CE-382E-56A416834C42}"/>
              </a:ext>
            </a:extLst>
          </p:cNvPr>
          <p:cNvSpPr>
            <a:spLocks noGrp="1"/>
          </p:cNvSpPr>
          <p:nvPr>
            <p:ph type="pic" sz="quarter" idx="42"/>
          </p:nvPr>
        </p:nvSpPr>
        <p:spPr>
          <a:xfrm>
            <a:off x="652604" y="5196141"/>
            <a:ext cx="1182832" cy="1088105"/>
          </a:xfrm>
        </p:spPr>
        <p:txBody>
          <a:bodyPr/>
          <a:lstStyle/>
          <a:p>
            <a:endParaRPr lang="en-US"/>
          </a:p>
        </p:txBody>
      </p:sp>
      <p:sp>
        <p:nvSpPr>
          <p:cNvPr id="64" name="row 4 Picture Placeholder 2">
            <a:extLst>
              <a:ext uri="{FF2B5EF4-FFF2-40B4-BE49-F238E27FC236}">
                <a16:creationId xmlns:a16="http://schemas.microsoft.com/office/drawing/2014/main" id="{F972114E-1368-BF87-A84F-E158424B35FA}"/>
              </a:ext>
            </a:extLst>
          </p:cNvPr>
          <p:cNvSpPr>
            <a:spLocks noGrp="1"/>
          </p:cNvSpPr>
          <p:nvPr>
            <p:ph type="pic" sz="quarter" idx="43"/>
          </p:nvPr>
        </p:nvSpPr>
        <p:spPr>
          <a:xfrm>
            <a:off x="2034595" y="5196141"/>
            <a:ext cx="1182832" cy="1088105"/>
          </a:xfrm>
        </p:spPr>
        <p:txBody>
          <a:bodyPr/>
          <a:lstStyle/>
          <a:p>
            <a:endParaRPr lang="en-US"/>
          </a:p>
        </p:txBody>
      </p:sp>
      <p:sp>
        <p:nvSpPr>
          <p:cNvPr id="65" name="row 4 Picture Placeholder 3">
            <a:extLst>
              <a:ext uri="{FF2B5EF4-FFF2-40B4-BE49-F238E27FC236}">
                <a16:creationId xmlns:a16="http://schemas.microsoft.com/office/drawing/2014/main" id="{278EFBC8-2747-F4D4-BC80-EDB3F561FDB4}"/>
              </a:ext>
            </a:extLst>
          </p:cNvPr>
          <p:cNvSpPr>
            <a:spLocks noGrp="1"/>
          </p:cNvSpPr>
          <p:nvPr>
            <p:ph type="pic" sz="quarter" idx="44"/>
          </p:nvPr>
        </p:nvSpPr>
        <p:spPr>
          <a:xfrm>
            <a:off x="3421781" y="5196141"/>
            <a:ext cx="1182832" cy="1088105"/>
          </a:xfrm>
        </p:spPr>
        <p:txBody>
          <a:bodyPr/>
          <a:lstStyle/>
          <a:p>
            <a:endParaRPr lang="en-US"/>
          </a:p>
        </p:txBody>
      </p:sp>
      <p:sp>
        <p:nvSpPr>
          <p:cNvPr id="66" name="row 4 Picture Placeholder 4">
            <a:extLst>
              <a:ext uri="{FF2B5EF4-FFF2-40B4-BE49-F238E27FC236}">
                <a16:creationId xmlns:a16="http://schemas.microsoft.com/office/drawing/2014/main" id="{937E185F-2AC1-06ED-C749-94E4BD3D1650}"/>
              </a:ext>
            </a:extLst>
          </p:cNvPr>
          <p:cNvSpPr>
            <a:spLocks noGrp="1"/>
          </p:cNvSpPr>
          <p:nvPr>
            <p:ph type="pic" sz="quarter" idx="45"/>
          </p:nvPr>
        </p:nvSpPr>
        <p:spPr>
          <a:xfrm>
            <a:off x="4814163" y="5196141"/>
            <a:ext cx="1182832" cy="1088105"/>
          </a:xfrm>
        </p:spPr>
        <p:txBody>
          <a:bodyPr/>
          <a:lstStyle/>
          <a:p>
            <a:endParaRPr lang="en-US"/>
          </a:p>
        </p:txBody>
      </p:sp>
      <p:sp>
        <p:nvSpPr>
          <p:cNvPr id="67" name="row 4 Picture Placeholder 5">
            <a:extLst>
              <a:ext uri="{FF2B5EF4-FFF2-40B4-BE49-F238E27FC236}">
                <a16:creationId xmlns:a16="http://schemas.microsoft.com/office/drawing/2014/main" id="{C1D6FD23-AD0E-00F8-F84E-0A75AD27C4FE}"/>
              </a:ext>
            </a:extLst>
          </p:cNvPr>
          <p:cNvSpPr>
            <a:spLocks noGrp="1"/>
          </p:cNvSpPr>
          <p:nvPr>
            <p:ph type="pic" sz="quarter" idx="46"/>
          </p:nvPr>
        </p:nvSpPr>
        <p:spPr>
          <a:xfrm>
            <a:off x="6196154" y="5196141"/>
            <a:ext cx="1182832" cy="1088105"/>
          </a:xfrm>
        </p:spPr>
        <p:txBody>
          <a:bodyPr/>
          <a:lstStyle/>
          <a:p>
            <a:endParaRPr lang="en-US"/>
          </a:p>
        </p:txBody>
      </p:sp>
      <p:sp>
        <p:nvSpPr>
          <p:cNvPr id="68" name="row 4 Picture Placeholder 6">
            <a:extLst>
              <a:ext uri="{FF2B5EF4-FFF2-40B4-BE49-F238E27FC236}">
                <a16:creationId xmlns:a16="http://schemas.microsoft.com/office/drawing/2014/main" id="{98E69D93-6780-2C21-235D-AD050AA6C84E}"/>
              </a:ext>
            </a:extLst>
          </p:cNvPr>
          <p:cNvSpPr>
            <a:spLocks noGrp="1"/>
          </p:cNvSpPr>
          <p:nvPr>
            <p:ph type="pic" sz="quarter" idx="47"/>
          </p:nvPr>
        </p:nvSpPr>
        <p:spPr>
          <a:xfrm>
            <a:off x="7583340" y="5196141"/>
            <a:ext cx="1182832" cy="1088105"/>
          </a:xfrm>
        </p:spPr>
        <p:txBody>
          <a:bodyPr/>
          <a:lstStyle/>
          <a:p>
            <a:endParaRPr lang="en-US"/>
          </a:p>
        </p:txBody>
      </p:sp>
      <p:sp>
        <p:nvSpPr>
          <p:cNvPr id="69" name="row 4 Picture Placeholder 7">
            <a:extLst>
              <a:ext uri="{FF2B5EF4-FFF2-40B4-BE49-F238E27FC236}">
                <a16:creationId xmlns:a16="http://schemas.microsoft.com/office/drawing/2014/main" id="{951CAB42-3A74-8C1A-33D9-B956194E62C9}"/>
              </a:ext>
            </a:extLst>
          </p:cNvPr>
          <p:cNvSpPr>
            <a:spLocks noGrp="1"/>
          </p:cNvSpPr>
          <p:nvPr>
            <p:ph type="pic" sz="quarter" idx="48"/>
          </p:nvPr>
        </p:nvSpPr>
        <p:spPr>
          <a:xfrm>
            <a:off x="8970527" y="5196141"/>
            <a:ext cx="1182832" cy="1088105"/>
          </a:xfrm>
        </p:spPr>
        <p:txBody>
          <a:bodyPr/>
          <a:lstStyle/>
          <a:p>
            <a:endParaRPr lang="en-US"/>
          </a:p>
        </p:txBody>
      </p:sp>
      <p:sp>
        <p:nvSpPr>
          <p:cNvPr id="70" name="row 4 Picture Placeholder 8">
            <a:extLst>
              <a:ext uri="{FF2B5EF4-FFF2-40B4-BE49-F238E27FC236}">
                <a16:creationId xmlns:a16="http://schemas.microsoft.com/office/drawing/2014/main" id="{840EF6F4-48B1-B7EA-5C60-0375F6CADFB9}"/>
              </a:ext>
            </a:extLst>
          </p:cNvPr>
          <p:cNvSpPr>
            <a:spLocks noGrp="1"/>
          </p:cNvSpPr>
          <p:nvPr>
            <p:ph type="pic" sz="quarter" idx="49"/>
          </p:nvPr>
        </p:nvSpPr>
        <p:spPr>
          <a:xfrm>
            <a:off x="10357713" y="5196141"/>
            <a:ext cx="1182832" cy="1088105"/>
          </a:xfrm>
        </p:spPr>
        <p:txBody>
          <a:bodyPr/>
          <a:lstStyle/>
          <a:p>
            <a:endParaRPr lang="en-US"/>
          </a:p>
        </p:txBody>
      </p:sp>
      <p:sp>
        <p:nvSpPr>
          <p:cNvPr id="4" name="Footer Placeholder 3">
            <a:extLst>
              <a:ext uri="{FF2B5EF4-FFF2-40B4-BE49-F238E27FC236}">
                <a16:creationId xmlns:a16="http://schemas.microsoft.com/office/drawing/2014/main" id="{181A3878-7BE0-2310-A612-86078B468989}"/>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FF64CF29-7F88-6F4B-09E2-25D36FC00EB9}"/>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7CA21AE2-4E9E-2DCA-4E42-C97521A8179D}"/>
              </a:ext>
            </a:extLst>
          </p:cNvPr>
          <p:cNvSpPr>
            <a:spLocks noGrp="1"/>
          </p:cNvSpPr>
          <p:nvPr>
            <p:ph type="dt" sz="half" idx="11"/>
          </p:nvPr>
        </p:nvSpPr>
        <p:spPr/>
        <p:txBody>
          <a:bodyPr/>
          <a:lstStyle/>
          <a:p>
            <a:fld id="{DBEFE4BD-2DFA-4609-895D-EFEF7C6E5A3C}" type="datetime1">
              <a:rPr lang="en-US" smtClean="0"/>
              <a:t>4/18/25</a:t>
            </a:fld>
            <a:endParaRPr lang="en-US"/>
          </a:p>
        </p:txBody>
      </p:sp>
    </p:spTree>
    <p:extLst>
      <p:ext uri="{BB962C8B-B14F-4D97-AF65-F5344CB8AC3E}">
        <p14:creationId xmlns:p14="http://schemas.microsoft.com/office/powerpoint/2010/main" val="71292245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ck - Bottom Graphic">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p:txBody>
          <a:bodyPr lIns="0" rIns="0"/>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2" name="Copyright">
            <a:extLst>
              <a:ext uri="{FF2B5EF4-FFF2-40B4-BE49-F238E27FC236}">
                <a16:creationId xmlns:a16="http://schemas.microsoft.com/office/drawing/2014/main" id="{076A1818-04ED-68DC-92C5-98A4DB6D6F8F}"/>
              </a:ext>
            </a:extLst>
          </p:cNvPr>
          <p:cNvSpPr txBox="1"/>
          <p:nvPr userDrawn="1"/>
        </p:nvSpPr>
        <p:spPr>
          <a:xfrm>
            <a:off x="10498770" y="6583680"/>
            <a:ext cx="1083630"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BEBEBE"/>
                </a:solidFill>
                <a:latin typeface="Adobe Clean" panose="020B0503020404020204" pitchFamily="34" charset="0"/>
              </a:rPr>
              <a:t>© 2025 Adobe. All Rights Reserved.</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A6AFD1D8-9BA5-4CA3-A987-D4ACB6D38028}" type="datetime1">
              <a:rPr lang="en-US" smtClean="0"/>
              <a:t>4/18/25</a:t>
            </a:fld>
            <a:endParaRPr lang="en-US"/>
          </a:p>
        </p:txBody>
      </p:sp>
    </p:spTree>
    <p:extLst>
      <p:ext uri="{BB962C8B-B14F-4D97-AF65-F5344CB8AC3E}">
        <p14:creationId xmlns:p14="http://schemas.microsoft.com/office/powerpoint/2010/main" val="2247703521"/>
      </p:ext>
    </p:extLst>
  </p:cSld>
  <p:clrMapOvr>
    <a:masterClrMapping/>
  </p:clrMapOvr>
  <p:transition spd="med"/>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ull Image with Thread">
    <p:spTree>
      <p:nvGrpSpPr>
        <p:cNvPr id="1" name=""/>
        <p:cNvGrpSpPr/>
        <p:nvPr/>
      </p:nvGrpSpPr>
      <p:grpSpPr>
        <a:xfrm>
          <a:off x="0" y="0"/>
          <a:ext cx="0" cy="0"/>
          <a:chOff x="0" y="0"/>
          <a:chExt cx="0" cy="0"/>
        </a:xfrm>
      </p:grpSpPr>
      <p:sp>
        <p:nvSpPr>
          <p:cNvPr id="6" name="Thread">
            <a:extLst>
              <a:ext uri="{FF2B5EF4-FFF2-40B4-BE49-F238E27FC236}">
                <a16:creationId xmlns:a16="http://schemas.microsoft.com/office/drawing/2014/main" id="{58DD8459-7A64-A5A2-A463-AE3780C871C4}"/>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128016" y="0"/>
            <a:ext cx="12063984" cy="6858000"/>
          </a:xfrm>
        </p:spPr>
        <p:txBody>
          <a:bodyPr/>
          <a:lstStyle/>
          <a:p>
            <a:endParaRPr lang="en-US"/>
          </a:p>
        </p:txBody>
      </p:sp>
    </p:spTree>
    <p:extLst>
      <p:ext uri="{BB962C8B-B14F-4D97-AF65-F5344CB8AC3E}">
        <p14:creationId xmlns:p14="http://schemas.microsoft.com/office/powerpoint/2010/main" val="329899858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Gray end slide">
    <p:bg>
      <p:bgPr>
        <a:solidFill>
          <a:srgbClr val="EB1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0452-9AFC-7317-960A-0CE6F680E61D}"/>
              </a:ext>
            </a:extLst>
          </p:cNvPr>
          <p:cNvSpPr>
            <a:spLocks noGrp="1"/>
          </p:cNvSpPr>
          <p:nvPr>
            <p:ph type="title"/>
          </p:nvPr>
        </p:nvSpPr>
        <p:spPr>
          <a:xfrm>
            <a:off x="609600" y="-1371600"/>
            <a:ext cx="10972800" cy="946389"/>
          </a:xfrm>
        </p:spPr>
        <p:txBody>
          <a:bodyPr/>
          <a:lstStyle/>
          <a:p>
            <a:r>
              <a:rPr lang="en-US"/>
              <a:t>Click to edit Master title style</a:t>
            </a:r>
          </a:p>
        </p:txBody>
      </p:sp>
      <p:pic>
        <p:nvPicPr>
          <p:cNvPr id="7" name="Picture 6" descr="A white letter o on a black background&#10;&#10;Description automatically generated">
            <a:extLst>
              <a:ext uri="{FF2B5EF4-FFF2-40B4-BE49-F238E27FC236}">
                <a16:creationId xmlns:a16="http://schemas.microsoft.com/office/drawing/2014/main" id="{E9BC6135-7D8D-B5DA-3E89-19048614E6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3642" y="2991905"/>
            <a:ext cx="3621024" cy="875081"/>
          </a:xfrm>
          <a:prstGeom prst="rect">
            <a:avLst/>
          </a:prstGeom>
        </p:spPr>
      </p:pic>
    </p:spTree>
    <p:extLst>
      <p:ext uri="{BB962C8B-B14F-4D97-AF65-F5344CB8AC3E}">
        <p14:creationId xmlns:p14="http://schemas.microsoft.com/office/powerpoint/2010/main" val="4205657662"/>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2" name="Title 1"/>
          <p:cNvSpPr>
            <a:spLocks noGrp="1"/>
          </p:cNvSpPr>
          <p:nvPr>
            <p:ph type="ctrTitle"/>
          </p:nvPr>
        </p:nvSpPr>
        <p:spPr>
          <a:xfrm>
            <a:off x="612648" y="265176"/>
            <a:ext cx="10972800" cy="950976"/>
          </a:xfrm>
        </p:spPr>
        <p:txBody>
          <a:bodyPr wrap="square" lIns="0" tIns="0" rIns="0" bIns="0" anchor="ctr" anchorCtr="0">
            <a:noAutofit/>
          </a:bodyPr>
          <a:lstStyle>
            <a:lvl1pPr>
              <a:defRPr lang="en-US" sz="3200" kern="1200" spc="-100" baseline="0" dirty="0">
                <a:solidFill>
                  <a:schemeClr val="tx1"/>
                </a:solidFill>
                <a:latin typeface="+mj-lt"/>
                <a:ea typeface="+mj-ea"/>
                <a:cs typeface="+mj-cs"/>
              </a:defRPr>
            </a:lvl1pPr>
          </a:lstStyle>
          <a:p>
            <a:r>
              <a:rPr lang="en-US"/>
              <a:t>Click to edit Master title style</a:t>
            </a:r>
          </a:p>
        </p:txBody>
      </p:sp>
      <p:sp>
        <p:nvSpPr>
          <p:cNvPr id="3" name="Table Placeholder 2">
            <a:extLst>
              <a:ext uri="{FF2B5EF4-FFF2-40B4-BE49-F238E27FC236}">
                <a16:creationId xmlns:a16="http://schemas.microsoft.com/office/drawing/2014/main" id="{59631ABC-0F20-4732-9A2E-F2D10704DBFA}"/>
              </a:ext>
            </a:extLst>
          </p:cNvPr>
          <p:cNvSpPr>
            <a:spLocks noGrp="1"/>
          </p:cNvSpPr>
          <p:nvPr>
            <p:ph type="tbl" sz="quarter" idx="10"/>
          </p:nvPr>
        </p:nvSpPr>
        <p:spPr>
          <a:xfrm>
            <a:off x="609600" y="1576873"/>
            <a:ext cx="10972800" cy="4504354"/>
          </a:xfrm>
        </p:spPr>
        <p:txBody>
          <a:bodyPr lIns="0" tIns="0" rIns="0" bIns="0"/>
          <a:lstStyle>
            <a:lvl1pPr>
              <a:defRPr>
                <a:latin typeface="+mn-lt"/>
              </a:defRPr>
            </a:lvl1pPr>
          </a:lstStyle>
          <a:p>
            <a:endParaRPr lang="en-US"/>
          </a:p>
        </p:txBody>
      </p:sp>
      <p:sp>
        <p:nvSpPr>
          <p:cNvPr id="4" name="Footer Placeholder 3">
            <a:extLst>
              <a:ext uri="{FF2B5EF4-FFF2-40B4-BE49-F238E27FC236}">
                <a16:creationId xmlns:a16="http://schemas.microsoft.com/office/drawing/2014/main" id="{731D6601-D56B-2A71-FB4D-43D7BD60483A}"/>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8DAE4452-EFBC-927D-A192-3B5CAD318E1B}"/>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2" name="Date Placeholder 1">
            <a:extLst>
              <a:ext uri="{FF2B5EF4-FFF2-40B4-BE49-F238E27FC236}">
                <a16:creationId xmlns:a16="http://schemas.microsoft.com/office/drawing/2014/main" id="{1B7E59D4-EB98-505F-A399-102776DA747E}"/>
              </a:ext>
            </a:extLst>
          </p:cNvPr>
          <p:cNvSpPr>
            <a:spLocks noGrp="1"/>
          </p:cNvSpPr>
          <p:nvPr>
            <p:ph type="dt" sz="half" idx="11"/>
          </p:nvPr>
        </p:nvSpPr>
        <p:spPr/>
        <p:txBody>
          <a:bodyPr/>
          <a:lstStyle/>
          <a:p>
            <a:fld id="{30169271-AB45-4F94-B977-1C39D03C236C}" type="datetime1">
              <a:rPr lang="en-US" smtClean="0"/>
              <a:t>4/18/25</a:t>
            </a:fld>
            <a:endParaRPr lang="en-US"/>
          </a:p>
        </p:txBody>
      </p:sp>
    </p:spTree>
    <p:extLst>
      <p:ext uri="{BB962C8B-B14F-4D97-AF65-F5344CB8AC3E}">
        <p14:creationId xmlns:p14="http://schemas.microsoft.com/office/powerpoint/2010/main" val="351738186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557CE-52E6-1FB8-260F-4B9972B7C98C}"/>
              </a:ext>
            </a:extLst>
          </p:cNvPr>
          <p:cNvSpPr>
            <a:spLocks noGrp="1"/>
          </p:cNvSpPr>
          <p:nvPr>
            <p:ph type="title"/>
          </p:nvPr>
        </p:nvSpPr>
        <p:spPr>
          <a:xfrm>
            <a:off x="609600" y="264085"/>
            <a:ext cx="10972800" cy="946389"/>
          </a:xfrm>
          <a:prstGeom prst="rect">
            <a:avLst/>
          </a:prstGeom>
        </p:spPr>
        <p:txBody>
          <a:bodyPr vert="horz" lIns="0" tIns="45720" rIns="0" bIns="45720" rtlCol="0" anchor="ctr"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207D5854-D623-623A-F51E-6C503DDDB9F4}"/>
              </a:ext>
            </a:extLst>
          </p:cNvPr>
          <p:cNvSpPr>
            <a:spLocks noGrp="1"/>
          </p:cNvSpPr>
          <p:nvPr>
            <p:ph type="body" idx="1"/>
          </p:nvPr>
        </p:nvSpPr>
        <p:spPr>
          <a:xfrm>
            <a:off x="609600" y="1334324"/>
            <a:ext cx="10972800" cy="4990276"/>
          </a:xfrm>
          <a:prstGeom prst="rect">
            <a:avLst/>
          </a:prstGeom>
        </p:spPr>
        <p:txBody>
          <a:bodyPr vert="horz" lIns="0" tIns="45720" rIns="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CF744D4F-1B98-83B7-DAEA-EBD830B4D85D}"/>
              </a:ext>
            </a:extLst>
          </p:cNvPr>
          <p:cNvSpPr>
            <a:spLocks noGrp="1"/>
          </p:cNvSpPr>
          <p:nvPr>
            <p:ph type="ftr" sz="quarter" idx="3"/>
          </p:nvPr>
        </p:nvSpPr>
        <p:spPr>
          <a:xfrm>
            <a:off x="1645920" y="6583680"/>
            <a:ext cx="7844778" cy="91440"/>
          </a:xfrm>
          <a:prstGeom prst="rect">
            <a:avLst/>
          </a:prstGeom>
        </p:spPr>
        <p:txBody>
          <a:bodyPr vert="horz" wrap="none" lIns="0" tIns="0" rIns="0" bIns="0" rtlCol="0" anchor="t" anchorCtr="0"/>
          <a:lstStyle>
            <a:lvl1pPr algn="l">
              <a:defRPr sz="600">
                <a:solidFill>
                  <a:srgbClr val="191919"/>
                </a:solidFill>
              </a:defRPr>
            </a:lvl1pPr>
          </a:lstStyle>
          <a:p>
            <a:endParaRPr lang="en-US"/>
          </a:p>
        </p:txBody>
      </p:sp>
      <p:sp>
        <p:nvSpPr>
          <p:cNvPr id="25" name="Copyright">
            <a:extLst>
              <a:ext uri="{FF2B5EF4-FFF2-40B4-BE49-F238E27FC236}">
                <a16:creationId xmlns:a16="http://schemas.microsoft.com/office/drawing/2014/main" id="{F00605C0-ED67-6D23-4441-6A67F9B2E445}"/>
              </a:ext>
            </a:extLst>
          </p:cNvPr>
          <p:cNvSpPr txBox="1"/>
          <p:nvPr userDrawn="1"/>
        </p:nvSpPr>
        <p:spPr>
          <a:xfrm>
            <a:off x="10498770" y="6583680"/>
            <a:ext cx="1083630"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dirty="0">
                <a:solidFill>
                  <a:srgbClr val="191919"/>
                </a:solidFill>
                <a:latin typeface="Adobe Clean" panose="020B0503020404020204" pitchFamily="34" charset="0"/>
              </a:rPr>
              <a:t>© 2025 Adobe. All Rights Reserved.</a:t>
            </a:r>
          </a:p>
        </p:txBody>
      </p:sp>
      <p:sp>
        <p:nvSpPr>
          <p:cNvPr id="6" name="Slide Number Placeholder 5">
            <a:extLst>
              <a:ext uri="{FF2B5EF4-FFF2-40B4-BE49-F238E27FC236}">
                <a16:creationId xmlns:a16="http://schemas.microsoft.com/office/drawing/2014/main" id="{83E5B87A-A7CF-09CF-30ED-83C44A71A0E8}"/>
              </a:ext>
            </a:extLst>
          </p:cNvPr>
          <p:cNvSpPr>
            <a:spLocks noGrp="1"/>
          </p:cNvSpPr>
          <p:nvPr>
            <p:ph type="sldNum" sz="quarter" idx="4"/>
          </p:nvPr>
        </p:nvSpPr>
        <p:spPr>
          <a:xfrm>
            <a:off x="11842316" y="6583680"/>
            <a:ext cx="89768" cy="92333"/>
          </a:xfrm>
          <a:prstGeom prst="rect">
            <a:avLst/>
          </a:prstGeom>
        </p:spPr>
        <p:txBody>
          <a:bodyPr wrap="none" lIns="0" tIns="0" rIns="0" bIns="0">
            <a:spAutoFit/>
          </a:bodyPr>
          <a:lstStyle>
            <a:lvl1pPr>
              <a:defRPr lang="en-US" sz="600" baseline="0" smtClean="0">
                <a:solidFill>
                  <a:srgbClr val="191919"/>
                </a:solidFill>
                <a:latin typeface="Adobe Clean" panose="020B0503020404020204" pitchFamily="34" charset="0"/>
              </a:defRPr>
            </a:lvl1pPr>
          </a:lstStyle>
          <a:p>
            <a:pPr algn="r"/>
            <a:fld id="{DEC9D0C1-7FBA-40E3-98AB-77B8E8CCE3DF}" type="slidenum">
              <a:rPr lang="en-US" smtClean="0"/>
              <a:pPr algn="r"/>
              <a:t>‹#›</a:t>
            </a:fld>
            <a:endParaRPr lang="en-US"/>
          </a:p>
        </p:txBody>
      </p:sp>
      <p:sp>
        <p:nvSpPr>
          <p:cNvPr id="4" name="Date Placeholder 3">
            <a:extLst>
              <a:ext uri="{FF2B5EF4-FFF2-40B4-BE49-F238E27FC236}">
                <a16:creationId xmlns:a16="http://schemas.microsoft.com/office/drawing/2014/main" id="{7DFD8D59-8A23-698A-D678-69D2440DB509}"/>
              </a:ext>
            </a:extLst>
          </p:cNvPr>
          <p:cNvSpPr>
            <a:spLocks noGrp="1"/>
          </p:cNvSpPr>
          <p:nvPr>
            <p:ph type="dt" sz="half" idx="2"/>
          </p:nvPr>
        </p:nvSpPr>
        <p:spPr>
          <a:xfrm>
            <a:off x="-1" y="7035913"/>
            <a:ext cx="355867" cy="107722"/>
          </a:xfrm>
          <a:prstGeom prst="rect">
            <a:avLst/>
          </a:prstGeom>
        </p:spPr>
        <p:txBody>
          <a:bodyPr vert="horz" wrap="none" lIns="0" tIns="0" rIns="0" bIns="0" rtlCol="0" anchor="ctr">
            <a:spAutoFit/>
          </a:bodyPr>
          <a:lstStyle>
            <a:lvl1pPr algn="l">
              <a:defRPr sz="700">
                <a:solidFill>
                  <a:schemeClr val="tx1">
                    <a:tint val="75000"/>
                  </a:schemeClr>
                </a:solidFill>
              </a:defRPr>
            </a:lvl1pPr>
          </a:lstStyle>
          <a:p>
            <a:fld id="{30169271-AB45-4F94-B977-1C39D03C236C}" type="datetime1">
              <a:rPr lang="en-US" smtClean="0"/>
              <a:t>4/18/25</a:t>
            </a:fld>
            <a:endParaRPr lang="en-US"/>
          </a:p>
        </p:txBody>
      </p:sp>
      <p:sp>
        <p:nvSpPr>
          <p:cNvPr id="9" name="1/4">
            <a:extLst>
              <a:ext uri="{FF2B5EF4-FFF2-40B4-BE49-F238E27FC236}">
                <a16:creationId xmlns:a16="http://schemas.microsoft.com/office/drawing/2014/main" id="{791B36FE-59D2-67F8-88FF-8BCBCAA1B94A}"/>
              </a:ext>
              <a:ext uri="{C183D7F6-B498-43B3-948B-1728B52AA6E4}">
                <adec:decorative xmlns:adec="http://schemas.microsoft.com/office/drawing/2017/decorative" val="1"/>
              </a:ext>
            </a:extLst>
          </p:cNvPr>
          <p:cNvSpPr txBox="1"/>
          <p:nvPr userDrawn="1"/>
        </p:nvSpPr>
        <p:spPr>
          <a:xfrm>
            <a:off x="3264969" y="-563502"/>
            <a:ext cx="163507" cy="153888"/>
          </a:xfrm>
          <a:prstGeom prst="rect">
            <a:avLst/>
          </a:prstGeom>
          <a:noFill/>
        </p:spPr>
        <p:txBody>
          <a:bodyPr wrap="square" lIns="0" tIns="0" rIns="0" bIns="0" rtlCol="0">
            <a:spAutoFit/>
          </a:bodyPr>
          <a:lstStyle/>
          <a:p>
            <a:pPr algn="ctr"/>
            <a:r>
              <a:rPr lang="en-US" sz="1000">
                <a:solidFill>
                  <a:schemeClr val="accent2">
                    <a:lumMod val="60000"/>
                    <a:lumOff val="40000"/>
                  </a:schemeClr>
                </a:solidFill>
                <a:latin typeface="+mj-lt"/>
              </a:rPr>
              <a:t>1/4</a:t>
            </a:r>
          </a:p>
        </p:txBody>
      </p:sp>
      <p:sp>
        <p:nvSpPr>
          <p:cNvPr id="10" name="2/4">
            <a:extLst>
              <a:ext uri="{FF2B5EF4-FFF2-40B4-BE49-F238E27FC236}">
                <a16:creationId xmlns:a16="http://schemas.microsoft.com/office/drawing/2014/main" id="{1D453459-F362-B9CD-880F-8901A7543B45}"/>
              </a:ext>
              <a:ext uri="{C183D7F6-B498-43B3-948B-1728B52AA6E4}">
                <adec:decorative xmlns:adec="http://schemas.microsoft.com/office/drawing/2017/decorative" val="1"/>
              </a:ext>
            </a:extLst>
          </p:cNvPr>
          <p:cNvSpPr txBox="1"/>
          <p:nvPr userDrawn="1"/>
        </p:nvSpPr>
        <p:spPr>
          <a:xfrm>
            <a:off x="6004629" y="-563502"/>
            <a:ext cx="182742"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2/4</a:t>
            </a:r>
          </a:p>
        </p:txBody>
      </p:sp>
      <p:sp>
        <p:nvSpPr>
          <p:cNvPr id="11" name="3/4">
            <a:extLst>
              <a:ext uri="{FF2B5EF4-FFF2-40B4-BE49-F238E27FC236}">
                <a16:creationId xmlns:a16="http://schemas.microsoft.com/office/drawing/2014/main" id="{8E72AC89-911C-7E96-6D33-BAF9B0DBE03B}"/>
              </a:ext>
              <a:ext uri="{C183D7F6-B498-43B3-948B-1728B52AA6E4}">
                <adec:decorative xmlns:adec="http://schemas.microsoft.com/office/drawing/2017/decorative" val="1"/>
              </a:ext>
            </a:extLst>
          </p:cNvPr>
          <p:cNvSpPr txBox="1"/>
          <p:nvPr userDrawn="1"/>
        </p:nvSpPr>
        <p:spPr>
          <a:xfrm>
            <a:off x="8745241" y="-563502"/>
            <a:ext cx="184346"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3/4</a:t>
            </a:r>
          </a:p>
        </p:txBody>
      </p:sp>
      <p:cxnSp>
        <p:nvCxnSpPr>
          <p:cNvPr id="12" name="2/3 arrow">
            <a:extLst>
              <a:ext uri="{FF2B5EF4-FFF2-40B4-BE49-F238E27FC236}">
                <a16:creationId xmlns:a16="http://schemas.microsoft.com/office/drawing/2014/main" id="{425FBE88-470E-60C6-8016-0453814D1C32}"/>
              </a:ext>
              <a:ext uri="{C183D7F6-B498-43B3-948B-1728B52AA6E4}">
                <adec:decorative xmlns:adec="http://schemas.microsoft.com/office/drawing/2017/decorative" val="1"/>
              </a:ext>
            </a:extLst>
          </p:cNvPr>
          <p:cNvCxnSpPr>
            <a:cxnSpLocks/>
          </p:cNvCxnSpPr>
          <p:nvPr userDrawn="1"/>
        </p:nvCxnSpPr>
        <p:spPr>
          <a:xfrm>
            <a:off x="7923212" y="-336411"/>
            <a:ext cx="0" cy="236135"/>
          </a:xfrm>
          <a:prstGeom prst="line">
            <a:avLst/>
          </a:prstGeom>
          <a:ln w="12700">
            <a:solidFill>
              <a:srgbClr val="C8C1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 name="1/3 arrow">
            <a:extLst>
              <a:ext uri="{FF2B5EF4-FFF2-40B4-BE49-F238E27FC236}">
                <a16:creationId xmlns:a16="http://schemas.microsoft.com/office/drawing/2014/main" id="{B121034D-56B4-850B-095F-50226D1D6260}"/>
              </a:ext>
              <a:ext uri="{C183D7F6-B498-43B3-948B-1728B52AA6E4}">
                <adec:decorative xmlns:adec="http://schemas.microsoft.com/office/drawing/2017/decorative" val="1"/>
              </a:ext>
            </a:extLst>
          </p:cNvPr>
          <p:cNvCxnSpPr>
            <a:cxnSpLocks/>
          </p:cNvCxnSpPr>
          <p:nvPr userDrawn="1"/>
        </p:nvCxnSpPr>
        <p:spPr>
          <a:xfrm>
            <a:off x="4266406" y="-336411"/>
            <a:ext cx="0" cy="236135"/>
          </a:xfrm>
          <a:prstGeom prst="line">
            <a:avLst/>
          </a:prstGeom>
          <a:ln w="12700">
            <a:solidFill>
              <a:srgbClr val="C8C1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4" name="2/3">
            <a:extLst>
              <a:ext uri="{FF2B5EF4-FFF2-40B4-BE49-F238E27FC236}">
                <a16:creationId xmlns:a16="http://schemas.microsoft.com/office/drawing/2014/main" id="{FC5A2A21-4D76-D3E5-F47D-FAAEDEFAE6F2}"/>
              </a:ext>
              <a:ext uri="{C183D7F6-B498-43B3-948B-1728B52AA6E4}">
                <adec:decorative xmlns:adec="http://schemas.microsoft.com/office/drawing/2017/decorative" val="1"/>
              </a:ext>
            </a:extLst>
          </p:cNvPr>
          <p:cNvSpPr txBox="1"/>
          <p:nvPr userDrawn="1"/>
        </p:nvSpPr>
        <p:spPr>
          <a:xfrm>
            <a:off x="7834245" y="-563502"/>
            <a:ext cx="177934" cy="153888"/>
          </a:xfrm>
          <a:prstGeom prst="rect">
            <a:avLst/>
          </a:prstGeom>
          <a:noFill/>
        </p:spPr>
        <p:txBody>
          <a:bodyPr wrap="none" lIns="0" tIns="0" rIns="0" bIns="0" rtlCol="0">
            <a:spAutoFit/>
          </a:bodyPr>
          <a:lstStyle/>
          <a:p>
            <a:pPr algn="ctr"/>
            <a:r>
              <a:rPr lang="en-US" sz="1000">
                <a:solidFill>
                  <a:srgbClr val="A185B6"/>
                </a:solidFill>
                <a:latin typeface="+mj-lt"/>
              </a:rPr>
              <a:t>2/3</a:t>
            </a:r>
          </a:p>
        </p:txBody>
      </p:sp>
      <p:sp>
        <p:nvSpPr>
          <p:cNvPr id="15" name="1/3">
            <a:extLst>
              <a:ext uri="{FF2B5EF4-FFF2-40B4-BE49-F238E27FC236}">
                <a16:creationId xmlns:a16="http://schemas.microsoft.com/office/drawing/2014/main" id="{31DF4110-6679-C48B-A68B-23CCE2DC7192}"/>
              </a:ext>
              <a:ext uri="{C183D7F6-B498-43B3-948B-1728B52AA6E4}">
                <adec:decorative xmlns:adec="http://schemas.microsoft.com/office/drawing/2017/decorative" val="1"/>
              </a:ext>
            </a:extLst>
          </p:cNvPr>
          <p:cNvSpPr txBox="1"/>
          <p:nvPr userDrawn="1"/>
        </p:nvSpPr>
        <p:spPr>
          <a:xfrm>
            <a:off x="4194051" y="-563502"/>
            <a:ext cx="158698" cy="153888"/>
          </a:xfrm>
          <a:prstGeom prst="rect">
            <a:avLst/>
          </a:prstGeom>
          <a:noFill/>
        </p:spPr>
        <p:txBody>
          <a:bodyPr wrap="none" lIns="0" tIns="0" rIns="0" bIns="0" rtlCol="0">
            <a:spAutoFit/>
          </a:bodyPr>
          <a:lstStyle/>
          <a:p>
            <a:pPr algn="ctr"/>
            <a:r>
              <a:rPr lang="en-US" sz="1000">
                <a:solidFill>
                  <a:srgbClr val="A185B6"/>
                </a:solidFill>
                <a:latin typeface="+mj-lt"/>
              </a:rPr>
              <a:t>1/3</a:t>
            </a:r>
          </a:p>
        </p:txBody>
      </p:sp>
      <p:cxnSp>
        <p:nvCxnSpPr>
          <p:cNvPr id="16" name="1/4 arrow">
            <a:extLst>
              <a:ext uri="{FF2B5EF4-FFF2-40B4-BE49-F238E27FC236}">
                <a16:creationId xmlns:a16="http://schemas.microsoft.com/office/drawing/2014/main" id="{654E8F9D-6C4E-05DA-FE73-546CD08C5B57}"/>
              </a:ext>
              <a:ext uri="{C183D7F6-B498-43B3-948B-1728B52AA6E4}">
                <adec:decorative xmlns:adec="http://schemas.microsoft.com/office/drawing/2017/decorative" val="1"/>
              </a:ext>
            </a:extLst>
          </p:cNvPr>
          <p:cNvCxnSpPr>
            <a:cxnSpLocks/>
          </p:cNvCxnSpPr>
          <p:nvPr userDrawn="1"/>
        </p:nvCxnSpPr>
        <p:spPr>
          <a:xfrm>
            <a:off x="3352205"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7" name="2/4 arrow">
            <a:extLst>
              <a:ext uri="{FF2B5EF4-FFF2-40B4-BE49-F238E27FC236}">
                <a16:creationId xmlns:a16="http://schemas.microsoft.com/office/drawing/2014/main" id="{DA346B2B-DF35-381D-9BDC-1CDA53FCF74A}"/>
              </a:ext>
              <a:ext uri="{C183D7F6-B498-43B3-948B-1728B52AA6E4}">
                <adec:decorative xmlns:adec="http://schemas.microsoft.com/office/drawing/2017/decorative" val="1"/>
              </a:ext>
            </a:extLst>
          </p:cNvPr>
          <p:cNvCxnSpPr>
            <a:cxnSpLocks/>
          </p:cNvCxnSpPr>
          <p:nvPr userDrawn="1"/>
        </p:nvCxnSpPr>
        <p:spPr>
          <a:xfrm>
            <a:off x="6096000"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8" name="3/4 arrow">
            <a:extLst>
              <a:ext uri="{FF2B5EF4-FFF2-40B4-BE49-F238E27FC236}">
                <a16:creationId xmlns:a16="http://schemas.microsoft.com/office/drawing/2014/main" id="{79D2891A-8FC3-A6BB-6113-BF32856BCF47}"/>
              </a:ext>
              <a:ext uri="{C183D7F6-B498-43B3-948B-1728B52AA6E4}">
                <adec:decorative xmlns:adec="http://schemas.microsoft.com/office/drawing/2017/decorative" val="1"/>
              </a:ext>
            </a:extLst>
          </p:cNvPr>
          <p:cNvCxnSpPr>
            <a:cxnSpLocks/>
          </p:cNvCxnSpPr>
          <p:nvPr userDrawn="1"/>
        </p:nvCxnSpPr>
        <p:spPr>
          <a:xfrm>
            <a:off x="8837414"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9" name="Grid Instrux">
            <a:extLst>
              <a:ext uri="{FF2B5EF4-FFF2-40B4-BE49-F238E27FC236}">
                <a16:creationId xmlns:a16="http://schemas.microsoft.com/office/drawing/2014/main" id="{02CAB0F6-BA9D-DC91-B680-B8B29A069DD5}"/>
              </a:ext>
              <a:ext uri="{C183D7F6-B498-43B3-948B-1728B52AA6E4}">
                <adec:decorative xmlns:adec="http://schemas.microsoft.com/office/drawing/2017/decorative" val="1"/>
              </a:ext>
            </a:extLst>
          </p:cNvPr>
          <p:cNvSpPr txBox="1"/>
          <p:nvPr userDrawn="1"/>
        </p:nvSpPr>
        <p:spPr>
          <a:xfrm>
            <a:off x="1157679" y="-549443"/>
            <a:ext cx="1764907" cy="369332"/>
          </a:xfrm>
          <a:prstGeom prst="rect">
            <a:avLst/>
          </a:prstGeom>
          <a:noFill/>
        </p:spPr>
        <p:txBody>
          <a:bodyPr wrap="none" lIns="0" tIns="0" rIns="0" bIns="0" rtlCol="0">
            <a:spAutoFit/>
          </a:bodyPr>
          <a:lstStyle/>
          <a:p>
            <a:pPr algn="l"/>
            <a:r>
              <a:rPr lang="en-US" sz="800">
                <a:solidFill>
                  <a:schemeClr val="bg1">
                    <a:lumMod val="65000"/>
                  </a:schemeClr>
                </a:solidFill>
                <a:latin typeface="+mj-lt"/>
              </a:rPr>
              <a:t>Turn on Guides to see the custom grid.</a:t>
            </a:r>
            <a:br>
              <a:rPr lang="en-US" sz="800">
                <a:solidFill>
                  <a:schemeClr val="bg1">
                    <a:lumMod val="65000"/>
                  </a:schemeClr>
                </a:solidFill>
                <a:latin typeface="+mj-lt"/>
              </a:rPr>
            </a:br>
            <a:r>
              <a:rPr lang="en-US" sz="800">
                <a:solidFill>
                  <a:schemeClr val="bg1">
                    <a:lumMod val="65000"/>
                  </a:schemeClr>
                </a:solidFill>
                <a:latin typeface="+mn-lt"/>
              </a:rPr>
              <a:t>Mac: Control-option-command-G</a:t>
            </a:r>
            <a:br>
              <a:rPr lang="en-US" sz="800">
                <a:solidFill>
                  <a:schemeClr val="bg1">
                    <a:lumMod val="65000"/>
                  </a:schemeClr>
                </a:solidFill>
                <a:latin typeface="+mn-lt"/>
              </a:rPr>
            </a:br>
            <a:r>
              <a:rPr lang="en-US" sz="800">
                <a:solidFill>
                  <a:schemeClr val="bg1">
                    <a:lumMod val="65000"/>
                  </a:schemeClr>
                </a:solidFill>
                <a:latin typeface="+mn-lt"/>
              </a:rPr>
              <a:t>Win: Alt-F9 (or Alt-Fn-F9 on some laptops)</a:t>
            </a:r>
          </a:p>
        </p:txBody>
      </p:sp>
      <p:sp>
        <p:nvSpPr>
          <p:cNvPr id="7" name="Thread">
            <a:extLst>
              <a:ext uri="{FF2B5EF4-FFF2-40B4-BE49-F238E27FC236}">
                <a16:creationId xmlns:a16="http://schemas.microsoft.com/office/drawing/2014/main" id="{85D60DD5-372A-259D-1420-29F0B57C16CA}"/>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1/4">
            <a:extLst>
              <a:ext uri="{FF2B5EF4-FFF2-40B4-BE49-F238E27FC236}">
                <a16:creationId xmlns:a16="http://schemas.microsoft.com/office/drawing/2014/main" id="{424377ED-B64A-B4C7-0B71-A4CF8A90AED7}"/>
              </a:ext>
              <a:ext uri="{C183D7F6-B498-43B3-948B-1728B52AA6E4}">
                <adec:decorative xmlns:adec="http://schemas.microsoft.com/office/drawing/2017/decorative" val="1"/>
              </a:ext>
            </a:extLst>
          </p:cNvPr>
          <p:cNvSpPr txBox="1"/>
          <p:nvPr userDrawn="1"/>
        </p:nvSpPr>
        <p:spPr>
          <a:xfrm>
            <a:off x="12576881" y="2509117"/>
            <a:ext cx="163507"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1/4</a:t>
            </a:r>
          </a:p>
        </p:txBody>
      </p:sp>
      <p:sp>
        <p:nvSpPr>
          <p:cNvPr id="33" name="2/4">
            <a:extLst>
              <a:ext uri="{FF2B5EF4-FFF2-40B4-BE49-F238E27FC236}">
                <a16:creationId xmlns:a16="http://schemas.microsoft.com/office/drawing/2014/main" id="{51F3C041-8ED9-0DA6-BEAB-D9FCBAB6CCFF}"/>
              </a:ext>
              <a:ext uri="{C183D7F6-B498-43B3-948B-1728B52AA6E4}">
                <adec:decorative xmlns:adec="http://schemas.microsoft.com/office/drawing/2017/decorative" val="1"/>
              </a:ext>
            </a:extLst>
          </p:cNvPr>
          <p:cNvSpPr txBox="1"/>
          <p:nvPr userDrawn="1"/>
        </p:nvSpPr>
        <p:spPr>
          <a:xfrm>
            <a:off x="12586321" y="3754563"/>
            <a:ext cx="182742" cy="153888"/>
          </a:xfrm>
          <a:prstGeom prst="rect">
            <a:avLst/>
          </a:prstGeom>
          <a:noFill/>
        </p:spPr>
        <p:txBody>
          <a:bodyPr wrap="square" lIns="0" tIns="0" rIns="0" bIns="0" rtlCol="0">
            <a:spAutoFit/>
          </a:bodyPr>
          <a:lstStyle/>
          <a:p>
            <a:pPr algn="ctr"/>
            <a:r>
              <a:rPr lang="en-US" sz="1000">
                <a:solidFill>
                  <a:schemeClr val="accent2">
                    <a:lumMod val="60000"/>
                    <a:lumOff val="40000"/>
                  </a:schemeClr>
                </a:solidFill>
                <a:latin typeface="+mj-lt"/>
              </a:rPr>
              <a:t>2/4</a:t>
            </a:r>
          </a:p>
        </p:txBody>
      </p:sp>
      <p:sp>
        <p:nvSpPr>
          <p:cNvPr id="34" name="3/4">
            <a:extLst>
              <a:ext uri="{FF2B5EF4-FFF2-40B4-BE49-F238E27FC236}">
                <a16:creationId xmlns:a16="http://schemas.microsoft.com/office/drawing/2014/main" id="{F2D0D8E2-527A-4BB8-6B7E-6D57BEB7FA78}"/>
              </a:ext>
              <a:ext uri="{C183D7F6-B498-43B3-948B-1728B52AA6E4}">
                <adec:decorative xmlns:adec="http://schemas.microsoft.com/office/drawing/2017/decorative" val="1"/>
              </a:ext>
            </a:extLst>
          </p:cNvPr>
          <p:cNvSpPr txBox="1"/>
          <p:nvPr userDrawn="1"/>
        </p:nvSpPr>
        <p:spPr>
          <a:xfrm>
            <a:off x="12644053" y="4987532"/>
            <a:ext cx="184346"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3/4</a:t>
            </a:r>
          </a:p>
        </p:txBody>
      </p:sp>
      <p:cxnSp>
        <p:nvCxnSpPr>
          <p:cNvPr id="35" name="1/4 arrow">
            <a:extLst>
              <a:ext uri="{FF2B5EF4-FFF2-40B4-BE49-F238E27FC236}">
                <a16:creationId xmlns:a16="http://schemas.microsoft.com/office/drawing/2014/main" id="{A418B525-C17C-C5AB-54B3-D48D2031FC62}"/>
              </a:ext>
              <a:ext uri="{C183D7F6-B498-43B3-948B-1728B52AA6E4}">
                <adec:decorative xmlns:adec="http://schemas.microsoft.com/office/drawing/2017/decorative" val="1"/>
              </a:ext>
            </a:extLst>
          </p:cNvPr>
          <p:cNvCxnSpPr>
            <a:cxnSpLocks/>
          </p:cNvCxnSpPr>
          <p:nvPr userDrawn="1"/>
        </p:nvCxnSpPr>
        <p:spPr>
          <a:xfrm flipH="1">
            <a:off x="12278497" y="2580869"/>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0" name="1/4 arrow">
            <a:extLst>
              <a:ext uri="{FF2B5EF4-FFF2-40B4-BE49-F238E27FC236}">
                <a16:creationId xmlns:a16="http://schemas.microsoft.com/office/drawing/2014/main" id="{9832C6B5-4860-2934-2206-0B5B7FF6B0DA}"/>
              </a:ext>
              <a:ext uri="{C183D7F6-B498-43B3-948B-1728B52AA6E4}">
                <adec:decorative xmlns:adec="http://schemas.microsoft.com/office/drawing/2017/decorative" val="1"/>
              </a:ext>
            </a:extLst>
          </p:cNvPr>
          <p:cNvCxnSpPr>
            <a:cxnSpLocks/>
          </p:cNvCxnSpPr>
          <p:nvPr userDrawn="1"/>
        </p:nvCxnSpPr>
        <p:spPr>
          <a:xfrm flipH="1">
            <a:off x="12278497" y="1334324"/>
            <a:ext cx="222825" cy="0"/>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2" name="1/4 arrow">
            <a:extLst>
              <a:ext uri="{FF2B5EF4-FFF2-40B4-BE49-F238E27FC236}">
                <a16:creationId xmlns:a16="http://schemas.microsoft.com/office/drawing/2014/main" id="{0F8F2023-3069-3524-187F-DCC6A0F9C743}"/>
              </a:ext>
              <a:ext uri="{C183D7F6-B498-43B3-948B-1728B52AA6E4}">
                <adec:decorative xmlns:adec="http://schemas.microsoft.com/office/drawing/2017/decorative" val="1"/>
              </a:ext>
            </a:extLst>
          </p:cNvPr>
          <p:cNvCxnSpPr>
            <a:cxnSpLocks/>
          </p:cNvCxnSpPr>
          <p:nvPr userDrawn="1"/>
        </p:nvCxnSpPr>
        <p:spPr>
          <a:xfrm flipH="1">
            <a:off x="12278497" y="5073959"/>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3" name="1/4 arrow">
            <a:extLst>
              <a:ext uri="{FF2B5EF4-FFF2-40B4-BE49-F238E27FC236}">
                <a16:creationId xmlns:a16="http://schemas.microsoft.com/office/drawing/2014/main" id="{A8ED2DAB-B3D9-1EA2-514C-8A23C04556CE}"/>
              </a:ext>
              <a:ext uri="{C183D7F6-B498-43B3-948B-1728B52AA6E4}">
                <adec:decorative xmlns:adec="http://schemas.microsoft.com/office/drawing/2017/decorative" val="1"/>
              </a:ext>
            </a:extLst>
          </p:cNvPr>
          <p:cNvCxnSpPr>
            <a:cxnSpLocks/>
          </p:cNvCxnSpPr>
          <p:nvPr userDrawn="1"/>
        </p:nvCxnSpPr>
        <p:spPr>
          <a:xfrm flipH="1">
            <a:off x="12278497" y="3827414"/>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4" name="1/4">
            <a:extLst>
              <a:ext uri="{FF2B5EF4-FFF2-40B4-BE49-F238E27FC236}">
                <a16:creationId xmlns:a16="http://schemas.microsoft.com/office/drawing/2014/main" id="{C8CA6760-80AA-0257-95D3-4B4DE6DE78FD}"/>
              </a:ext>
              <a:ext uri="{C183D7F6-B498-43B3-948B-1728B52AA6E4}">
                <adec:decorative xmlns:adec="http://schemas.microsoft.com/office/drawing/2017/decorative" val="1"/>
              </a:ext>
            </a:extLst>
          </p:cNvPr>
          <p:cNvSpPr txBox="1"/>
          <p:nvPr userDrawn="1"/>
        </p:nvSpPr>
        <p:spPr>
          <a:xfrm>
            <a:off x="12529254" y="1281863"/>
            <a:ext cx="290143"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HEADER</a:t>
            </a:r>
          </a:p>
        </p:txBody>
      </p:sp>
      <p:cxnSp>
        <p:nvCxnSpPr>
          <p:cNvPr id="45" name="1/4 arrow">
            <a:extLst>
              <a:ext uri="{FF2B5EF4-FFF2-40B4-BE49-F238E27FC236}">
                <a16:creationId xmlns:a16="http://schemas.microsoft.com/office/drawing/2014/main" id="{74375429-3C84-68A9-2613-B48F5A529F30}"/>
              </a:ext>
              <a:ext uri="{C183D7F6-B498-43B3-948B-1728B52AA6E4}">
                <adec:decorative xmlns:adec="http://schemas.microsoft.com/office/drawing/2017/decorative" val="1"/>
              </a:ext>
            </a:extLst>
          </p:cNvPr>
          <p:cNvCxnSpPr>
            <a:cxnSpLocks/>
          </p:cNvCxnSpPr>
          <p:nvPr userDrawn="1"/>
        </p:nvCxnSpPr>
        <p:spPr>
          <a:xfrm flipH="1">
            <a:off x="12278497" y="6320504"/>
            <a:ext cx="222825" cy="0"/>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6" name="1/4">
            <a:extLst>
              <a:ext uri="{FF2B5EF4-FFF2-40B4-BE49-F238E27FC236}">
                <a16:creationId xmlns:a16="http://schemas.microsoft.com/office/drawing/2014/main" id="{1B81506B-B5BB-D6F5-CFE5-02E97E3AFEF1}"/>
              </a:ext>
              <a:ext uri="{C183D7F6-B498-43B3-948B-1728B52AA6E4}">
                <adec:decorative xmlns:adec="http://schemas.microsoft.com/office/drawing/2017/decorative" val="1"/>
              </a:ext>
            </a:extLst>
          </p:cNvPr>
          <p:cNvSpPr txBox="1"/>
          <p:nvPr userDrawn="1"/>
        </p:nvSpPr>
        <p:spPr>
          <a:xfrm>
            <a:off x="12532460" y="6268043"/>
            <a:ext cx="283732"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FOOTER</a:t>
            </a:r>
          </a:p>
        </p:txBody>
      </p:sp>
      <p:cxnSp>
        <p:nvCxnSpPr>
          <p:cNvPr id="24" name="1/4 arrow">
            <a:extLst>
              <a:ext uri="{FF2B5EF4-FFF2-40B4-BE49-F238E27FC236}">
                <a16:creationId xmlns:a16="http://schemas.microsoft.com/office/drawing/2014/main" id="{FA5D0519-5451-A608-D797-03460DF8E37A}"/>
              </a:ext>
              <a:ext uri="{C183D7F6-B498-43B3-948B-1728B52AA6E4}">
                <adec:decorative xmlns:adec="http://schemas.microsoft.com/office/drawing/2017/decorative" val="1"/>
              </a:ext>
            </a:extLst>
          </p:cNvPr>
          <p:cNvCxnSpPr>
            <a:cxnSpLocks/>
          </p:cNvCxnSpPr>
          <p:nvPr userDrawn="1"/>
        </p:nvCxnSpPr>
        <p:spPr>
          <a:xfrm>
            <a:off x="609600" y="-336411"/>
            <a:ext cx="0" cy="236135"/>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6" name="3/4 arrow">
            <a:extLst>
              <a:ext uri="{FF2B5EF4-FFF2-40B4-BE49-F238E27FC236}">
                <a16:creationId xmlns:a16="http://schemas.microsoft.com/office/drawing/2014/main" id="{434EAFBE-DCAD-A7F5-09D7-04281AF8FDF5}"/>
              </a:ext>
              <a:ext uri="{C183D7F6-B498-43B3-948B-1728B52AA6E4}">
                <adec:decorative xmlns:adec="http://schemas.microsoft.com/office/drawing/2017/decorative" val="1"/>
              </a:ext>
            </a:extLst>
          </p:cNvPr>
          <p:cNvCxnSpPr>
            <a:cxnSpLocks/>
          </p:cNvCxnSpPr>
          <p:nvPr userDrawn="1"/>
        </p:nvCxnSpPr>
        <p:spPr>
          <a:xfrm>
            <a:off x="11580018" y="-336411"/>
            <a:ext cx="0" cy="236135"/>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7" name="1/4">
            <a:extLst>
              <a:ext uri="{FF2B5EF4-FFF2-40B4-BE49-F238E27FC236}">
                <a16:creationId xmlns:a16="http://schemas.microsoft.com/office/drawing/2014/main" id="{B26847F7-BAAC-4F5F-C73B-C98C0D60DBDC}"/>
              </a:ext>
              <a:ext uri="{C183D7F6-B498-43B3-948B-1728B52AA6E4}">
                <adec:decorative xmlns:adec="http://schemas.microsoft.com/office/drawing/2017/decorative" val="1"/>
              </a:ext>
            </a:extLst>
          </p:cNvPr>
          <p:cNvSpPr txBox="1"/>
          <p:nvPr userDrawn="1"/>
        </p:nvSpPr>
        <p:spPr>
          <a:xfrm>
            <a:off x="370753" y="-532724"/>
            <a:ext cx="477695"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LEFT MARGIN</a:t>
            </a:r>
          </a:p>
        </p:txBody>
      </p:sp>
      <p:sp>
        <p:nvSpPr>
          <p:cNvPr id="28" name="1/4">
            <a:extLst>
              <a:ext uri="{FF2B5EF4-FFF2-40B4-BE49-F238E27FC236}">
                <a16:creationId xmlns:a16="http://schemas.microsoft.com/office/drawing/2014/main" id="{C37489DE-748C-5EF5-A2DC-16A403A0AC9F}"/>
              </a:ext>
              <a:ext uri="{C183D7F6-B498-43B3-948B-1728B52AA6E4}">
                <adec:decorative xmlns:adec="http://schemas.microsoft.com/office/drawing/2017/decorative" val="1"/>
              </a:ext>
            </a:extLst>
          </p:cNvPr>
          <p:cNvSpPr txBox="1"/>
          <p:nvPr userDrawn="1"/>
        </p:nvSpPr>
        <p:spPr>
          <a:xfrm>
            <a:off x="11314721" y="-532724"/>
            <a:ext cx="530594"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RIGHT MARGIN</a:t>
            </a:r>
          </a:p>
        </p:txBody>
      </p:sp>
      <p:pic>
        <p:nvPicPr>
          <p:cNvPr id="21" name="Picture 20" descr="A red and black number&#10;&#10;Description automatically generated">
            <a:extLst>
              <a:ext uri="{FF2B5EF4-FFF2-40B4-BE49-F238E27FC236}">
                <a16:creationId xmlns:a16="http://schemas.microsoft.com/office/drawing/2014/main" id="{90D99A4A-A7D4-0CC7-5FD2-1E4A30D358E9}"/>
              </a:ext>
            </a:extLst>
          </p:cNvPr>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609600" y="6518398"/>
            <a:ext cx="603504" cy="145847"/>
          </a:xfrm>
          <a:prstGeom prst="rect">
            <a:avLst/>
          </a:prstGeom>
        </p:spPr>
      </p:pic>
    </p:spTree>
    <p:extLst>
      <p:ext uri="{BB962C8B-B14F-4D97-AF65-F5344CB8AC3E}">
        <p14:creationId xmlns:p14="http://schemas.microsoft.com/office/powerpoint/2010/main" val="3159227904"/>
      </p:ext>
    </p:extLst>
  </p:cSld>
  <p:clrMap bg1="lt1" tx1="dk1" bg2="lt2" tx2="dk2" accent1="accent1" accent2="accent2" accent3="accent3" accent4="accent4" accent5="accent5" accent6="accent6" hlink="hlink" folHlink="folHlink"/>
  <p:sldLayoutIdLst>
    <p:sldLayoutId id="2147483661" r:id="rId1"/>
    <p:sldLayoutId id="2147483651" r:id="rId2"/>
    <p:sldLayoutId id="2147483650" r:id="rId3"/>
    <p:sldLayoutId id="2147483720" r:id="rId4"/>
    <p:sldLayoutId id="2147483697" r:id="rId5"/>
    <p:sldLayoutId id="2147483699" r:id="rId6"/>
    <p:sldLayoutId id="2147483703" r:id="rId7"/>
    <p:sldLayoutId id="2147483708" r:id="rId8"/>
    <p:sldLayoutId id="2147483712" r:id="rId9"/>
    <p:sldLayoutId id="2147483724" r:id="rId10"/>
    <p:sldLayoutId id="2147483718" r:id="rId11"/>
    <p:sldLayoutId id="2147483710" r:id="rId12"/>
    <p:sldLayoutId id="2147483713" r:id="rId13"/>
    <p:sldLayoutId id="2147483722" r:id="rId14"/>
    <p:sldLayoutId id="2147483683" r:id="rId15"/>
    <p:sldLayoutId id="2147483684" r:id="rId16"/>
    <p:sldLayoutId id="2147483685" r:id="rId17"/>
    <p:sldLayoutId id="2147483726" r:id="rId18"/>
    <p:sldLayoutId id="2147483682" r:id="rId19"/>
    <p:sldLayoutId id="2147483680" r:id="rId20"/>
    <p:sldLayoutId id="2147483677" r:id="rId21"/>
    <p:sldLayoutId id="2147483714" r:id="rId22"/>
    <p:sldLayoutId id="2147483664" r:id="rId23"/>
    <p:sldLayoutId id="2147483706" r:id="rId24"/>
    <p:sldLayoutId id="2147483665" r:id="rId25"/>
    <p:sldLayoutId id="2147483705" r:id="rId26"/>
  </p:sldLayoutIdLst>
  <p:transition spd="med"/>
  <p:hf sldNum="0" hdr="0" ftr="0" dt="0"/>
  <p:txStyles>
    <p:titleStyle>
      <a:lvl1pPr algn="l" defTabSz="914400" rtl="0" eaLnBrk="1" latinLnBrk="0" hangingPunct="1">
        <a:lnSpc>
          <a:spcPct val="80000"/>
        </a:lnSpc>
        <a:spcBef>
          <a:spcPct val="0"/>
        </a:spcBef>
        <a:buNone/>
        <a:defRPr sz="3200" kern="1200" spc="-100" baseline="0">
          <a:solidFill>
            <a:schemeClr val="tx1"/>
          </a:solidFill>
          <a:latin typeface="+mj-lt"/>
          <a:ea typeface="+mj-ea"/>
          <a:cs typeface="+mj-cs"/>
        </a:defRPr>
      </a:lvl1pPr>
    </p:titleStyle>
    <p:bodyStyle>
      <a:lvl1pPr marL="182563" indent="-182563" algn="l" defTabSz="914400" rtl="0" eaLnBrk="1" latinLnBrk="0" hangingPunct="1">
        <a:lnSpc>
          <a:spcPct val="110000"/>
        </a:lnSpc>
        <a:spcBef>
          <a:spcPts val="1200"/>
        </a:spcBef>
        <a:spcAft>
          <a:spcPts val="0"/>
        </a:spcAft>
        <a:buSzPct val="70000"/>
        <a:buFont typeface="Wingdings" panose="05000000000000000000" pitchFamily="2" charset="2"/>
        <a:buChar char="§"/>
        <a:defRPr sz="2000" kern="1200">
          <a:solidFill>
            <a:schemeClr val="tx1"/>
          </a:solidFill>
          <a:latin typeface="+mn-lt"/>
          <a:ea typeface="+mn-ea"/>
          <a:cs typeface="+mn-cs"/>
        </a:defRPr>
      </a:lvl1pPr>
      <a:lvl2pPr marL="382588" indent="-157163" algn="l" defTabSz="914400" rtl="0" eaLnBrk="1" latinLnBrk="0" hangingPunct="1">
        <a:lnSpc>
          <a:spcPct val="110000"/>
        </a:lnSpc>
        <a:spcBef>
          <a:spcPts val="800"/>
        </a:spcBef>
        <a:spcAft>
          <a:spcPts val="0"/>
        </a:spcAft>
        <a:buSzPct val="70000"/>
        <a:buFont typeface="Wingdings" panose="05000000000000000000" pitchFamily="2" charset="2"/>
        <a:buChar char="§"/>
        <a:defRPr sz="1800" kern="1200" baseline="0">
          <a:solidFill>
            <a:schemeClr val="tx1"/>
          </a:solidFill>
          <a:latin typeface="+mn-lt"/>
          <a:ea typeface="+mn-ea"/>
          <a:cs typeface="+mn-cs"/>
        </a:defRPr>
      </a:lvl2pPr>
      <a:lvl3pPr marL="581025" indent="-142875" algn="l" defTabSz="914400" rtl="0" eaLnBrk="1" latinLnBrk="0" hangingPunct="1">
        <a:lnSpc>
          <a:spcPct val="110000"/>
        </a:lnSpc>
        <a:spcBef>
          <a:spcPts val="800"/>
        </a:spcBef>
        <a:spcAft>
          <a:spcPts val="0"/>
        </a:spcAft>
        <a:buSzPct val="70000"/>
        <a:buFont typeface="Wingdings" panose="05000000000000000000" pitchFamily="2" charset="2"/>
        <a:buChar char="§"/>
        <a:defRPr sz="1200" kern="1200">
          <a:solidFill>
            <a:schemeClr val="tx1"/>
          </a:solidFill>
          <a:latin typeface="+mn-lt"/>
          <a:ea typeface="+mn-ea"/>
          <a:cs typeface="+mn-cs"/>
        </a:defRPr>
      </a:lvl3pPr>
      <a:lvl4pPr marL="174625" indent="0" algn="l" defTabSz="914400" rtl="0" eaLnBrk="1" latinLnBrk="0" hangingPunct="1">
        <a:lnSpc>
          <a:spcPct val="100000"/>
        </a:lnSpc>
        <a:spcBef>
          <a:spcPts val="0"/>
        </a:spcBef>
        <a:spcAft>
          <a:spcPts val="0"/>
        </a:spcAft>
        <a:buSzPct val="70000"/>
        <a:buFont typeface="Wingdings" panose="05000000000000000000" pitchFamily="2" charset="2"/>
        <a:buNone/>
        <a:tabLst/>
        <a:defRPr sz="2000" kern="1200">
          <a:solidFill>
            <a:schemeClr val="tx1"/>
          </a:solidFill>
          <a:latin typeface="Menlo" panose="020B0609030804020204" pitchFamily="49" charset="0"/>
          <a:ea typeface="Menlo" panose="020B0609030804020204" pitchFamily="49" charset="0"/>
          <a:cs typeface="Menlo" panose="020B0609030804020204" pitchFamily="49" charset="0"/>
        </a:defRPr>
      </a:lvl4pPr>
      <a:lvl5pPr marL="846138" indent="-130175" algn="l" defTabSz="914400" rtl="0" eaLnBrk="1" latinLnBrk="0" hangingPunct="1">
        <a:lnSpc>
          <a:spcPct val="110000"/>
        </a:lnSpc>
        <a:spcBef>
          <a:spcPts val="1200"/>
        </a:spcBef>
        <a:spcAft>
          <a:spcPts val="0"/>
        </a:spcAft>
        <a:buSzPct val="70000"/>
        <a:buFont typeface="Wingdings" panose="05000000000000000000" pitchFamily="2" charset="2"/>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0" userDrawn="1">
          <p15:clr>
            <a:srgbClr val="A4A3A4"/>
          </p15:clr>
        </p15:guide>
        <p15:guide id="2" pos="384" userDrawn="1">
          <p15:clr>
            <a:srgbClr val="A4A3A4"/>
          </p15:clr>
        </p15:guide>
        <p15:guide id="3" pos="7296" userDrawn="1">
          <p15:clr>
            <a:srgbClr val="A4A3A4"/>
          </p15:clr>
        </p15:guide>
        <p15:guide id="4" orient="horz" pos="3984"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6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17" Type="http://schemas.openxmlformats.org/officeDocument/2006/relationships/image" Target="../media/image133.svg"/><Relationship Id="rId21" Type="http://schemas.openxmlformats.org/officeDocument/2006/relationships/image" Target="../media/image37.svg"/><Relationship Id="rId42" Type="http://schemas.openxmlformats.org/officeDocument/2006/relationships/image" Target="../media/image58.png"/><Relationship Id="rId63" Type="http://schemas.openxmlformats.org/officeDocument/2006/relationships/image" Target="../media/image79.svg"/><Relationship Id="rId84" Type="http://schemas.openxmlformats.org/officeDocument/2006/relationships/image" Target="../media/image100.png"/><Relationship Id="rId138" Type="http://schemas.openxmlformats.org/officeDocument/2006/relationships/image" Target="../media/image154.png"/><Relationship Id="rId159" Type="http://schemas.openxmlformats.org/officeDocument/2006/relationships/image" Target="../media/image175.svg"/><Relationship Id="rId170" Type="http://schemas.openxmlformats.org/officeDocument/2006/relationships/image" Target="../media/image186.png"/><Relationship Id="rId191" Type="http://schemas.openxmlformats.org/officeDocument/2006/relationships/image" Target="../media/image207.svg"/><Relationship Id="rId205" Type="http://schemas.openxmlformats.org/officeDocument/2006/relationships/image" Target="../media/image221.svg"/><Relationship Id="rId226" Type="http://schemas.openxmlformats.org/officeDocument/2006/relationships/image" Target="../media/image242.png"/><Relationship Id="rId247" Type="http://schemas.openxmlformats.org/officeDocument/2006/relationships/image" Target="../media/image263.svg"/><Relationship Id="rId107" Type="http://schemas.openxmlformats.org/officeDocument/2006/relationships/image" Target="../media/image123.svg"/><Relationship Id="rId11" Type="http://schemas.openxmlformats.org/officeDocument/2006/relationships/image" Target="../media/image27.svg"/><Relationship Id="rId32" Type="http://schemas.openxmlformats.org/officeDocument/2006/relationships/image" Target="../media/image48.png"/><Relationship Id="rId53" Type="http://schemas.openxmlformats.org/officeDocument/2006/relationships/image" Target="../media/image69.svg"/><Relationship Id="rId74" Type="http://schemas.openxmlformats.org/officeDocument/2006/relationships/image" Target="../media/image90.png"/><Relationship Id="rId128" Type="http://schemas.openxmlformats.org/officeDocument/2006/relationships/image" Target="../media/image144.png"/><Relationship Id="rId149" Type="http://schemas.openxmlformats.org/officeDocument/2006/relationships/image" Target="../media/image165.svg"/><Relationship Id="rId5" Type="http://schemas.openxmlformats.org/officeDocument/2006/relationships/image" Target="../media/image21.svg"/><Relationship Id="rId95" Type="http://schemas.openxmlformats.org/officeDocument/2006/relationships/image" Target="../media/image111.svg"/><Relationship Id="rId160" Type="http://schemas.openxmlformats.org/officeDocument/2006/relationships/image" Target="../media/image176.png"/><Relationship Id="rId181" Type="http://schemas.openxmlformats.org/officeDocument/2006/relationships/image" Target="../media/image197.svg"/><Relationship Id="rId216" Type="http://schemas.openxmlformats.org/officeDocument/2006/relationships/image" Target="../media/image232.png"/><Relationship Id="rId237" Type="http://schemas.openxmlformats.org/officeDocument/2006/relationships/image" Target="../media/image253.svg"/><Relationship Id="rId258" Type="http://schemas.openxmlformats.org/officeDocument/2006/relationships/image" Target="../media/image274.png"/><Relationship Id="rId22" Type="http://schemas.openxmlformats.org/officeDocument/2006/relationships/image" Target="../media/image38.png"/><Relationship Id="rId43" Type="http://schemas.openxmlformats.org/officeDocument/2006/relationships/image" Target="../media/image59.svg"/><Relationship Id="rId64" Type="http://schemas.openxmlformats.org/officeDocument/2006/relationships/image" Target="../media/image80.png"/><Relationship Id="rId118" Type="http://schemas.openxmlformats.org/officeDocument/2006/relationships/image" Target="../media/image134.png"/><Relationship Id="rId139" Type="http://schemas.openxmlformats.org/officeDocument/2006/relationships/image" Target="../media/image155.svg"/><Relationship Id="rId85" Type="http://schemas.openxmlformats.org/officeDocument/2006/relationships/image" Target="../media/image101.svg"/><Relationship Id="rId150" Type="http://schemas.openxmlformats.org/officeDocument/2006/relationships/image" Target="../media/image166.png"/><Relationship Id="rId171" Type="http://schemas.openxmlformats.org/officeDocument/2006/relationships/image" Target="../media/image187.svg"/><Relationship Id="rId192" Type="http://schemas.openxmlformats.org/officeDocument/2006/relationships/image" Target="../media/image208.png"/><Relationship Id="rId206" Type="http://schemas.openxmlformats.org/officeDocument/2006/relationships/image" Target="../media/image222.png"/><Relationship Id="rId227" Type="http://schemas.openxmlformats.org/officeDocument/2006/relationships/image" Target="../media/image243.svg"/><Relationship Id="rId248" Type="http://schemas.openxmlformats.org/officeDocument/2006/relationships/image" Target="../media/image264.png"/><Relationship Id="rId12" Type="http://schemas.openxmlformats.org/officeDocument/2006/relationships/image" Target="../media/image28.png"/><Relationship Id="rId33" Type="http://schemas.openxmlformats.org/officeDocument/2006/relationships/image" Target="../media/image49.svg"/><Relationship Id="rId108" Type="http://schemas.openxmlformats.org/officeDocument/2006/relationships/image" Target="../media/image124.png"/><Relationship Id="rId129" Type="http://schemas.openxmlformats.org/officeDocument/2006/relationships/image" Target="../media/image145.svg"/><Relationship Id="rId54" Type="http://schemas.openxmlformats.org/officeDocument/2006/relationships/image" Target="../media/image70.png"/><Relationship Id="rId75" Type="http://schemas.openxmlformats.org/officeDocument/2006/relationships/image" Target="../media/image91.svg"/><Relationship Id="rId96" Type="http://schemas.openxmlformats.org/officeDocument/2006/relationships/image" Target="../media/image112.png"/><Relationship Id="rId140" Type="http://schemas.openxmlformats.org/officeDocument/2006/relationships/image" Target="../media/image156.png"/><Relationship Id="rId161" Type="http://schemas.openxmlformats.org/officeDocument/2006/relationships/image" Target="../media/image177.svg"/><Relationship Id="rId182" Type="http://schemas.openxmlformats.org/officeDocument/2006/relationships/image" Target="../media/image198.png"/><Relationship Id="rId217" Type="http://schemas.openxmlformats.org/officeDocument/2006/relationships/image" Target="../media/image233.svg"/><Relationship Id="rId6" Type="http://schemas.openxmlformats.org/officeDocument/2006/relationships/image" Target="../media/image22.png"/><Relationship Id="rId238" Type="http://schemas.openxmlformats.org/officeDocument/2006/relationships/image" Target="../media/image254.png"/><Relationship Id="rId259" Type="http://schemas.openxmlformats.org/officeDocument/2006/relationships/image" Target="../media/image275.svg"/><Relationship Id="rId23" Type="http://schemas.openxmlformats.org/officeDocument/2006/relationships/image" Target="../media/image39.svg"/><Relationship Id="rId119" Type="http://schemas.openxmlformats.org/officeDocument/2006/relationships/image" Target="../media/image135.svg"/><Relationship Id="rId44" Type="http://schemas.openxmlformats.org/officeDocument/2006/relationships/image" Target="../media/image60.png"/><Relationship Id="rId65" Type="http://schemas.openxmlformats.org/officeDocument/2006/relationships/image" Target="../media/image81.svg"/><Relationship Id="rId86" Type="http://schemas.openxmlformats.org/officeDocument/2006/relationships/image" Target="../media/image102.png"/><Relationship Id="rId130" Type="http://schemas.openxmlformats.org/officeDocument/2006/relationships/image" Target="../media/image146.png"/><Relationship Id="rId151" Type="http://schemas.openxmlformats.org/officeDocument/2006/relationships/image" Target="../media/image167.svg"/><Relationship Id="rId172" Type="http://schemas.openxmlformats.org/officeDocument/2006/relationships/image" Target="../media/image188.png"/><Relationship Id="rId193" Type="http://schemas.openxmlformats.org/officeDocument/2006/relationships/image" Target="../media/image209.svg"/><Relationship Id="rId207" Type="http://schemas.openxmlformats.org/officeDocument/2006/relationships/image" Target="../media/image223.svg"/><Relationship Id="rId228" Type="http://schemas.openxmlformats.org/officeDocument/2006/relationships/image" Target="../media/image244.png"/><Relationship Id="rId249" Type="http://schemas.openxmlformats.org/officeDocument/2006/relationships/image" Target="../media/image265.svg"/><Relationship Id="rId13" Type="http://schemas.openxmlformats.org/officeDocument/2006/relationships/image" Target="../media/image29.svg"/><Relationship Id="rId109" Type="http://schemas.openxmlformats.org/officeDocument/2006/relationships/image" Target="../media/image125.svg"/><Relationship Id="rId34" Type="http://schemas.openxmlformats.org/officeDocument/2006/relationships/image" Target="../media/image50.png"/><Relationship Id="rId55" Type="http://schemas.openxmlformats.org/officeDocument/2006/relationships/image" Target="../media/image71.svg"/><Relationship Id="rId76" Type="http://schemas.openxmlformats.org/officeDocument/2006/relationships/image" Target="../media/image92.png"/><Relationship Id="rId97" Type="http://schemas.openxmlformats.org/officeDocument/2006/relationships/image" Target="../media/image113.svg"/><Relationship Id="rId120" Type="http://schemas.openxmlformats.org/officeDocument/2006/relationships/image" Target="../media/image136.png"/><Relationship Id="rId141" Type="http://schemas.openxmlformats.org/officeDocument/2006/relationships/image" Target="../media/image157.svg"/><Relationship Id="rId7" Type="http://schemas.openxmlformats.org/officeDocument/2006/relationships/image" Target="../media/image23.svg"/><Relationship Id="rId162" Type="http://schemas.openxmlformats.org/officeDocument/2006/relationships/image" Target="../media/image178.png"/><Relationship Id="rId183" Type="http://schemas.openxmlformats.org/officeDocument/2006/relationships/image" Target="../media/image199.svg"/><Relationship Id="rId218" Type="http://schemas.openxmlformats.org/officeDocument/2006/relationships/image" Target="../media/image234.png"/><Relationship Id="rId239" Type="http://schemas.openxmlformats.org/officeDocument/2006/relationships/image" Target="../media/image255.svg"/><Relationship Id="rId250" Type="http://schemas.openxmlformats.org/officeDocument/2006/relationships/image" Target="../media/image266.png"/><Relationship Id="rId24" Type="http://schemas.openxmlformats.org/officeDocument/2006/relationships/image" Target="../media/image40.png"/><Relationship Id="rId45" Type="http://schemas.openxmlformats.org/officeDocument/2006/relationships/image" Target="../media/image61.svg"/><Relationship Id="rId66" Type="http://schemas.openxmlformats.org/officeDocument/2006/relationships/image" Target="../media/image82.png"/><Relationship Id="rId87" Type="http://schemas.openxmlformats.org/officeDocument/2006/relationships/image" Target="../media/image103.svg"/><Relationship Id="rId110" Type="http://schemas.openxmlformats.org/officeDocument/2006/relationships/image" Target="../media/image126.png"/><Relationship Id="rId131" Type="http://schemas.openxmlformats.org/officeDocument/2006/relationships/image" Target="../media/image147.svg"/><Relationship Id="rId152" Type="http://schemas.openxmlformats.org/officeDocument/2006/relationships/image" Target="../media/image168.png"/><Relationship Id="rId173" Type="http://schemas.openxmlformats.org/officeDocument/2006/relationships/image" Target="../media/image189.svg"/><Relationship Id="rId194" Type="http://schemas.openxmlformats.org/officeDocument/2006/relationships/image" Target="../media/image210.png"/><Relationship Id="rId208" Type="http://schemas.openxmlformats.org/officeDocument/2006/relationships/image" Target="../media/image224.png"/><Relationship Id="rId229" Type="http://schemas.openxmlformats.org/officeDocument/2006/relationships/image" Target="../media/image245.svg"/><Relationship Id="rId240" Type="http://schemas.openxmlformats.org/officeDocument/2006/relationships/image" Target="../media/image256.png"/><Relationship Id="rId14" Type="http://schemas.openxmlformats.org/officeDocument/2006/relationships/image" Target="../media/image30.png"/><Relationship Id="rId35" Type="http://schemas.openxmlformats.org/officeDocument/2006/relationships/image" Target="../media/image51.svg"/><Relationship Id="rId56" Type="http://schemas.openxmlformats.org/officeDocument/2006/relationships/image" Target="../media/image72.png"/><Relationship Id="rId77" Type="http://schemas.openxmlformats.org/officeDocument/2006/relationships/image" Target="../media/image93.svg"/><Relationship Id="rId100" Type="http://schemas.openxmlformats.org/officeDocument/2006/relationships/image" Target="../media/image116.png"/><Relationship Id="rId8" Type="http://schemas.openxmlformats.org/officeDocument/2006/relationships/image" Target="../media/image24.png"/><Relationship Id="rId98" Type="http://schemas.openxmlformats.org/officeDocument/2006/relationships/image" Target="../media/image114.png"/><Relationship Id="rId121" Type="http://schemas.openxmlformats.org/officeDocument/2006/relationships/image" Target="../media/image137.svg"/><Relationship Id="rId142" Type="http://schemas.openxmlformats.org/officeDocument/2006/relationships/image" Target="../media/image158.png"/><Relationship Id="rId163" Type="http://schemas.openxmlformats.org/officeDocument/2006/relationships/image" Target="../media/image179.svg"/><Relationship Id="rId184" Type="http://schemas.openxmlformats.org/officeDocument/2006/relationships/image" Target="../media/image200.png"/><Relationship Id="rId219" Type="http://schemas.openxmlformats.org/officeDocument/2006/relationships/image" Target="../media/image235.svg"/><Relationship Id="rId230" Type="http://schemas.openxmlformats.org/officeDocument/2006/relationships/image" Target="../media/image246.png"/><Relationship Id="rId251" Type="http://schemas.openxmlformats.org/officeDocument/2006/relationships/image" Target="../media/image267.svg"/><Relationship Id="rId25" Type="http://schemas.openxmlformats.org/officeDocument/2006/relationships/image" Target="../media/image41.svg"/><Relationship Id="rId46" Type="http://schemas.openxmlformats.org/officeDocument/2006/relationships/image" Target="../media/image62.png"/><Relationship Id="rId67" Type="http://schemas.openxmlformats.org/officeDocument/2006/relationships/image" Target="../media/image83.svg"/><Relationship Id="rId88" Type="http://schemas.openxmlformats.org/officeDocument/2006/relationships/image" Target="../media/image104.png"/><Relationship Id="rId111" Type="http://schemas.openxmlformats.org/officeDocument/2006/relationships/image" Target="../media/image127.svg"/><Relationship Id="rId132" Type="http://schemas.openxmlformats.org/officeDocument/2006/relationships/image" Target="../media/image148.png"/><Relationship Id="rId153" Type="http://schemas.openxmlformats.org/officeDocument/2006/relationships/image" Target="../media/image169.svg"/><Relationship Id="rId174" Type="http://schemas.openxmlformats.org/officeDocument/2006/relationships/image" Target="../media/image190.png"/><Relationship Id="rId195" Type="http://schemas.openxmlformats.org/officeDocument/2006/relationships/image" Target="../media/image211.svg"/><Relationship Id="rId209" Type="http://schemas.openxmlformats.org/officeDocument/2006/relationships/image" Target="../media/image225.svg"/><Relationship Id="rId220" Type="http://schemas.openxmlformats.org/officeDocument/2006/relationships/image" Target="../media/image236.png"/><Relationship Id="rId241" Type="http://schemas.openxmlformats.org/officeDocument/2006/relationships/image" Target="../media/image257.svg"/><Relationship Id="rId15" Type="http://schemas.openxmlformats.org/officeDocument/2006/relationships/image" Target="../media/image31.svg"/><Relationship Id="rId36" Type="http://schemas.openxmlformats.org/officeDocument/2006/relationships/image" Target="../media/image52.png"/><Relationship Id="rId57" Type="http://schemas.openxmlformats.org/officeDocument/2006/relationships/image" Target="../media/image73.svg"/><Relationship Id="rId78" Type="http://schemas.openxmlformats.org/officeDocument/2006/relationships/image" Target="../media/image94.png"/><Relationship Id="rId99" Type="http://schemas.openxmlformats.org/officeDocument/2006/relationships/image" Target="../media/image115.svg"/><Relationship Id="rId101" Type="http://schemas.openxmlformats.org/officeDocument/2006/relationships/image" Target="../media/image117.svg"/><Relationship Id="rId122" Type="http://schemas.openxmlformats.org/officeDocument/2006/relationships/image" Target="../media/image138.png"/><Relationship Id="rId143" Type="http://schemas.openxmlformats.org/officeDocument/2006/relationships/image" Target="../media/image159.svg"/><Relationship Id="rId164" Type="http://schemas.openxmlformats.org/officeDocument/2006/relationships/image" Target="../media/image180.png"/><Relationship Id="rId185" Type="http://schemas.openxmlformats.org/officeDocument/2006/relationships/image" Target="../media/image201.svg"/><Relationship Id="rId9" Type="http://schemas.openxmlformats.org/officeDocument/2006/relationships/image" Target="../media/image25.svg"/><Relationship Id="rId210" Type="http://schemas.openxmlformats.org/officeDocument/2006/relationships/image" Target="../media/image226.png"/><Relationship Id="rId26" Type="http://schemas.openxmlformats.org/officeDocument/2006/relationships/image" Target="../media/image42.png"/><Relationship Id="rId231" Type="http://schemas.openxmlformats.org/officeDocument/2006/relationships/image" Target="../media/image247.svg"/><Relationship Id="rId252" Type="http://schemas.openxmlformats.org/officeDocument/2006/relationships/image" Target="../media/image268.png"/><Relationship Id="rId47" Type="http://schemas.openxmlformats.org/officeDocument/2006/relationships/image" Target="../media/image63.svg"/><Relationship Id="rId68" Type="http://schemas.openxmlformats.org/officeDocument/2006/relationships/image" Target="../media/image84.png"/><Relationship Id="rId89" Type="http://schemas.openxmlformats.org/officeDocument/2006/relationships/image" Target="../media/image105.svg"/><Relationship Id="rId112" Type="http://schemas.openxmlformats.org/officeDocument/2006/relationships/image" Target="../media/image128.png"/><Relationship Id="rId133" Type="http://schemas.openxmlformats.org/officeDocument/2006/relationships/image" Target="../media/image149.svg"/><Relationship Id="rId154" Type="http://schemas.openxmlformats.org/officeDocument/2006/relationships/image" Target="../media/image170.png"/><Relationship Id="rId175" Type="http://schemas.openxmlformats.org/officeDocument/2006/relationships/image" Target="../media/image191.svg"/><Relationship Id="rId196" Type="http://schemas.openxmlformats.org/officeDocument/2006/relationships/image" Target="../media/image212.png"/><Relationship Id="rId200" Type="http://schemas.openxmlformats.org/officeDocument/2006/relationships/image" Target="../media/image216.png"/><Relationship Id="rId16" Type="http://schemas.openxmlformats.org/officeDocument/2006/relationships/image" Target="../media/image32.png"/><Relationship Id="rId221" Type="http://schemas.openxmlformats.org/officeDocument/2006/relationships/image" Target="../media/image237.svg"/><Relationship Id="rId242" Type="http://schemas.openxmlformats.org/officeDocument/2006/relationships/image" Target="../media/image258.png"/><Relationship Id="rId37" Type="http://schemas.openxmlformats.org/officeDocument/2006/relationships/image" Target="../media/image53.svg"/><Relationship Id="rId58" Type="http://schemas.openxmlformats.org/officeDocument/2006/relationships/image" Target="../media/image74.png"/><Relationship Id="rId79" Type="http://schemas.openxmlformats.org/officeDocument/2006/relationships/image" Target="../media/image95.svg"/><Relationship Id="rId102" Type="http://schemas.openxmlformats.org/officeDocument/2006/relationships/image" Target="../media/image118.png"/><Relationship Id="rId123" Type="http://schemas.openxmlformats.org/officeDocument/2006/relationships/image" Target="../media/image139.svg"/><Relationship Id="rId144" Type="http://schemas.openxmlformats.org/officeDocument/2006/relationships/image" Target="../media/image160.png"/><Relationship Id="rId90" Type="http://schemas.openxmlformats.org/officeDocument/2006/relationships/image" Target="../media/image106.png"/><Relationship Id="rId165" Type="http://schemas.openxmlformats.org/officeDocument/2006/relationships/image" Target="../media/image181.svg"/><Relationship Id="rId186" Type="http://schemas.openxmlformats.org/officeDocument/2006/relationships/image" Target="../media/image202.png"/><Relationship Id="rId211" Type="http://schemas.openxmlformats.org/officeDocument/2006/relationships/image" Target="../media/image227.svg"/><Relationship Id="rId232" Type="http://schemas.openxmlformats.org/officeDocument/2006/relationships/image" Target="../media/image248.png"/><Relationship Id="rId253" Type="http://schemas.openxmlformats.org/officeDocument/2006/relationships/image" Target="../media/image269.svg"/><Relationship Id="rId27" Type="http://schemas.openxmlformats.org/officeDocument/2006/relationships/image" Target="../media/image43.svg"/><Relationship Id="rId48" Type="http://schemas.openxmlformats.org/officeDocument/2006/relationships/image" Target="../media/image64.png"/><Relationship Id="rId69" Type="http://schemas.openxmlformats.org/officeDocument/2006/relationships/image" Target="../media/image85.svg"/><Relationship Id="rId113" Type="http://schemas.openxmlformats.org/officeDocument/2006/relationships/image" Target="../media/image129.svg"/><Relationship Id="rId134" Type="http://schemas.openxmlformats.org/officeDocument/2006/relationships/image" Target="../media/image150.png"/><Relationship Id="rId80" Type="http://schemas.openxmlformats.org/officeDocument/2006/relationships/image" Target="../media/image96.png"/><Relationship Id="rId155" Type="http://schemas.openxmlformats.org/officeDocument/2006/relationships/image" Target="../media/image171.svg"/><Relationship Id="rId176" Type="http://schemas.openxmlformats.org/officeDocument/2006/relationships/image" Target="../media/image192.png"/><Relationship Id="rId197" Type="http://schemas.openxmlformats.org/officeDocument/2006/relationships/image" Target="../media/image213.svg"/><Relationship Id="rId201" Type="http://schemas.openxmlformats.org/officeDocument/2006/relationships/image" Target="../media/image217.svg"/><Relationship Id="rId222" Type="http://schemas.openxmlformats.org/officeDocument/2006/relationships/image" Target="../media/image238.png"/><Relationship Id="rId243" Type="http://schemas.openxmlformats.org/officeDocument/2006/relationships/image" Target="../media/image259.svg"/><Relationship Id="rId17" Type="http://schemas.openxmlformats.org/officeDocument/2006/relationships/image" Target="../media/image33.svg"/><Relationship Id="rId38" Type="http://schemas.openxmlformats.org/officeDocument/2006/relationships/image" Target="../media/image54.png"/><Relationship Id="rId59" Type="http://schemas.openxmlformats.org/officeDocument/2006/relationships/image" Target="../media/image75.svg"/><Relationship Id="rId103" Type="http://schemas.openxmlformats.org/officeDocument/2006/relationships/image" Target="../media/image119.svg"/><Relationship Id="rId124" Type="http://schemas.openxmlformats.org/officeDocument/2006/relationships/image" Target="../media/image140.png"/><Relationship Id="rId70" Type="http://schemas.openxmlformats.org/officeDocument/2006/relationships/image" Target="../media/image86.png"/><Relationship Id="rId91" Type="http://schemas.openxmlformats.org/officeDocument/2006/relationships/image" Target="../media/image107.svg"/><Relationship Id="rId145" Type="http://schemas.openxmlformats.org/officeDocument/2006/relationships/image" Target="../media/image161.svg"/><Relationship Id="rId166" Type="http://schemas.openxmlformats.org/officeDocument/2006/relationships/image" Target="../media/image182.png"/><Relationship Id="rId187" Type="http://schemas.openxmlformats.org/officeDocument/2006/relationships/image" Target="../media/image203.svg"/><Relationship Id="rId1" Type="http://schemas.openxmlformats.org/officeDocument/2006/relationships/slideLayout" Target="../slideLayouts/slideLayout3.xml"/><Relationship Id="rId212" Type="http://schemas.openxmlformats.org/officeDocument/2006/relationships/image" Target="../media/image228.png"/><Relationship Id="rId233" Type="http://schemas.openxmlformats.org/officeDocument/2006/relationships/image" Target="../media/image249.svg"/><Relationship Id="rId254" Type="http://schemas.openxmlformats.org/officeDocument/2006/relationships/image" Target="../media/image270.png"/><Relationship Id="rId28" Type="http://schemas.openxmlformats.org/officeDocument/2006/relationships/image" Target="../media/image44.png"/><Relationship Id="rId49" Type="http://schemas.openxmlformats.org/officeDocument/2006/relationships/image" Target="../media/image65.svg"/><Relationship Id="rId114" Type="http://schemas.openxmlformats.org/officeDocument/2006/relationships/image" Target="../media/image130.png"/><Relationship Id="rId60" Type="http://schemas.openxmlformats.org/officeDocument/2006/relationships/image" Target="../media/image76.png"/><Relationship Id="rId81" Type="http://schemas.openxmlformats.org/officeDocument/2006/relationships/image" Target="../media/image97.svg"/><Relationship Id="rId135" Type="http://schemas.openxmlformats.org/officeDocument/2006/relationships/image" Target="../media/image151.svg"/><Relationship Id="rId156" Type="http://schemas.openxmlformats.org/officeDocument/2006/relationships/image" Target="../media/image172.png"/><Relationship Id="rId177" Type="http://schemas.openxmlformats.org/officeDocument/2006/relationships/image" Target="../media/image193.svg"/><Relationship Id="rId198" Type="http://schemas.openxmlformats.org/officeDocument/2006/relationships/image" Target="../media/image214.png"/><Relationship Id="rId202" Type="http://schemas.openxmlformats.org/officeDocument/2006/relationships/image" Target="../media/image218.png"/><Relationship Id="rId223" Type="http://schemas.openxmlformats.org/officeDocument/2006/relationships/image" Target="../media/image239.svg"/><Relationship Id="rId244" Type="http://schemas.openxmlformats.org/officeDocument/2006/relationships/image" Target="../media/image260.png"/><Relationship Id="rId18" Type="http://schemas.openxmlformats.org/officeDocument/2006/relationships/image" Target="../media/image34.png"/><Relationship Id="rId39" Type="http://schemas.openxmlformats.org/officeDocument/2006/relationships/image" Target="../media/image55.svg"/><Relationship Id="rId50" Type="http://schemas.openxmlformats.org/officeDocument/2006/relationships/image" Target="../media/image66.png"/><Relationship Id="rId104" Type="http://schemas.openxmlformats.org/officeDocument/2006/relationships/image" Target="../media/image120.png"/><Relationship Id="rId125" Type="http://schemas.openxmlformats.org/officeDocument/2006/relationships/image" Target="../media/image141.svg"/><Relationship Id="rId146" Type="http://schemas.openxmlformats.org/officeDocument/2006/relationships/image" Target="../media/image162.png"/><Relationship Id="rId167" Type="http://schemas.openxmlformats.org/officeDocument/2006/relationships/image" Target="../media/image183.svg"/><Relationship Id="rId188" Type="http://schemas.openxmlformats.org/officeDocument/2006/relationships/image" Target="../media/image204.png"/><Relationship Id="rId71" Type="http://schemas.openxmlformats.org/officeDocument/2006/relationships/image" Target="../media/image87.svg"/><Relationship Id="rId92" Type="http://schemas.openxmlformats.org/officeDocument/2006/relationships/image" Target="../media/image108.png"/><Relationship Id="rId213" Type="http://schemas.openxmlformats.org/officeDocument/2006/relationships/image" Target="../media/image229.svg"/><Relationship Id="rId234" Type="http://schemas.openxmlformats.org/officeDocument/2006/relationships/image" Target="../media/image250.png"/><Relationship Id="rId2" Type="http://schemas.openxmlformats.org/officeDocument/2006/relationships/image" Target="../media/image18.png"/><Relationship Id="rId29" Type="http://schemas.openxmlformats.org/officeDocument/2006/relationships/image" Target="../media/image45.svg"/><Relationship Id="rId255" Type="http://schemas.openxmlformats.org/officeDocument/2006/relationships/image" Target="../media/image271.svg"/><Relationship Id="rId40" Type="http://schemas.openxmlformats.org/officeDocument/2006/relationships/image" Target="../media/image56.png"/><Relationship Id="rId115" Type="http://schemas.openxmlformats.org/officeDocument/2006/relationships/image" Target="../media/image131.svg"/><Relationship Id="rId136" Type="http://schemas.openxmlformats.org/officeDocument/2006/relationships/image" Target="../media/image152.png"/><Relationship Id="rId157" Type="http://schemas.openxmlformats.org/officeDocument/2006/relationships/image" Target="../media/image173.svg"/><Relationship Id="rId178" Type="http://schemas.openxmlformats.org/officeDocument/2006/relationships/image" Target="../media/image194.png"/><Relationship Id="rId61" Type="http://schemas.openxmlformats.org/officeDocument/2006/relationships/image" Target="../media/image77.svg"/><Relationship Id="rId82" Type="http://schemas.openxmlformats.org/officeDocument/2006/relationships/image" Target="../media/image98.png"/><Relationship Id="rId199" Type="http://schemas.openxmlformats.org/officeDocument/2006/relationships/image" Target="../media/image215.svg"/><Relationship Id="rId203" Type="http://schemas.openxmlformats.org/officeDocument/2006/relationships/image" Target="../media/image219.svg"/><Relationship Id="rId19" Type="http://schemas.openxmlformats.org/officeDocument/2006/relationships/image" Target="../media/image35.svg"/><Relationship Id="rId224" Type="http://schemas.openxmlformats.org/officeDocument/2006/relationships/image" Target="../media/image240.png"/><Relationship Id="rId245" Type="http://schemas.openxmlformats.org/officeDocument/2006/relationships/image" Target="../media/image261.svg"/><Relationship Id="rId30" Type="http://schemas.openxmlformats.org/officeDocument/2006/relationships/image" Target="../media/image46.png"/><Relationship Id="rId105" Type="http://schemas.openxmlformats.org/officeDocument/2006/relationships/image" Target="../media/image121.svg"/><Relationship Id="rId126" Type="http://schemas.openxmlformats.org/officeDocument/2006/relationships/image" Target="../media/image142.png"/><Relationship Id="rId147" Type="http://schemas.openxmlformats.org/officeDocument/2006/relationships/image" Target="../media/image163.svg"/><Relationship Id="rId168" Type="http://schemas.openxmlformats.org/officeDocument/2006/relationships/image" Target="../media/image184.png"/><Relationship Id="rId51" Type="http://schemas.openxmlformats.org/officeDocument/2006/relationships/image" Target="../media/image67.svg"/><Relationship Id="rId72" Type="http://schemas.openxmlformats.org/officeDocument/2006/relationships/image" Target="../media/image88.png"/><Relationship Id="rId93" Type="http://schemas.openxmlformats.org/officeDocument/2006/relationships/image" Target="../media/image109.svg"/><Relationship Id="rId189" Type="http://schemas.openxmlformats.org/officeDocument/2006/relationships/image" Target="../media/image205.svg"/><Relationship Id="rId3" Type="http://schemas.openxmlformats.org/officeDocument/2006/relationships/image" Target="../media/image19.svg"/><Relationship Id="rId214" Type="http://schemas.openxmlformats.org/officeDocument/2006/relationships/image" Target="../media/image230.png"/><Relationship Id="rId235" Type="http://schemas.openxmlformats.org/officeDocument/2006/relationships/image" Target="../media/image251.svg"/><Relationship Id="rId256" Type="http://schemas.openxmlformats.org/officeDocument/2006/relationships/image" Target="../media/image272.png"/><Relationship Id="rId116" Type="http://schemas.openxmlformats.org/officeDocument/2006/relationships/image" Target="../media/image132.png"/><Relationship Id="rId137" Type="http://schemas.openxmlformats.org/officeDocument/2006/relationships/image" Target="../media/image153.svg"/><Relationship Id="rId158" Type="http://schemas.openxmlformats.org/officeDocument/2006/relationships/image" Target="../media/image174.png"/><Relationship Id="rId20" Type="http://schemas.openxmlformats.org/officeDocument/2006/relationships/image" Target="../media/image36.png"/><Relationship Id="rId41" Type="http://schemas.openxmlformats.org/officeDocument/2006/relationships/image" Target="../media/image57.svg"/><Relationship Id="rId62" Type="http://schemas.openxmlformats.org/officeDocument/2006/relationships/image" Target="../media/image78.png"/><Relationship Id="rId83" Type="http://schemas.openxmlformats.org/officeDocument/2006/relationships/image" Target="../media/image99.svg"/><Relationship Id="rId179" Type="http://schemas.openxmlformats.org/officeDocument/2006/relationships/image" Target="../media/image195.svg"/><Relationship Id="rId190" Type="http://schemas.openxmlformats.org/officeDocument/2006/relationships/image" Target="../media/image206.png"/><Relationship Id="rId204" Type="http://schemas.openxmlformats.org/officeDocument/2006/relationships/image" Target="../media/image220.png"/><Relationship Id="rId225" Type="http://schemas.openxmlformats.org/officeDocument/2006/relationships/image" Target="../media/image241.svg"/><Relationship Id="rId246" Type="http://schemas.openxmlformats.org/officeDocument/2006/relationships/image" Target="../media/image262.png"/><Relationship Id="rId106" Type="http://schemas.openxmlformats.org/officeDocument/2006/relationships/image" Target="../media/image122.png"/><Relationship Id="rId127" Type="http://schemas.openxmlformats.org/officeDocument/2006/relationships/image" Target="../media/image143.svg"/><Relationship Id="rId10" Type="http://schemas.openxmlformats.org/officeDocument/2006/relationships/image" Target="../media/image26.png"/><Relationship Id="rId31" Type="http://schemas.openxmlformats.org/officeDocument/2006/relationships/image" Target="../media/image47.svg"/><Relationship Id="rId52" Type="http://schemas.openxmlformats.org/officeDocument/2006/relationships/image" Target="../media/image68.png"/><Relationship Id="rId73" Type="http://schemas.openxmlformats.org/officeDocument/2006/relationships/image" Target="../media/image89.svg"/><Relationship Id="rId94" Type="http://schemas.openxmlformats.org/officeDocument/2006/relationships/image" Target="../media/image110.png"/><Relationship Id="rId148" Type="http://schemas.openxmlformats.org/officeDocument/2006/relationships/image" Target="../media/image164.png"/><Relationship Id="rId169" Type="http://schemas.openxmlformats.org/officeDocument/2006/relationships/image" Target="../media/image185.svg"/><Relationship Id="rId4" Type="http://schemas.openxmlformats.org/officeDocument/2006/relationships/image" Target="../media/image20.png"/><Relationship Id="rId180" Type="http://schemas.openxmlformats.org/officeDocument/2006/relationships/image" Target="../media/image196.png"/><Relationship Id="rId215" Type="http://schemas.openxmlformats.org/officeDocument/2006/relationships/image" Target="../media/image231.svg"/><Relationship Id="rId236" Type="http://schemas.openxmlformats.org/officeDocument/2006/relationships/image" Target="../media/image252.png"/><Relationship Id="rId257" Type="http://schemas.openxmlformats.org/officeDocument/2006/relationships/image" Target="../media/image273.svg"/></Relationships>
</file>

<file path=ppt/slides/_rels/slide68.xml.rels><?xml version="1.0" encoding="UTF-8" standalone="yes"?>
<Relationships xmlns="http://schemas.openxmlformats.org/package/2006/relationships"><Relationship Id="rId117" Type="http://schemas.openxmlformats.org/officeDocument/2006/relationships/image" Target="../media/image391.svg"/><Relationship Id="rId21" Type="http://schemas.openxmlformats.org/officeDocument/2006/relationships/image" Target="../media/image295.svg"/><Relationship Id="rId42" Type="http://schemas.openxmlformats.org/officeDocument/2006/relationships/image" Target="../media/image316.png"/><Relationship Id="rId63" Type="http://schemas.openxmlformats.org/officeDocument/2006/relationships/image" Target="../media/image337.svg"/><Relationship Id="rId84" Type="http://schemas.openxmlformats.org/officeDocument/2006/relationships/image" Target="../media/image358.png"/><Relationship Id="rId138" Type="http://schemas.openxmlformats.org/officeDocument/2006/relationships/image" Target="../media/image412.png"/><Relationship Id="rId159" Type="http://schemas.openxmlformats.org/officeDocument/2006/relationships/image" Target="../media/image433.svg"/><Relationship Id="rId170" Type="http://schemas.openxmlformats.org/officeDocument/2006/relationships/image" Target="../media/image444.png"/><Relationship Id="rId191" Type="http://schemas.openxmlformats.org/officeDocument/2006/relationships/image" Target="../media/image465.svg"/><Relationship Id="rId205" Type="http://schemas.openxmlformats.org/officeDocument/2006/relationships/image" Target="../media/image479.svg"/><Relationship Id="rId226" Type="http://schemas.openxmlformats.org/officeDocument/2006/relationships/image" Target="../media/image500.png"/><Relationship Id="rId247" Type="http://schemas.openxmlformats.org/officeDocument/2006/relationships/image" Target="../media/image521.svg"/><Relationship Id="rId107" Type="http://schemas.openxmlformats.org/officeDocument/2006/relationships/image" Target="../media/image381.svg"/><Relationship Id="rId11" Type="http://schemas.openxmlformats.org/officeDocument/2006/relationships/image" Target="../media/image285.svg"/><Relationship Id="rId32" Type="http://schemas.openxmlformats.org/officeDocument/2006/relationships/image" Target="../media/image306.png"/><Relationship Id="rId53" Type="http://schemas.openxmlformats.org/officeDocument/2006/relationships/image" Target="../media/image327.svg"/><Relationship Id="rId74" Type="http://schemas.openxmlformats.org/officeDocument/2006/relationships/image" Target="../media/image348.png"/><Relationship Id="rId128" Type="http://schemas.openxmlformats.org/officeDocument/2006/relationships/image" Target="../media/image402.png"/><Relationship Id="rId149" Type="http://schemas.openxmlformats.org/officeDocument/2006/relationships/image" Target="../media/image423.svg"/><Relationship Id="rId5" Type="http://schemas.openxmlformats.org/officeDocument/2006/relationships/image" Target="../media/image279.svg"/><Relationship Id="rId95" Type="http://schemas.openxmlformats.org/officeDocument/2006/relationships/image" Target="../media/image369.svg"/><Relationship Id="rId160" Type="http://schemas.openxmlformats.org/officeDocument/2006/relationships/image" Target="../media/image434.png"/><Relationship Id="rId181" Type="http://schemas.openxmlformats.org/officeDocument/2006/relationships/image" Target="../media/image455.svg"/><Relationship Id="rId216" Type="http://schemas.openxmlformats.org/officeDocument/2006/relationships/image" Target="../media/image490.png"/><Relationship Id="rId237" Type="http://schemas.openxmlformats.org/officeDocument/2006/relationships/image" Target="../media/image511.svg"/><Relationship Id="rId258" Type="http://schemas.openxmlformats.org/officeDocument/2006/relationships/image" Target="../media/image532.png"/><Relationship Id="rId22" Type="http://schemas.openxmlformats.org/officeDocument/2006/relationships/image" Target="../media/image296.png"/><Relationship Id="rId43" Type="http://schemas.openxmlformats.org/officeDocument/2006/relationships/image" Target="../media/image317.svg"/><Relationship Id="rId64" Type="http://schemas.openxmlformats.org/officeDocument/2006/relationships/image" Target="../media/image338.png"/><Relationship Id="rId118" Type="http://schemas.openxmlformats.org/officeDocument/2006/relationships/image" Target="../media/image392.png"/><Relationship Id="rId139" Type="http://schemas.openxmlformats.org/officeDocument/2006/relationships/image" Target="../media/image413.svg"/><Relationship Id="rId85" Type="http://schemas.openxmlformats.org/officeDocument/2006/relationships/image" Target="../media/image359.svg"/><Relationship Id="rId150" Type="http://schemas.openxmlformats.org/officeDocument/2006/relationships/image" Target="../media/image424.png"/><Relationship Id="rId171" Type="http://schemas.openxmlformats.org/officeDocument/2006/relationships/image" Target="../media/image445.svg"/><Relationship Id="rId192" Type="http://schemas.openxmlformats.org/officeDocument/2006/relationships/image" Target="../media/image466.png"/><Relationship Id="rId206" Type="http://schemas.openxmlformats.org/officeDocument/2006/relationships/image" Target="../media/image480.png"/><Relationship Id="rId227" Type="http://schemas.openxmlformats.org/officeDocument/2006/relationships/image" Target="../media/image501.svg"/><Relationship Id="rId248" Type="http://schemas.openxmlformats.org/officeDocument/2006/relationships/image" Target="../media/image522.png"/><Relationship Id="rId12" Type="http://schemas.openxmlformats.org/officeDocument/2006/relationships/image" Target="../media/image286.png"/><Relationship Id="rId33" Type="http://schemas.openxmlformats.org/officeDocument/2006/relationships/image" Target="../media/image307.svg"/><Relationship Id="rId108" Type="http://schemas.openxmlformats.org/officeDocument/2006/relationships/image" Target="../media/image382.png"/><Relationship Id="rId129" Type="http://schemas.openxmlformats.org/officeDocument/2006/relationships/image" Target="../media/image403.svg"/><Relationship Id="rId54" Type="http://schemas.openxmlformats.org/officeDocument/2006/relationships/image" Target="../media/image328.png"/><Relationship Id="rId75" Type="http://schemas.openxmlformats.org/officeDocument/2006/relationships/image" Target="../media/image349.svg"/><Relationship Id="rId96" Type="http://schemas.openxmlformats.org/officeDocument/2006/relationships/image" Target="../media/image370.png"/><Relationship Id="rId140" Type="http://schemas.openxmlformats.org/officeDocument/2006/relationships/image" Target="../media/image414.png"/><Relationship Id="rId161" Type="http://schemas.openxmlformats.org/officeDocument/2006/relationships/image" Target="../media/image435.svg"/><Relationship Id="rId182" Type="http://schemas.openxmlformats.org/officeDocument/2006/relationships/image" Target="../media/image456.png"/><Relationship Id="rId217" Type="http://schemas.openxmlformats.org/officeDocument/2006/relationships/image" Target="../media/image491.svg"/><Relationship Id="rId6" Type="http://schemas.openxmlformats.org/officeDocument/2006/relationships/image" Target="../media/image280.png"/><Relationship Id="rId238" Type="http://schemas.openxmlformats.org/officeDocument/2006/relationships/image" Target="../media/image512.png"/><Relationship Id="rId259" Type="http://schemas.openxmlformats.org/officeDocument/2006/relationships/image" Target="../media/image533.svg"/><Relationship Id="rId23" Type="http://schemas.openxmlformats.org/officeDocument/2006/relationships/image" Target="../media/image297.svg"/><Relationship Id="rId119" Type="http://schemas.openxmlformats.org/officeDocument/2006/relationships/image" Target="../media/image393.svg"/><Relationship Id="rId44" Type="http://schemas.openxmlformats.org/officeDocument/2006/relationships/image" Target="../media/image318.png"/><Relationship Id="rId65" Type="http://schemas.openxmlformats.org/officeDocument/2006/relationships/image" Target="../media/image339.svg"/><Relationship Id="rId86" Type="http://schemas.openxmlformats.org/officeDocument/2006/relationships/image" Target="../media/image360.png"/><Relationship Id="rId130" Type="http://schemas.openxmlformats.org/officeDocument/2006/relationships/image" Target="../media/image404.png"/><Relationship Id="rId151" Type="http://schemas.openxmlformats.org/officeDocument/2006/relationships/image" Target="../media/image425.svg"/><Relationship Id="rId172" Type="http://schemas.openxmlformats.org/officeDocument/2006/relationships/image" Target="../media/image446.png"/><Relationship Id="rId193" Type="http://schemas.openxmlformats.org/officeDocument/2006/relationships/image" Target="../media/image467.svg"/><Relationship Id="rId207" Type="http://schemas.openxmlformats.org/officeDocument/2006/relationships/image" Target="../media/image481.svg"/><Relationship Id="rId228" Type="http://schemas.openxmlformats.org/officeDocument/2006/relationships/image" Target="../media/image502.png"/><Relationship Id="rId249" Type="http://schemas.openxmlformats.org/officeDocument/2006/relationships/image" Target="../media/image523.svg"/><Relationship Id="rId13" Type="http://schemas.openxmlformats.org/officeDocument/2006/relationships/image" Target="../media/image287.svg"/><Relationship Id="rId109" Type="http://schemas.openxmlformats.org/officeDocument/2006/relationships/image" Target="../media/image383.svg"/><Relationship Id="rId34" Type="http://schemas.openxmlformats.org/officeDocument/2006/relationships/image" Target="../media/image308.png"/><Relationship Id="rId55" Type="http://schemas.openxmlformats.org/officeDocument/2006/relationships/image" Target="../media/image329.svg"/><Relationship Id="rId76" Type="http://schemas.openxmlformats.org/officeDocument/2006/relationships/image" Target="../media/image350.png"/><Relationship Id="rId97" Type="http://schemas.openxmlformats.org/officeDocument/2006/relationships/image" Target="../media/image371.svg"/><Relationship Id="rId120" Type="http://schemas.openxmlformats.org/officeDocument/2006/relationships/image" Target="../media/image394.png"/><Relationship Id="rId141" Type="http://schemas.openxmlformats.org/officeDocument/2006/relationships/image" Target="../media/image415.svg"/><Relationship Id="rId7" Type="http://schemas.openxmlformats.org/officeDocument/2006/relationships/image" Target="../media/image281.svg"/><Relationship Id="rId162" Type="http://schemas.openxmlformats.org/officeDocument/2006/relationships/image" Target="../media/image436.png"/><Relationship Id="rId183" Type="http://schemas.openxmlformats.org/officeDocument/2006/relationships/image" Target="../media/image457.svg"/><Relationship Id="rId218" Type="http://schemas.openxmlformats.org/officeDocument/2006/relationships/image" Target="../media/image492.png"/><Relationship Id="rId239" Type="http://schemas.openxmlformats.org/officeDocument/2006/relationships/image" Target="../media/image513.svg"/><Relationship Id="rId250" Type="http://schemas.openxmlformats.org/officeDocument/2006/relationships/image" Target="../media/image524.png"/><Relationship Id="rId24" Type="http://schemas.openxmlformats.org/officeDocument/2006/relationships/image" Target="../media/image298.png"/><Relationship Id="rId45" Type="http://schemas.openxmlformats.org/officeDocument/2006/relationships/image" Target="../media/image319.svg"/><Relationship Id="rId66" Type="http://schemas.openxmlformats.org/officeDocument/2006/relationships/image" Target="../media/image340.png"/><Relationship Id="rId87" Type="http://schemas.openxmlformats.org/officeDocument/2006/relationships/image" Target="../media/image361.svg"/><Relationship Id="rId110" Type="http://schemas.openxmlformats.org/officeDocument/2006/relationships/image" Target="../media/image384.png"/><Relationship Id="rId131" Type="http://schemas.openxmlformats.org/officeDocument/2006/relationships/image" Target="../media/image405.svg"/><Relationship Id="rId152" Type="http://schemas.openxmlformats.org/officeDocument/2006/relationships/image" Target="../media/image426.png"/><Relationship Id="rId173" Type="http://schemas.openxmlformats.org/officeDocument/2006/relationships/image" Target="../media/image447.svg"/><Relationship Id="rId194" Type="http://schemas.openxmlformats.org/officeDocument/2006/relationships/image" Target="../media/image468.png"/><Relationship Id="rId208" Type="http://schemas.openxmlformats.org/officeDocument/2006/relationships/image" Target="../media/image482.png"/><Relationship Id="rId229" Type="http://schemas.openxmlformats.org/officeDocument/2006/relationships/image" Target="../media/image503.svg"/><Relationship Id="rId240" Type="http://schemas.openxmlformats.org/officeDocument/2006/relationships/image" Target="../media/image514.png"/><Relationship Id="rId14" Type="http://schemas.openxmlformats.org/officeDocument/2006/relationships/image" Target="../media/image288.png"/><Relationship Id="rId35" Type="http://schemas.openxmlformats.org/officeDocument/2006/relationships/image" Target="../media/image309.svg"/><Relationship Id="rId56" Type="http://schemas.openxmlformats.org/officeDocument/2006/relationships/image" Target="../media/image330.png"/><Relationship Id="rId77" Type="http://schemas.openxmlformats.org/officeDocument/2006/relationships/image" Target="../media/image351.svg"/><Relationship Id="rId100" Type="http://schemas.openxmlformats.org/officeDocument/2006/relationships/image" Target="../media/image374.png"/><Relationship Id="rId8" Type="http://schemas.openxmlformats.org/officeDocument/2006/relationships/image" Target="../media/image282.png"/><Relationship Id="rId98" Type="http://schemas.openxmlformats.org/officeDocument/2006/relationships/image" Target="../media/image372.png"/><Relationship Id="rId121" Type="http://schemas.openxmlformats.org/officeDocument/2006/relationships/image" Target="../media/image395.svg"/><Relationship Id="rId142" Type="http://schemas.openxmlformats.org/officeDocument/2006/relationships/image" Target="../media/image416.png"/><Relationship Id="rId163" Type="http://schemas.openxmlformats.org/officeDocument/2006/relationships/image" Target="../media/image437.svg"/><Relationship Id="rId184" Type="http://schemas.openxmlformats.org/officeDocument/2006/relationships/image" Target="../media/image458.png"/><Relationship Id="rId219" Type="http://schemas.openxmlformats.org/officeDocument/2006/relationships/image" Target="../media/image493.svg"/><Relationship Id="rId230" Type="http://schemas.openxmlformats.org/officeDocument/2006/relationships/image" Target="../media/image504.png"/><Relationship Id="rId251" Type="http://schemas.openxmlformats.org/officeDocument/2006/relationships/image" Target="../media/image525.svg"/><Relationship Id="rId25" Type="http://schemas.openxmlformats.org/officeDocument/2006/relationships/image" Target="../media/image299.svg"/><Relationship Id="rId46" Type="http://schemas.openxmlformats.org/officeDocument/2006/relationships/image" Target="../media/image320.png"/><Relationship Id="rId67" Type="http://schemas.openxmlformats.org/officeDocument/2006/relationships/image" Target="../media/image341.svg"/><Relationship Id="rId88" Type="http://schemas.openxmlformats.org/officeDocument/2006/relationships/image" Target="../media/image362.png"/><Relationship Id="rId111" Type="http://schemas.openxmlformats.org/officeDocument/2006/relationships/image" Target="../media/image385.svg"/><Relationship Id="rId132" Type="http://schemas.openxmlformats.org/officeDocument/2006/relationships/image" Target="../media/image406.png"/><Relationship Id="rId153" Type="http://schemas.openxmlformats.org/officeDocument/2006/relationships/image" Target="../media/image427.svg"/><Relationship Id="rId174" Type="http://schemas.openxmlformats.org/officeDocument/2006/relationships/image" Target="../media/image448.png"/><Relationship Id="rId195" Type="http://schemas.openxmlformats.org/officeDocument/2006/relationships/image" Target="../media/image469.svg"/><Relationship Id="rId209" Type="http://schemas.openxmlformats.org/officeDocument/2006/relationships/image" Target="../media/image483.svg"/><Relationship Id="rId220" Type="http://schemas.openxmlformats.org/officeDocument/2006/relationships/image" Target="../media/image494.png"/><Relationship Id="rId241" Type="http://schemas.openxmlformats.org/officeDocument/2006/relationships/image" Target="../media/image515.svg"/><Relationship Id="rId15" Type="http://schemas.openxmlformats.org/officeDocument/2006/relationships/image" Target="../media/image289.svg"/><Relationship Id="rId36" Type="http://schemas.openxmlformats.org/officeDocument/2006/relationships/image" Target="../media/image310.png"/><Relationship Id="rId57" Type="http://schemas.openxmlformats.org/officeDocument/2006/relationships/image" Target="../media/image331.svg"/><Relationship Id="rId78" Type="http://schemas.openxmlformats.org/officeDocument/2006/relationships/image" Target="../media/image352.png"/><Relationship Id="rId99" Type="http://schemas.openxmlformats.org/officeDocument/2006/relationships/image" Target="../media/image373.svg"/><Relationship Id="rId101" Type="http://schemas.openxmlformats.org/officeDocument/2006/relationships/image" Target="../media/image375.svg"/><Relationship Id="rId122" Type="http://schemas.openxmlformats.org/officeDocument/2006/relationships/image" Target="../media/image396.png"/><Relationship Id="rId143" Type="http://schemas.openxmlformats.org/officeDocument/2006/relationships/image" Target="../media/image417.svg"/><Relationship Id="rId164" Type="http://schemas.openxmlformats.org/officeDocument/2006/relationships/image" Target="../media/image438.png"/><Relationship Id="rId185" Type="http://schemas.openxmlformats.org/officeDocument/2006/relationships/image" Target="../media/image459.svg"/><Relationship Id="rId9" Type="http://schemas.openxmlformats.org/officeDocument/2006/relationships/image" Target="../media/image283.svg"/><Relationship Id="rId210" Type="http://schemas.openxmlformats.org/officeDocument/2006/relationships/image" Target="../media/image484.png"/><Relationship Id="rId26" Type="http://schemas.openxmlformats.org/officeDocument/2006/relationships/image" Target="../media/image300.png"/><Relationship Id="rId231" Type="http://schemas.openxmlformats.org/officeDocument/2006/relationships/image" Target="../media/image505.svg"/><Relationship Id="rId252" Type="http://schemas.openxmlformats.org/officeDocument/2006/relationships/image" Target="../media/image526.png"/><Relationship Id="rId47" Type="http://schemas.openxmlformats.org/officeDocument/2006/relationships/image" Target="../media/image321.svg"/><Relationship Id="rId68" Type="http://schemas.openxmlformats.org/officeDocument/2006/relationships/image" Target="../media/image342.png"/><Relationship Id="rId89" Type="http://schemas.openxmlformats.org/officeDocument/2006/relationships/image" Target="../media/image363.svg"/><Relationship Id="rId112" Type="http://schemas.openxmlformats.org/officeDocument/2006/relationships/image" Target="../media/image386.png"/><Relationship Id="rId133" Type="http://schemas.openxmlformats.org/officeDocument/2006/relationships/image" Target="../media/image407.svg"/><Relationship Id="rId154" Type="http://schemas.openxmlformats.org/officeDocument/2006/relationships/image" Target="../media/image428.png"/><Relationship Id="rId175" Type="http://schemas.openxmlformats.org/officeDocument/2006/relationships/image" Target="../media/image449.svg"/><Relationship Id="rId196" Type="http://schemas.openxmlformats.org/officeDocument/2006/relationships/image" Target="../media/image470.png"/><Relationship Id="rId200" Type="http://schemas.openxmlformats.org/officeDocument/2006/relationships/image" Target="../media/image474.png"/><Relationship Id="rId16" Type="http://schemas.openxmlformats.org/officeDocument/2006/relationships/image" Target="../media/image290.png"/><Relationship Id="rId221" Type="http://schemas.openxmlformats.org/officeDocument/2006/relationships/image" Target="../media/image495.svg"/><Relationship Id="rId242" Type="http://schemas.openxmlformats.org/officeDocument/2006/relationships/image" Target="../media/image516.png"/><Relationship Id="rId37" Type="http://schemas.openxmlformats.org/officeDocument/2006/relationships/image" Target="../media/image311.svg"/><Relationship Id="rId58" Type="http://schemas.openxmlformats.org/officeDocument/2006/relationships/image" Target="../media/image332.png"/><Relationship Id="rId79" Type="http://schemas.openxmlformats.org/officeDocument/2006/relationships/image" Target="../media/image353.svg"/><Relationship Id="rId102" Type="http://schemas.openxmlformats.org/officeDocument/2006/relationships/image" Target="../media/image376.png"/><Relationship Id="rId123" Type="http://schemas.openxmlformats.org/officeDocument/2006/relationships/image" Target="../media/image397.svg"/><Relationship Id="rId144" Type="http://schemas.openxmlformats.org/officeDocument/2006/relationships/image" Target="../media/image418.png"/><Relationship Id="rId90" Type="http://schemas.openxmlformats.org/officeDocument/2006/relationships/image" Target="../media/image364.png"/><Relationship Id="rId165" Type="http://schemas.openxmlformats.org/officeDocument/2006/relationships/image" Target="../media/image439.svg"/><Relationship Id="rId186" Type="http://schemas.openxmlformats.org/officeDocument/2006/relationships/image" Target="../media/image460.png"/><Relationship Id="rId211" Type="http://schemas.openxmlformats.org/officeDocument/2006/relationships/image" Target="../media/image485.svg"/><Relationship Id="rId232" Type="http://schemas.openxmlformats.org/officeDocument/2006/relationships/image" Target="../media/image506.png"/><Relationship Id="rId253" Type="http://schemas.openxmlformats.org/officeDocument/2006/relationships/image" Target="../media/image527.svg"/><Relationship Id="rId27" Type="http://schemas.openxmlformats.org/officeDocument/2006/relationships/image" Target="../media/image301.svg"/><Relationship Id="rId48" Type="http://schemas.openxmlformats.org/officeDocument/2006/relationships/image" Target="../media/image322.png"/><Relationship Id="rId69" Type="http://schemas.openxmlformats.org/officeDocument/2006/relationships/image" Target="../media/image343.svg"/><Relationship Id="rId113" Type="http://schemas.openxmlformats.org/officeDocument/2006/relationships/image" Target="../media/image387.svg"/><Relationship Id="rId134" Type="http://schemas.openxmlformats.org/officeDocument/2006/relationships/image" Target="../media/image408.png"/><Relationship Id="rId80" Type="http://schemas.openxmlformats.org/officeDocument/2006/relationships/image" Target="../media/image354.png"/><Relationship Id="rId155" Type="http://schemas.openxmlformats.org/officeDocument/2006/relationships/image" Target="../media/image429.svg"/><Relationship Id="rId176" Type="http://schemas.openxmlformats.org/officeDocument/2006/relationships/image" Target="../media/image450.png"/><Relationship Id="rId197" Type="http://schemas.openxmlformats.org/officeDocument/2006/relationships/image" Target="../media/image471.svg"/><Relationship Id="rId201" Type="http://schemas.openxmlformats.org/officeDocument/2006/relationships/image" Target="../media/image475.svg"/><Relationship Id="rId222" Type="http://schemas.openxmlformats.org/officeDocument/2006/relationships/image" Target="../media/image496.png"/><Relationship Id="rId243" Type="http://schemas.openxmlformats.org/officeDocument/2006/relationships/image" Target="../media/image517.svg"/><Relationship Id="rId17" Type="http://schemas.openxmlformats.org/officeDocument/2006/relationships/image" Target="../media/image291.svg"/><Relationship Id="rId38" Type="http://schemas.openxmlformats.org/officeDocument/2006/relationships/image" Target="../media/image312.png"/><Relationship Id="rId59" Type="http://schemas.openxmlformats.org/officeDocument/2006/relationships/image" Target="../media/image333.svg"/><Relationship Id="rId103" Type="http://schemas.openxmlformats.org/officeDocument/2006/relationships/image" Target="../media/image377.svg"/><Relationship Id="rId124" Type="http://schemas.openxmlformats.org/officeDocument/2006/relationships/image" Target="../media/image398.png"/><Relationship Id="rId70" Type="http://schemas.openxmlformats.org/officeDocument/2006/relationships/image" Target="../media/image344.png"/><Relationship Id="rId91" Type="http://schemas.openxmlformats.org/officeDocument/2006/relationships/image" Target="../media/image365.svg"/><Relationship Id="rId145" Type="http://schemas.openxmlformats.org/officeDocument/2006/relationships/image" Target="../media/image419.svg"/><Relationship Id="rId166" Type="http://schemas.openxmlformats.org/officeDocument/2006/relationships/image" Target="../media/image440.png"/><Relationship Id="rId187" Type="http://schemas.openxmlformats.org/officeDocument/2006/relationships/image" Target="../media/image461.svg"/><Relationship Id="rId1" Type="http://schemas.openxmlformats.org/officeDocument/2006/relationships/slideLayout" Target="../slideLayouts/slideLayout23.xml"/><Relationship Id="rId212" Type="http://schemas.openxmlformats.org/officeDocument/2006/relationships/image" Target="../media/image486.png"/><Relationship Id="rId233" Type="http://schemas.openxmlformats.org/officeDocument/2006/relationships/image" Target="../media/image507.svg"/><Relationship Id="rId254" Type="http://schemas.openxmlformats.org/officeDocument/2006/relationships/image" Target="../media/image528.png"/><Relationship Id="rId28" Type="http://schemas.openxmlformats.org/officeDocument/2006/relationships/image" Target="../media/image302.png"/><Relationship Id="rId49" Type="http://schemas.openxmlformats.org/officeDocument/2006/relationships/image" Target="../media/image323.svg"/><Relationship Id="rId114" Type="http://schemas.openxmlformats.org/officeDocument/2006/relationships/image" Target="../media/image388.png"/><Relationship Id="rId60" Type="http://schemas.openxmlformats.org/officeDocument/2006/relationships/image" Target="../media/image334.png"/><Relationship Id="rId81" Type="http://schemas.openxmlformats.org/officeDocument/2006/relationships/image" Target="../media/image355.svg"/><Relationship Id="rId135" Type="http://schemas.openxmlformats.org/officeDocument/2006/relationships/image" Target="../media/image409.svg"/><Relationship Id="rId156" Type="http://schemas.openxmlformats.org/officeDocument/2006/relationships/image" Target="../media/image430.png"/><Relationship Id="rId177" Type="http://schemas.openxmlformats.org/officeDocument/2006/relationships/image" Target="../media/image451.svg"/><Relationship Id="rId198" Type="http://schemas.openxmlformats.org/officeDocument/2006/relationships/image" Target="../media/image472.png"/><Relationship Id="rId202" Type="http://schemas.openxmlformats.org/officeDocument/2006/relationships/image" Target="../media/image476.png"/><Relationship Id="rId223" Type="http://schemas.openxmlformats.org/officeDocument/2006/relationships/image" Target="../media/image497.svg"/><Relationship Id="rId244" Type="http://schemas.openxmlformats.org/officeDocument/2006/relationships/image" Target="../media/image518.png"/><Relationship Id="rId18" Type="http://schemas.openxmlformats.org/officeDocument/2006/relationships/image" Target="../media/image292.png"/><Relationship Id="rId39" Type="http://schemas.openxmlformats.org/officeDocument/2006/relationships/image" Target="../media/image313.svg"/><Relationship Id="rId50" Type="http://schemas.openxmlformats.org/officeDocument/2006/relationships/image" Target="../media/image324.png"/><Relationship Id="rId104" Type="http://schemas.openxmlformats.org/officeDocument/2006/relationships/image" Target="../media/image378.png"/><Relationship Id="rId125" Type="http://schemas.openxmlformats.org/officeDocument/2006/relationships/image" Target="../media/image399.svg"/><Relationship Id="rId146" Type="http://schemas.openxmlformats.org/officeDocument/2006/relationships/image" Target="../media/image420.png"/><Relationship Id="rId167" Type="http://schemas.openxmlformats.org/officeDocument/2006/relationships/image" Target="../media/image441.svg"/><Relationship Id="rId188" Type="http://schemas.openxmlformats.org/officeDocument/2006/relationships/image" Target="../media/image462.png"/><Relationship Id="rId71" Type="http://schemas.openxmlformats.org/officeDocument/2006/relationships/image" Target="../media/image345.svg"/><Relationship Id="rId92" Type="http://schemas.openxmlformats.org/officeDocument/2006/relationships/image" Target="../media/image366.png"/><Relationship Id="rId213" Type="http://schemas.openxmlformats.org/officeDocument/2006/relationships/image" Target="../media/image487.svg"/><Relationship Id="rId234" Type="http://schemas.openxmlformats.org/officeDocument/2006/relationships/image" Target="../media/image508.png"/><Relationship Id="rId2" Type="http://schemas.openxmlformats.org/officeDocument/2006/relationships/image" Target="../media/image276.png"/><Relationship Id="rId29" Type="http://schemas.openxmlformats.org/officeDocument/2006/relationships/image" Target="../media/image303.svg"/><Relationship Id="rId255" Type="http://schemas.openxmlformats.org/officeDocument/2006/relationships/image" Target="../media/image529.svg"/><Relationship Id="rId40" Type="http://schemas.openxmlformats.org/officeDocument/2006/relationships/image" Target="../media/image314.png"/><Relationship Id="rId115" Type="http://schemas.openxmlformats.org/officeDocument/2006/relationships/image" Target="../media/image389.svg"/><Relationship Id="rId136" Type="http://schemas.openxmlformats.org/officeDocument/2006/relationships/image" Target="../media/image410.png"/><Relationship Id="rId157" Type="http://schemas.openxmlformats.org/officeDocument/2006/relationships/image" Target="../media/image431.svg"/><Relationship Id="rId178" Type="http://schemas.openxmlformats.org/officeDocument/2006/relationships/image" Target="../media/image452.png"/><Relationship Id="rId61" Type="http://schemas.openxmlformats.org/officeDocument/2006/relationships/image" Target="../media/image335.svg"/><Relationship Id="rId82" Type="http://schemas.openxmlformats.org/officeDocument/2006/relationships/image" Target="../media/image356.png"/><Relationship Id="rId199" Type="http://schemas.openxmlformats.org/officeDocument/2006/relationships/image" Target="../media/image473.svg"/><Relationship Id="rId203" Type="http://schemas.openxmlformats.org/officeDocument/2006/relationships/image" Target="../media/image477.svg"/><Relationship Id="rId19" Type="http://schemas.openxmlformats.org/officeDocument/2006/relationships/image" Target="../media/image293.svg"/><Relationship Id="rId224" Type="http://schemas.openxmlformats.org/officeDocument/2006/relationships/image" Target="../media/image498.png"/><Relationship Id="rId245" Type="http://schemas.openxmlformats.org/officeDocument/2006/relationships/image" Target="../media/image519.svg"/><Relationship Id="rId30" Type="http://schemas.openxmlformats.org/officeDocument/2006/relationships/image" Target="../media/image304.png"/><Relationship Id="rId105" Type="http://schemas.openxmlformats.org/officeDocument/2006/relationships/image" Target="../media/image379.svg"/><Relationship Id="rId126" Type="http://schemas.openxmlformats.org/officeDocument/2006/relationships/image" Target="../media/image400.png"/><Relationship Id="rId147" Type="http://schemas.openxmlformats.org/officeDocument/2006/relationships/image" Target="../media/image421.svg"/><Relationship Id="rId168" Type="http://schemas.openxmlformats.org/officeDocument/2006/relationships/image" Target="../media/image442.png"/><Relationship Id="rId51" Type="http://schemas.openxmlformats.org/officeDocument/2006/relationships/image" Target="../media/image325.svg"/><Relationship Id="rId72" Type="http://schemas.openxmlformats.org/officeDocument/2006/relationships/image" Target="../media/image346.png"/><Relationship Id="rId93" Type="http://schemas.openxmlformats.org/officeDocument/2006/relationships/image" Target="../media/image367.svg"/><Relationship Id="rId189" Type="http://schemas.openxmlformats.org/officeDocument/2006/relationships/image" Target="../media/image463.svg"/><Relationship Id="rId3" Type="http://schemas.openxmlformats.org/officeDocument/2006/relationships/image" Target="../media/image277.svg"/><Relationship Id="rId214" Type="http://schemas.openxmlformats.org/officeDocument/2006/relationships/image" Target="../media/image488.png"/><Relationship Id="rId235" Type="http://schemas.openxmlformats.org/officeDocument/2006/relationships/image" Target="../media/image509.svg"/><Relationship Id="rId256" Type="http://schemas.openxmlformats.org/officeDocument/2006/relationships/image" Target="../media/image530.png"/><Relationship Id="rId116" Type="http://schemas.openxmlformats.org/officeDocument/2006/relationships/image" Target="../media/image390.png"/><Relationship Id="rId137" Type="http://schemas.openxmlformats.org/officeDocument/2006/relationships/image" Target="../media/image411.svg"/><Relationship Id="rId158" Type="http://schemas.openxmlformats.org/officeDocument/2006/relationships/image" Target="../media/image432.png"/><Relationship Id="rId20" Type="http://schemas.openxmlformats.org/officeDocument/2006/relationships/image" Target="../media/image294.png"/><Relationship Id="rId41" Type="http://schemas.openxmlformats.org/officeDocument/2006/relationships/image" Target="../media/image315.svg"/><Relationship Id="rId62" Type="http://schemas.openxmlformats.org/officeDocument/2006/relationships/image" Target="../media/image336.png"/><Relationship Id="rId83" Type="http://schemas.openxmlformats.org/officeDocument/2006/relationships/image" Target="../media/image357.svg"/><Relationship Id="rId179" Type="http://schemas.openxmlformats.org/officeDocument/2006/relationships/image" Target="../media/image453.svg"/><Relationship Id="rId190" Type="http://schemas.openxmlformats.org/officeDocument/2006/relationships/image" Target="../media/image464.png"/><Relationship Id="rId204" Type="http://schemas.openxmlformats.org/officeDocument/2006/relationships/image" Target="../media/image478.png"/><Relationship Id="rId225" Type="http://schemas.openxmlformats.org/officeDocument/2006/relationships/image" Target="../media/image499.svg"/><Relationship Id="rId246" Type="http://schemas.openxmlformats.org/officeDocument/2006/relationships/image" Target="../media/image520.png"/><Relationship Id="rId106" Type="http://schemas.openxmlformats.org/officeDocument/2006/relationships/image" Target="../media/image380.png"/><Relationship Id="rId127" Type="http://schemas.openxmlformats.org/officeDocument/2006/relationships/image" Target="../media/image401.svg"/><Relationship Id="rId10" Type="http://schemas.openxmlformats.org/officeDocument/2006/relationships/image" Target="../media/image284.png"/><Relationship Id="rId31" Type="http://schemas.openxmlformats.org/officeDocument/2006/relationships/image" Target="../media/image305.svg"/><Relationship Id="rId52" Type="http://schemas.openxmlformats.org/officeDocument/2006/relationships/image" Target="../media/image326.png"/><Relationship Id="rId73" Type="http://schemas.openxmlformats.org/officeDocument/2006/relationships/image" Target="../media/image347.svg"/><Relationship Id="rId94" Type="http://schemas.openxmlformats.org/officeDocument/2006/relationships/image" Target="../media/image368.png"/><Relationship Id="rId148" Type="http://schemas.openxmlformats.org/officeDocument/2006/relationships/image" Target="../media/image422.png"/><Relationship Id="rId169" Type="http://schemas.openxmlformats.org/officeDocument/2006/relationships/image" Target="../media/image443.svg"/><Relationship Id="rId4" Type="http://schemas.openxmlformats.org/officeDocument/2006/relationships/image" Target="../media/image278.png"/><Relationship Id="rId180" Type="http://schemas.openxmlformats.org/officeDocument/2006/relationships/image" Target="../media/image454.png"/><Relationship Id="rId215" Type="http://schemas.openxmlformats.org/officeDocument/2006/relationships/image" Target="../media/image489.svg"/><Relationship Id="rId236" Type="http://schemas.openxmlformats.org/officeDocument/2006/relationships/image" Target="../media/image510.png"/><Relationship Id="rId257" Type="http://schemas.openxmlformats.org/officeDocument/2006/relationships/image" Target="../media/image531.svg"/></Relationships>
</file>

<file path=ppt/slides/_rels/slide69.xml.rels><?xml version="1.0" encoding="UTF-8" standalone="yes"?>
<Relationships xmlns="http://schemas.openxmlformats.org/package/2006/relationships"><Relationship Id="rId26" Type="http://schemas.openxmlformats.org/officeDocument/2006/relationships/image" Target="../media/image557.svg"/><Relationship Id="rId21" Type="http://schemas.openxmlformats.org/officeDocument/2006/relationships/image" Target="../media/image552.png"/><Relationship Id="rId42" Type="http://schemas.openxmlformats.org/officeDocument/2006/relationships/image" Target="../media/image573.svg"/><Relationship Id="rId47" Type="http://schemas.openxmlformats.org/officeDocument/2006/relationships/image" Target="../media/image578.png"/><Relationship Id="rId63" Type="http://schemas.openxmlformats.org/officeDocument/2006/relationships/image" Target="../media/image594.png"/><Relationship Id="rId68" Type="http://schemas.openxmlformats.org/officeDocument/2006/relationships/image" Target="../media/image599.svg"/><Relationship Id="rId84" Type="http://schemas.openxmlformats.org/officeDocument/2006/relationships/image" Target="../media/image613.svg"/><Relationship Id="rId89" Type="http://schemas.openxmlformats.org/officeDocument/2006/relationships/image" Target="../media/image618.png"/><Relationship Id="rId16" Type="http://schemas.openxmlformats.org/officeDocument/2006/relationships/image" Target="../media/image547.svg"/><Relationship Id="rId11" Type="http://schemas.openxmlformats.org/officeDocument/2006/relationships/image" Target="../media/image542.png"/><Relationship Id="rId32" Type="http://schemas.openxmlformats.org/officeDocument/2006/relationships/image" Target="../media/image563.svg"/><Relationship Id="rId37" Type="http://schemas.openxmlformats.org/officeDocument/2006/relationships/image" Target="../media/image568.png"/><Relationship Id="rId53" Type="http://schemas.openxmlformats.org/officeDocument/2006/relationships/image" Target="../media/image584.png"/><Relationship Id="rId58" Type="http://schemas.openxmlformats.org/officeDocument/2006/relationships/image" Target="../media/image589.svg"/><Relationship Id="rId74" Type="http://schemas.openxmlformats.org/officeDocument/2006/relationships/image" Target="../media/image605.svg"/><Relationship Id="rId79" Type="http://schemas.openxmlformats.org/officeDocument/2006/relationships/image" Target="../media/image608.png"/><Relationship Id="rId5" Type="http://schemas.openxmlformats.org/officeDocument/2006/relationships/image" Target="../media/image536.png"/><Relationship Id="rId90" Type="http://schemas.openxmlformats.org/officeDocument/2006/relationships/image" Target="../media/image619.svg"/><Relationship Id="rId95" Type="http://schemas.openxmlformats.org/officeDocument/2006/relationships/image" Target="../media/image624.png"/><Relationship Id="rId22" Type="http://schemas.openxmlformats.org/officeDocument/2006/relationships/image" Target="../media/image553.svg"/><Relationship Id="rId27" Type="http://schemas.openxmlformats.org/officeDocument/2006/relationships/image" Target="../media/image558.png"/><Relationship Id="rId43" Type="http://schemas.openxmlformats.org/officeDocument/2006/relationships/image" Target="../media/image574.png"/><Relationship Id="rId48" Type="http://schemas.openxmlformats.org/officeDocument/2006/relationships/image" Target="../media/image579.svg"/><Relationship Id="rId64" Type="http://schemas.openxmlformats.org/officeDocument/2006/relationships/image" Target="../media/image595.svg"/><Relationship Id="rId69" Type="http://schemas.openxmlformats.org/officeDocument/2006/relationships/image" Target="../media/image600.png"/><Relationship Id="rId8" Type="http://schemas.openxmlformats.org/officeDocument/2006/relationships/image" Target="../media/image539.svg"/><Relationship Id="rId51" Type="http://schemas.openxmlformats.org/officeDocument/2006/relationships/image" Target="../media/image582.png"/><Relationship Id="rId72" Type="http://schemas.openxmlformats.org/officeDocument/2006/relationships/image" Target="../media/image603.svg"/><Relationship Id="rId80" Type="http://schemas.openxmlformats.org/officeDocument/2006/relationships/image" Target="../media/image609.svg"/><Relationship Id="rId85" Type="http://schemas.openxmlformats.org/officeDocument/2006/relationships/image" Target="../media/image614.png"/><Relationship Id="rId93" Type="http://schemas.openxmlformats.org/officeDocument/2006/relationships/image" Target="../media/image622.png"/><Relationship Id="rId3" Type="http://schemas.openxmlformats.org/officeDocument/2006/relationships/image" Target="../media/image534.png"/><Relationship Id="rId12" Type="http://schemas.openxmlformats.org/officeDocument/2006/relationships/image" Target="../media/image543.svg"/><Relationship Id="rId17" Type="http://schemas.openxmlformats.org/officeDocument/2006/relationships/image" Target="../media/image548.png"/><Relationship Id="rId25" Type="http://schemas.openxmlformats.org/officeDocument/2006/relationships/image" Target="../media/image556.png"/><Relationship Id="rId33" Type="http://schemas.openxmlformats.org/officeDocument/2006/relationships/image" Target="../media/image564.png"/><Relationship Id="rId38" Type="http://schemas.openxmlformats.org/officeDocument/2006/relationships/image" Target="../media/image569.svg"/><Relationship Id="rId46" Type="http://schemas.openxmlformats.org/officeDocument/2006/relationships/image" Target="../media/image577.svg"/><Relationship Id="rId59" Type="http://schemas.openxmlformats.org/officeDocument/2006/relationships/image" Target="../media/image590.png"/><Relationship Id="rId67" Type="http://schemas.openxmlformats.org/officeDocument/2006/relationships/image" Target="../media/image598.png"/><Relationship Id="rId20" Type="http://schemas.openxmlformats.org/officeDocument/2006/relationships/image" Target="../media/image551.svg"/><Relationship Id="rId41" Type="http://schemas.openxmlformats.org/officeDocument/2006/relationships/image" Target="../media/image572.png"/><Relationship Id="rId54" Type="http://schemas.openxmlformats.org/officeDocument/2006/relationships/image" Target="../media/image585.svg"/><Relationship Id="rId62" Type="http://schemas.openxmlformats.org/officeDocument/2006/relationships/image" Target="../media/image593.svg"/><Relationship Id="rId70" Type="http://schemas.openxmlformats.org/officeDocument/2006/relationships/image" Target="../media/image601.svg"/><Relationship Id="rId75" Type="http://schemas.openxmlformats.org/officeDocument/2006/relationships/image" Target="../media/image606.png"/><Relationship Id="rId83" Type="http://schemas.openxmlformats.org/officeDocument/2006/relationships/image" Target="../media/image612.png"/><Relationship Id="rId88" Type="http://schemas.openxmlformats.org/officeDocument/2006/relationships/image" Target="../media/image617.svg"/><Relationship Id="rId91" Type="http://schemas.openxmlformats.org/officeDocument/2006/relationships/image" Target="../media/image620.png"/><Relationship Id="rId96" Type="http://schemas.openxmlformats.org/officeDocument/2006/relationships/image" Target="../media/image625.svg"/><Relationship Id="rId1" Type="http://schemas.openxmlformats.org/officeDocument/2006/relationships/slideLayout" Target="../slideLayouts/slideLayout19.xml"/><Relationship Id="rId6" Type="http://schemas.openxmlformats.org/officeDocument/2006/relationships/image" Target="../media/image537.svg"/><Relationship Id="rId15" Type="http://schemas.openxmlformats.org/officeDocument/2006/relationships/image" Target="../media/image546.png"/><Relationship Id="rId23" Type="http://schemas.openxmlformats.org/officeDocument/2006/relationships/image" Target="../media/image554.png"/><Relationship Id="rId28" Type="http://schemas.openxmlformats.org/officeDocument/2006/relationships/image" Target="../media/image559.svg"/><Relationship Id="rId36" Type="http://schemas.openxmlformats.org/officeDocument/2006/relationships/image" Target="../media/image567.svg"/><Relationship Id="rId49" Type="http://schemas.openxmlformats.org/officeDocument/2006/relationships/image" Target="../media/image580.png"/><Relationship Id="rId57" Type="http://schemas.openxmlformats.org/officeDocument/2006/relationships/image" Target="../media/image588.png"/><Relationship Id="rId10" Type="http://schemas.openxmlformats.org/officeDocument/2006/relationships/image" Target="../media/image541.svg"/><Relationship Id="rId31" Type="http://schemas.openxmlformats.org/officeDocument/2006/relationships/image" Target="../media/image562.png"/><Relationship Id="rId44" Type="http://schemas.openxmlformats.org/officeDocument/2006/relationships/image" Target="../media/image575.svg"/><Relationship Id="rId52" Type="http://schemas.openxmlformats.org/officeDocument/2006/relationships/image" Target="../media/image583.svg"/><Relationship Id="rId60" Type="http://schemas.openxmlformats.org/officeDocument/2006/relationships/image" Target="../media/image591.svg"/><Relationship Id="rId65" Type="http://schemas.openxmlformats.org/officeDocument/2006/relationships/image" Target="../media/image596.png"/><Relationship Id="rId73" Type="http://schemas.openxmlformats.org/officeDocument/2006/relationships/image" Target="../media/image604.png"/><Relationship Id="rId78" Type="http://schemas.openxmlformats.org/officeDocument/2006/relationships/image" Target="../media/image6.svg"/><Relationship Id="rId81" Type="http://schemas.openxmlformats.org/officeDocument/2006/relationships/image" Target="../media/image610.png"/><Relationship Id="rId86" Type="http://schemas.openxmlformats.org/officeDocument/2006/relationships/image" Target="../media/image615.svg"/><Relationship Id="rId94" Type="http://schemas.openxmlformats.org/officeDocument/2006/relationships/image" Target="../media/image623.svg"/><Relationship Id="rId4" Type="http://schemas.openxmlformats.org/officeDocument/2006/relationships/image" Target="../media/image535.svg"/><Relationship Id="rId9" Type="http://schemas.openxmlformats.org/officeDocument/2006/relationships/image" Target="../media/image540.png"/><Relationship Id="rId13" Type="http://schemas.openxmlformats.org/officeDocument/2006/relationships/image" Target="../media/image544.png"/><Relationship Id="rId18" Type="http://schemas.openxmlformats.org/officeDocument/2006/relationships/image" Target="../media/image549.svg"/><Relationship Id="rId39" Type="http://schemas.openxmlformats.org/officeDocument/2006/relationships/image" Target="../media/image570.png"/><Relationship Id="rId34" Type="http://schemas.openxmlformats.org/officeDocument/2006/relationships/image" Target="../media/image565.svg"/><Relationship Id="rId50" Type="http://schemas.openxmlformats.org/officeDocument/2006/relationships/image" Target="../media/image581.svg"/><Relationship Id="rId55" Type="http://schemas.openxmlformats.org/officeDocument/2006/relationships/image" Target="../media/image586.png"/><Relationship Id="rId76" Type="http://schemas.openxmlformats.org/officeDocument/2006/relationships/image" Target="../media/image607.svg"/><Relationship Id="rId7" Type="http://schemas.openxmlformats.org/officeDocument/2006/relationships/image" Target="../media/image538.png"/><Relationship Id="rId71" Type="http://schemas.openxmlformats.org/officeDocument/2006/relationships/image" Target="../media/image602.png"/><Relationship Id="rId92" Type="http://schemas.openxmlformats.org/officeDocument/2006/relationships/image" Target="../media/image621.svg"/><Relationship Id="rId2" Type="http://schemas.openxmlformats.org/officeDocument/2006/relationships/notesSlide" Target="../notesSlides/notesSlide30.xml"/><Relationship Id="rId29" Type="http://schemas.openxmlformats.org/officeDocument/2006/relationships/image" Target="../media/image560.png"/><Relationship Id="rId24" Type="http://schemas.openxmlformats.org/officeDocument/2006/relationships/image" Target="../media/image555.svg"/><Relationship Id="rId40" Type="http://schemas.openxmlformats.org/officeDocument/2006/relationships/image" Target="../media/image571.svg"/><Relationship Id="rId45" Type="http://schemas.openxmlformats.org/officeDocument/2006/relationships/image" Target="../media/image576.png"/><Relationship Id="rId66" Type="http://schemas.openxmlformats.org/officeDocument/2006/relationships/image" Target="../media/image597.svg"/><Relationship Id="rId87" Type="http://schemas.openxmlformats.org/officeDocument/2006/relationships/image" Target="../media/image616.png"/><Relationship Id="rId61" Type="http://schemas.openxmlformats.org/officeDocument/2006/relationships/image" Target="../media/image592.png"/><Relationship Id="rId82" Type="http://schemas.openxmlformats.org/officeDocument/2006/relationships/image" Target="../media/image611.svg"/><Relationship Id="rId19" Type="http://schemas.openxmlformats.org/officeDocument/2006/relationships/image" Target="../media/image550.png"/><Relationship Id="rId14" Type="http://schemas.openxmlformats.org/officeDocument/2006/relationships/image" Target="../media/image545.svg"/><Relationship Id="rId30" Type="http://schemas.openxmlformats.org/officeDocument/2006/relationships/image" Target="../media/image561.svg"/><Relationship Id="rId35" Type="http://schemas.openxmlformats.org/officeDocument/2006/relationships/image" Target="../media/image566.png"/><Relationship Id="rId56" Type="http://schemas.openxmlformats.org/officeDocument/2006/relationships/image" Target="../media/image587.svg"/><Relationship Id="rId7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5569855E-197E-3C47-7743-3F5FC349330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527" r="527"/>
          <a:stretch>
            <a:fillRect/>
          </a:stretch>
        </p:blipFill>
        <p:spPr/>
      </p:pic>
    </p:spTree>
    <p:extLst>
      <p:ext uri="{BB962C8B-B14F-4D97-AF65-F5344CB8AC3E}">
        <p14:creationId xmlns:p14="http://schemas.microsoft.com/office/powerpoint/2010/main" val="309623990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C29C6D-D70B-467F-CEFC-484566AA2C51}"/>
              </a:ext>
            </a:extLst>
          </p:cNvPr>
          <p:cNvSpPr>
            <a:spLocks noGrp="1"/>
          </p:cNvSpPr>
          <p:nvPr>
            <p:ph type="ctrTitle"/>
          </p:nvPr>
        </p:nvSpPr>
        <p:spPr/>
        <p:txBody>
          <a:bodyPr/>
          <a:lstStyle/>
          <a:p>
            <a:r>
              <a:rPr lang="en-US" dirty="0"/>
              <a:t>Are We There Yet?</a:t>
            </a:r>
          </a:p>
        </p:txBody>
      </p:sp>
      <p:sp>
        <p:nvSpPr>
          <p:cNvPr id="7" name="Subtitle 6">
            <a:extLst>
              <a:ext uri="{FF2B5EF4-FFF2-40B4-BE49-F238E27FC236}">
                <a16:creationId xmlns:a16="http://schemas.microsoft.com/office/drawing/2014/main" id="{AEB9A82D-37F7-7628-3E2E-BFBA8C6BDCBC}"/>
              </a:ext>
            </a:extLst>
          </p:cNvPr>
          <p:cNvSpPr>
            <a:spLocks noGrp="1"/>
          </p:cNvSpPr>
          <p:nvPr>
            <p:ph type="subTitle" idx="1"/>
          </p:nvPr>
        </p:nvSpPr>
        <p:spPr/>
        <p:txBody>
          <a:bodyPr/>
          <a:lstStyle/>
          <a:p>
            <a:pPr>
              <a:tabLst>
                <a:tab pos="1709738" algn="l"/>
              </a:tabLst>
            </a:pPr>
            <a:r>
              <a:rPr lang="en-US" dirty="0"/>
              <a:t>Sean Parent |	Sr. Principal Scientist</a:t>
            </a:r>
            <a:br>
              <a:rPr lang="en-US" dirty="0"/>
            </a:br>
            <a:r>
              <a:rPr lang="en-US" dirty="0"/>
              <a:t>	Software Technology Lab</a:t>
            </a:r>
          </a:p>
        </p:txBody>
      </p:sp>
      <p:sp>
        <p:nvSpPr>
          <p:cNvPr id="4" name="TextBox 3">
            <a:extLst>
              <a:ext uri="{FF2B5EF4-FFF2-40B4-BE49-F238E27FC236}">
                <a16:creationId xmlns:a16="http://schemas.microsoft.com/office/drawing/2014/main" id="{2621D6A1-2E0A-514B-D9B4-423C9420B3BE}"/>
              </a:ext>
            </a:extLst>
          </p:cNvPr>
          <p:cNvSpPr txBox="1"/>
          <p:nvPr/>
        </p:nvSpPr>
        <p:spPr>
          <a:xfrm rot="16200000">
            <a:off x="5366519" y="6116430"/>
            <a:ext cx="1154162" cy="140680"/>
          </a:xfrm>
          <a:prstGeom prst="rect">
            <a:avLst/>
          </a:prstGeom>
          <a:noFill/>
        </p:spPr>
        <p:txBody>
          <a:bodyPr wrap="none" lIns="0" tIns="0" rIns="0" bIns="0" rtlCol="0">
            <a:spAutoFit/>
          </a:bodyPr>
          <a:lstStyle/>
          <a:p>
            <a:pPr algn="l">
              <a:lnSpc>
                <a:spcPct val="110000"/>
              </a:lnSpc>
              <a:spcBef>
                <a:spcPts val="900"/>
              </a:spcBef>
            </a:pPr>
            <a:r>
              <a:rPr lang="en-US" sz="900" dirty="0"/>
              <a:t>Image by Bruno Tornielli</a:t>
            </a:r>
          </a:p>
        </p:txBody>
      </p:sp>
      <p:pic>
        <p:nvPicPr>
          <p:cNvPr id="5" name="Picture Placeholder 4" descr="A purple plastic toy with red balls on it">
            <a:extLst>
              <a:ext uri="{FF2B5EF4-FFF2-40B4-BE49-F238E27FC236}">
                <a16:creationId xmlns:a16="http://schemas.microsoft.com/office/drawing/2014/main" id="{F36743F9-A9F3-346F-19EE-C21363C98FE7}"/>
              </a:ext>
            </a:extLst>
          </p:cNvPr>
          <p:cNvPicPr>
            <a:picLocks noGrp="1" noChangeAspect="1"/>
          </p:cNvPicPr>
          <p:nvPr>
            <p:ph type="pic" sz="quarter" idx="10"/>
          </p:nvPr>
        </p:nvPicPr>
        <p:blipFill>
          <a:blip r:embed="rId2" cstate="print">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146500260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D1EA72-4C10-860B-96DB-F2349447109A}"/>
              </a:ext>
            </a:extLst>
          </p:cNvPr>
          <p:cNvSpPr>
            <a:spLocks noGrp="1"/>
          </p:cNvSpPr>
          <p:nvPr>
            <p:ph type="title"/>
          </p:nvPr>
        </p:nvSpPr>
        <p:spPr>
          <a:xfrm>
            <a:off x="609600" y="2939635"/>
            <a:ext cx="10972800" cy="978729"/>
          </a:xfrm>
        </p:spPr>
        <p:txBody>
          <a:bodyPr/>
          <a:lstStyle/>
          <a:p>
            <a:r>
              <a:rPr lang="en-US" dirty="0"/>
              <a:t>Industry Developments</a:t>
            </a:r>
          </a:p>
        </p:txBody>
      </p:sp>
    </p:spTree>
    <p:extLst>
      <p:ext uri="{BB962C8B-B14F-4D97-AF65-F5344CB8AC3E}">
        <p14:creationId xmlns:p14="http://schemas.microsoft.com/office/powerpoint/2010/main" val="360620967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785B1-90D7-4C54-A783-F7C842227CA3}"/>
              </a:ext>
            </a:extLst>
          </p:cNvPr>
          <p:cNvSpPr>
            <a:spLocks noGrp="1"/>
          </p:cNvSpPr>
          <p:nvPr>
            <p:ph type="ctrTitle"/>
          </p:nvPr>
        </p:nvSpPr>
        <p:spPr>
          <a:xfrm>
            <a:off x="612648" y="265176"/>
            <a:ext cx="10972800" cy="950976"/>
          </a:xfrm>
        </p:spPr>
        <p:txBody>
          <a:bodyPr/>
          <a:lstStyle/>
          <a:p>
            <a:r>
              <a:rPr lang="en-US" dirty="0"/>
              <a:t>Adobe</a:t>
            </a:r>
          </a:p>
        </p:txBody>
      </p:sp>
      <p:graphicFrame>
        <p:nvGraphicFramePr>
          <p:cNvPr id="6" name="Table 6">
            <a:extLst>
              <a:ext uri="{FF2B5EF4-FFF2-40B4-BE49-F238E27FC236}">
                <a16:creationId xmlns:a16="http://schemas.microsoft.com/office/drawing/2014/main" id="{371E0043-5C8C-47F5-AF39-83951C49DEF9}"/>
              </a:ext>
            </a:extLst>
          </p:cNvPr>
          <p:cNvGraphicFramePr>
            <a:graphicFrameLocks noGrp="1"/>
          </p:cNvGraphicFramePr>
          <p:nvPr>
            <p:ph type="tbl" sz="quarter" idx="10"/>
            <p:extLst>
              <p:ext uri="{D42A27DB-BD31-4B8C-83A1-F6EECF244321}">
                <p14:modId xmlns:p14="http://schemas.microsoft.com/office/powerpoint/2010/main" val="2583898836"/>
              </p:ext>
            </p:extLst>
          </p:nvPr>
        </p:nvGraphicFramePr>
        <p:xfrm>
          <a:off x="609600" y="1576388"/>
          <a:ext cx="10972797" cy="1618161"/>
        </p:xfrm>
        <a:graphic>
          <a:graphicData uri="http://schemas.openxmlformats.org/drawingml/2006/table">
            <a:tbl>
              <a:tblPr firstRow="1" firstCol="1">
                <a:tableStyleId>{5940675A-B579-460E-94D1-54222C63F5DA}</a:tableStyleId>
              </a:tblPr>
              <a:tblGrid>
                <a:gridCol w="3657599">
                  <a:extLst>
                    <a:ext uri="{9D8B030D-6E8A-4147-A177-3AD203B41FA5}">
                      <a16:colId xmlns:a16="http://schemas.microsoft.com/office/drawing/2014/main" val="4072726795"/>
                    </a:ext>
                  </a:extLst>
                </a:gridCol>
                <a:gridCol w="3657599">
                  <a:extLst>
                    <a:ext uri="{9D8B030D-6E8A-4147-A177-3AD203B41FA5}">
                      <a16:colId xmlns:a16="http://schemas.microsoft.com/office/drawing/2014/main" val="3905159293"/>
                    </a:ext>
                  </a:extLst>
                </a:gridCol>
                <a:gridCol w="3657599">
                  <a:extLst>
                    <a:ext uri="{9D8B030D-6E8A-4147-A177-3AD203B41FA5}">
                      <a16:colId xmlns:a16="http://schemas.microsoft.com/office/drawing/2014/main" val="1933190468"/>
                    </a:ext>
                  </a:extLst>
                </a:gridCol>
              </a:tblGrid>
              <a:tr h="539387">
                <a:tc>
                  <a:txBody>
                    <a:bodyPr/>
                    <a:lstStyle/>
                    <a:p>
                      <a:endParaRPr lang="en-US" sz="1600" dirty="0">
                        <a:latin typeface="+mj-lt"/>
                      </a:endParaRP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dirty="0">
                          <a:latin typeface="+mj-lt"/>
                        </a:rPr>
                        <a:t>2006</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dirty="0">
                          <a:latin typeface="+mj-lt"/>
                        </a:rPr>
                        <a:t>2025</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52091564"/>
                  </a:ext>
                </a:extLst>
              </a:tr>
              <a:tr h="539387">
                <a:tc>
                  <a:txBody>
                    <a:bodyPr/>
                    <a:lstStyle/>
                    <a:p>
                      <a:r>
                        <a:rPr lang="en-US" sz="1800" dirty="0">
                          <a:latin typeface="+mj-lt"/>
                        </a:rPr>
                        <a:t>Employees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6,000</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30,000</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149474"/>
                  </a:ext>
                </a:extLst>
              </a:tr>
              <a:tr h="539387">
                <a:tc>
                  <a:txBody>
                    <a:bodyPr/>
                    <a:lstStyle/>
                    <a:p>
                      <a:r>
                        <a:rPr lang="en-US" sz="1800" dirty="0">
                          <a:latin typeface="+mj-lt"/>
                        </a:rPr>
                        <a:t>Revenue</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$2.6B</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$22.0B</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92212563"/>
                  </a:ext>
                </a:extLst>
              </a:tr>
            </a:tbl>
          </a:graphicData>
        </a:graphic>
      </p:graphicFrame>
    </p:spTree>
    <p:extLst>
      <p:ext uri="{BB962C8B-B14F-4D97-AF65-F5344CB8AC3E}">
        <p14:creationId xmlns:p14="http://schemas.microsoft.com/office/powerpoint/2010/main" val="275669145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786A7-A965-6E02-2112-C9E54C3AB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F63911-5745-1A5D-ABBD-BC6894055B3A}"/>
              </a:ext>
            </a:extLst>
          </p:cNvPr>
          <p:cNvSpPr>
            <a:spLocks noGrp="1"/>
          </p:cNvSpPr>
          <p:nvPr>
            <p:ph type="ctrTitle"/>
          </p:nvPr>
        </p:nvSpPr>
        <p:spPr>
          <a:xfrm>
            <a:off x="612648" y="265176"/>
            <a:ext cx="10972800" cy="950976"/>
          </a:xfrm>
        </p:spPr>
        <p:txBody>
          <a:bodyPr/>
          <a:lstStyle/>
          <a:p>
            <a:r>
              <a:rPr lang="en-US" dirty="0"/>
              <a:t>       Photoshop</a:t>
            </a:r>
          </a:p>
        </p:txBody>
      </p:sp>
      <p:graphicFrame>
        <p:nvGraphicFramePr>
          <p:cNvPr id="6" name="Table 6">
            <a:extLst>
              <a:ext uri="{FF2B5EF4-FFF2-40B4-BE49-F238E27FC236}">
                <a16:creationId xmlns:a16="http://schemas.microsoft.com/office/drawing/2014/main" id="{C5E5C1D4-A683-5C1E-A66C-0EE6C408CEC2}"/>
              </a:ext>
            </a:extLst>
          </p:cNvPr>
          <p:cNvGraphicFramePr>
            <a:graphicFrameLocks noGrp="1"/>
          </p:cNvGraphicFramePr>
          <p:nvPr>
            <p:ph type="tbl" sz="quarter" idx="10"/>
            <p:extLst>
              <p:ext uri="{D42A27DB-BD31-4B8C-83A1-F6EECF244321}">
                <p14:modId xmlns:p14="http://schemas.microsoft.com/office/powerpoint/2010/main" val="3794829073"/>
              </p:ext>
            </p:extLst>
          </p:nvPr>
        </p:nvGraphicFramePr>
        <p:xfrm>
          <a:off x="609600" y="1576388"/>
          <a:ext cx="10972797" cy="2797604"/>
        </p:xfrm>
        <a:graphic>
          <a:graphicData uri="http://schemas.openxmlformats.org/drawingml/2006/table">
            <a:tbl>
              <a:tblPr firstRow="1" firstCol="1">
                <a:tableStyleId>{5940675A-B579-460E-94D1-54222C63F5DA}</a:tableStyleId>
              </a:tblPr>
              <a:tblGrid>
                <a:gridCol w="3657599">
                  <a:extLst>
                    <a:ext uri="{9D8B030D-6E8A-4147-A177-3AD203B41FA5}">
                      <a16:colId xmlns:a16="http://schemas.microsoft.com/office/drawing/2014/main" val="4072726795"/>
                    </a:ext>
                  </a:extLst>
                </a:gridCol>
                <a:gridCol w="3657599">
                  <a:extLst>
                    <a:ext uri="{9D8B030D-6E8A-4147-A177-3AD203B41FA5}">
                      <a16:colId xmlns:a16="http://schemas.microsoft.com/office/drawing/2014/main" val="3905159293"/>
                    </a:ext>
                  </a:extLst>
                </a:gridCol>
                <a:gridCol w="3657599">
                  <a:extLst>
                    <a:ext uri="{9D8B030D-6E8A-4147-A177-3AD203B41FA5}">
                      <a16:colId xmlns:a16="http://schemas.microsoft.com/office/drawing/2014/main" val="1933190468"/>
                    </a:ext>
                  </a:extLst>
                </a:gridCol>
              </a:tblGrid>
              <a:tr h="539387">
                <a:tc>
                  <a:txBody>
                    <a:bodyPr/>
                    <a:lstStyle/>
                    <a:p>
                      <a:endParaRPr lang="en-US" sz="1600" dirty="0">
                        <a:latin typeface="+mj-lt"/>
                      </a:endParaRP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dirty="0">
                          <a:latin typeface="+mj-lt"/>
                        </a:rPr>
                        <a:t>2006</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dirty="0">
                          <a:latin typeface="+mj-lt"/>
                        </a:rPr>
                        <a:t>2025</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52091564"/>
                  </a:ext>
                </a:extLst>
              </a:tr>
              <a:tr h="539387">
                <a:tc>
                  <a:txBody>
                    <a:bodyPr/>
                    <a:lstStyle/>
                    <a:p>
                      <a:r>
                        <a:rPr lang="en-US" sz="1800" dirty="0">
                          <a:latin typeface="+mj-lt"/>
                        </a:rPr>
                        <a:t>Engineers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20</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250</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149474"/>
                  </a:ext>
                </a:extLst>
              </a:tr>
              <a:tr h="539387">
                <a:tc>
                  <a:txBody>
                    <a:bodyPr/>
                    <a:lstStyle/>
                    <a:p>
                      <a:r>
                        <a:rPr lang="en-US" sz="1800" dirty="0">
                          <a:latin typeface="+mj-lt"/>
                        </a:rPr>
                        <a:t>Quality Engineers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30</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60</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92212563"/>
                  </a:ext>
                </a:extLst>
              </a:tr>
              <a:tr h="539387">
                <a:tc>
                  <a:txBody>
                    <a:bodyPr/>
                    <a:lstStyle/>
                    <a:p>
                      <a:r>
                        <a:rPr lang="en-US" sz="1800" dirty="0">
                          <a:latin typeface="+mj-lt"/>
                        </a:rPr>
                        <a:t>Platforms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macOS, Windows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macOS, Windows, Linux (server), iOS, iPadOS, Browser (WASM), …</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3324942"/>
                  </a:ext>
                </a:extLst>
              </a:tr>
              <a:tr h="539387">
                <a:tc>
                  <a:txBody>
                    <a:bodyPr/>
                    <a:lstStyle/>
                    <a:p>
                      <a:r>
                        <a:rPr lang="en-US" sz="1800" dirty="0">
                          <a:latin typeface="+mj-lt"/>
                        </a:rPr>
                        <a:t>Shared Technology Groups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78171057"/>
                  </a:ext>
                </a:extLst>
              </a:tr>
            </a:tbl>
          </a:graphicData>
        </a:graphic>
      </p:graphicFrame>
      <p:pic>
        <p:nvPicPr>
          <p:cNvPr id="3" name="Adobe Photoshop icon" descr="Adobe Photoshop logo">
            <a:extLst>
              <a:ext uri="{FF2B5EF4-FFF2-40B4-BE49-F238E27FC236}">
                <a16:creationId xmlns:a16="http://schemas.microsoft.com/office/drawing/2014/main" id="{B42D0212-5F8A-9F63-BD60-DC1EB87FE8B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09600" y="518414"/>
            <a:ext cx="457200" cy="444500"/>
          </a:xfrm>
          <a:prstGeom prst="rect">
            <a:avLst/>
          </a:prstGeom>
        </p:spPr>
      </p:pic>
    </p:spTree>
    <p:extLst>
      <p:ext uri="{BB962C8B-B14F-4D97-AF65-F5344CB8AC3E}">
        <p14:creationId xmlns:p14="http://schemas.microsoft.com/office/powerpoint/2010/main" val="335777598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04B5A-B988-F53F-A883-699B44BA4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491DD-023D-206E-F0D9-1F04B9154ECD}"/>
              </a:ext>
            </a:extLst>
          </p:cNvPr>
          <p:cNvSpPr>
            <a:spLocks noGrp="1"/>
          </p:cNvSpPr>
          <p:nvPr>
            <p:ph type="ctrTitle"/>
          </p:nvPr>
        </p:nvSpPr>
        <p:spPr>
          <a:xfrm>
            <a:off x="612648" y="265176"/>
            <a:ext cx="10972800" cy="950976"/>
          </a:xfrm>
        </p:spPr>
        <p:txBody>
          <a:bodyPr/>
          <a:lstStyle/>
          <a:p>
            <a:r>
              <a:rPr lang="en-US" dirty="0"/>
              <a:t>       Photoshop</a:t>
            </a:r>
          </a:p>
        </p:txBody>
      </p:sp>
      <p:graphicFrame>
        <p:nvGraphicFramePr>
          <p:cNvPr id="6" name="Table 6">
            <a:extLst>
              <a:ext uri="{FF2B5EF4-FFF2-40B4-BE49-F238E27FC236}">
                <a16:creationId xmlns:a16="http://schemas.microsoft.com/office/drawing/2014/main" id="{438AC14F-BBFA-FEA0-B65E-CE390CA399BC}"/>
              </a:ext>
            </a:extLst>
          </p:cNvPr>
          <p:cNvGraphicFramePr>
            <a:graphicFrameLocks noGrp="1"/>
          </p:cNvGraphicFramePr>
          <p:nvPr>
            <p:ph type="tbl" sz="quarter" idx="10"/>
            <p:extLst>
              <p:ext uri="{D42A27DB-BD31-4B8C-83A1-F6EECF244321}">
                <p14:modId xmlns:p14="http://schemas.microsoft.com/office/powerpoint/2010/main" val="182567946"/>
              </p:ext>
            </p:extLst>
          </p:nvPr>
        </p:nvGraphicFramePr>
        <p:xfrm>
          <a:off x="609600" y="1576388"/>
          <a:ext cx="10972797" cy="2258217"/>
        </p:xfrm>
        <a:graphic>
          <a:graphicData uri="http://schemas.openxmlformats.org/drawingml/2006/table">
            <a:tbl>
              <a:tblPr firstRow="1" firstCol="1">
                <a:tableStyleId>{5940675A-B579-460E-94D1-54222C63F5DA}</a:tableStyleId>
              </a:tblPr>
              <a:tblGrid>
                <a:gridCol w="3657599">
                  <a:extLst>
                    <a:ext uri="{9D8B030D-6E8A-4147-A177-3AD203B41FA5}">
                      <a16:colId xmlns:a16="http://schemas.microsoft.com/office/drawing/2014/main" val="4072726795"/>
                    </a:ext>
                  </a:extLst>
                </a:gridCol>
                <a:gridCol w="3657599">
                  <a:extLst>
                    <a:ext uri="{9D8B030D-6E8A-4147-A177-3AD203B41FA5}">
                      <a16:colId xmlns:a16="http://schemas.microsoft.com/office/drawing/2014/main" val="3905159293"/>
                    </a:ext>
                  </a:extLst>
                </a:gridCol>
                <a:gridCol w="3657599">
                  <a:extLst>
                    <a:ext uri="{9D8B030D-6E8A-4147-A177-3AD203B41FA5}">
                      <a16:colId xmlns:a16="http://schemas.microsoft.com/office/drawing/2014/main" val="1933190468"/>
                    </a:ext>
                  </a:extLst>
                </a:gridCol>
              </a:tblGrid>
              <a:tr h="539387">
                <a:tc>
                  <a:txBody>
                    <a:bodyPr/>
                    <a:lstStyle/>
                    <a:p>
                      <a:endParaRPr lang="en-US" sz="1600" dirty="0">
                        <a:latin typeface="+mj-lt"/>
                      </a:endParaRP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dirty="0">
                          <a:latin typeface="+mj-lt"/>
                        </a:rPr>
                        <a:t>2006</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dirty="0">
                          <a:latin typeface="+mj-lt"/>
                        </a:rPr>
                        <a:t>2025</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52091564"/>
                  </a:ext>
                </a:extLst>
              </a:tr>
              <a:tr h="539387">
                <a:tc>
                  <a:txBody>
                    <a:bodyPr/>
                    <a:lstStyle/>
                    <a:p>
                      <a:r>
                        <a:rPr lang="en-US" sz="1800" dirty="0">
                          <a:latin typeface="+mj-lt"/>
                        </a:rPr>
                        <a:t>Process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Waterfall, 18-24 month cycles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Agile(</a:t>
                      </a:r>
                      <a:r>
                        <a:rPr lang="en-US" sz="1800" dirty="0" err="1"/>
                        <a:t>ish</a:t>
                      </a:r>
                      <a:r>
                        <a:rPr lang="en-US" sz="1800" dirty="0"/>
                        <a:t>)</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149474"/>
                  </a:ext>
                </a:extLst>
              </a:tr>
              <a:tr h="539387">
                <a:tc>
                  <a:txBody>
                    <a:bodyPr/>
                    <a:lstStyle/>
                    <a:p>
                      <a:r>
                        <a:rPr lang="en-US" sz="1800" dirty="0">
                          <a:latin typeface="+mj-lt"/>
                        </a:rPr>
                        <a:t>Quality Engineers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30</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60</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92212563"/>
                  </a:ext>
                </a:extLst>
              </a:tr>
              <a:tr h="539387">
                <a:tc>
                  <a:txBody>
                    <a:bodyPr/>
                    <a:lstStyle/>
                    <a:p>
                      <a:r>
                        <a:rPr lang="en-US" sz="1800" dirty="0">
                          <a:latin typeface="+mj-lt"/>
                        </a:rPr>
                        <a:t>Platforms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macOS, Windows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macOS, Windows, Linux (server), iOS, iPadOS, Browser (WASM), …</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3324942"/>
                  </a:ext>
                </a:extLst>
              </a:tr>
            </a:tbl>
          </a:graphicData>
        </a:graphic>
      </p:graphicFrame>
      <p:pic>
        <p:nvPicPr>
          <p:cNvPr id="3" name="Adobe Photoshop icon" descr="Adobe Photoshop logo">
            <a:extLst>
              <a:ext uri="{FF2B5EF4-FFF2-40B4-BE49-F238E27FC236}">
                <a16:creationId xmlns:a16="http://schemas.microsoft.com/office/drawing/2014/main" id="{5B7B37A3-5571-F78D-A96C-3D09E87A0AA5}"/>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09600" y="518414"/>
            <a:ext cx="457200" cy="444500"/>
          </a:xfrm>
          <a:prstGeom prst="rect">
            <a:avLst/>
          </a:prstGeom>
        </p:spPr>
      </p:pic>
    </p:spTree>
    <p:extLst>
      <p:ext uri="{BB962C8B-B14F-4D97-AF65-F5344CB8AC3E}">
        <p14:creationId xmlns:p14="http://schemas.microsoft.com/office/powerpoint/2010/main" val="5904254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5C5D2-9EA4-A0AD-A205-EBA39FB4C44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43E7B5-E7BC-E0CE-8ED7-DB498912F0DB}"/>
              </a:ext>
            </a:extLst>
          </p:cNvPr>
          <p:cNvSpPr>
            <a:spLocks noGrp="1"/>
          </p:cNvSpPr>
          <p:nvPr>
            <p:ph type="title"/>
          </p:nvPr>
        </p:nvSpPr>
        <p:spPr>
          <a:xfrm>
            <a:off x="609600" y="2939635"/>
            <a:ext cx="10972800" cy="978729"/>
          </a:xfrm>
        </p:spPr>
        <p:txBody>
          <a:bodyPr/>
          <a:lstStyle/>
          <a:p>
            <a:r>
              <a:rPr lang="en-US" dirty="0"/>
              <a:t>Analysts (Then)</a:t>
            </a:r>
          </a:p>
        </p:txBody>
      </p:sp>
    </p:spTree>
    <p:extLst>
      <p:ext uri="{BB962C8B-B14F-4D97-AF65-F5344CB8AC3E}">
        <p14:creationId xmlns:p14="http://schemas.microsoft.com/office/powerpoint/2010/main" val="417085898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8891F46-B5F0-DAE0-03AC-26B338D4D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C6003-A7A7-7F39-A5BE-9FA225243859}"/>
              </a:ext>
            </a:extLst>
          </p:cNvPr>
          <p:cNvSpPr>
            <a:spLocks noGrp="1"/>
          </p:cNvSpPr>
          <p:nvPr>
            <p:ph type="ctrTitle"/>
          </p:nvPr>
        </p:nvSpPr>
        <p:spPr>
          <a:xfrm>
            <a:off x="612648" y="265176"/>
            <a:ext cx="10972800" cy="950976"/>
          </a:xfrm>
        </p:spPr>
        <p:txBody>
          <a:bodyPr/>
          <a:lstStyle/>
          <a:p>
            <a:r>
              <a:rPr lang="en-US" dirty="0"/>
              <a:t>Analysts</a:t>
            </a:r>
          </a:p>
        </p:txBody>
      </p:sp>
      <p:graphicFrame>
        <p:nvGraphicFramePr>
          <p:cNvPr id="6" name="Table 6">
            <a:extLst>
              <a:ext uri="{FF2B5EF4-FFF2-40B4-BE49-F238E27FC236}">
                <a16:creationId xmlns:a16="http://schemas.microsoft.com/office/drawing/2014/main" id="{D22C484C-7145-9FA5-9014-0A662D81B46E}"/>
              </a:ext>
            </a:extLst>
          </p:cNvPr>
          <p:cNvGraphicFramePr>
            <a:graphicFrameLocks noGrp="1"/>
          </p:cNvGraphicFramePr>
          <p:nvPr>
            <p:ph type="tbl" sz="quarter" idx="10"/>
            <p:extLst>
              <p:ext uri="{D42A27DB-BD31-4B8C-83A1-F6EECF244321}">
                <p14:modId xmlns:p14="http://schemas.microsoft.com/office/powerpoint/2010/main" val="27678613"/>
              </p:ext>
            </p:extLst>
          </p:nvPr>
        </p:nvGraphicFramePr>
        <p:xfrm>
          <a:off x="609600" y="1576388"/>
          <a:ext cx="10972797" cy="2157548"/>
        </p:xfrm>
        <a:graphic>
          <a:graphicData uri="http://schemas.openxmlformats.org/drawingml/2006/table">
            <a:tbl>
              <a:tblPr firstRow="1" firstCol="1">
                <a:tableStyleId>{5940675A-B579-460E-94D1-54222C63F5DA}</a:tableStyleId>
              </a:tblPr>
              <a:tblGrid>
                <a:gridCol w="3657599">
                  <a:extLst>
                    <a:ext uri="{9D8B030D-6E8A-4147-A177-3AD203B41FA5}">
                      <a16:colId xmlns:a16="http://schemas.microsoft.com/office/drawing/2014/main" val="4072726795"/>
                    </a:ext>
                  </a:extLst>
                </a:gridCol>
                <a:gridCol w="3657599">
                  <a:extLst>
                    <a:ext uri="{9D8B030D-6E8A-4147-A177-3AD203B41FA5}">
                      <a16:colId xmlns:a16="http://schemas.microsoft.com/office/drawing/2014/main" val="3905159293"/>
                    </a:ext>
                  </a:extLst>
                </a:gridCol>
                <a:gridCol w="3657599">
                  <a:extLst>
                    <a:ext uri="{9D8B030D-6E8A-4147-A177-3AD203B41FA5}">
                      <a16:colId xmlns:a16="http://schemas.microsoft.com/office/drawing/2014/main" val="1933190468"/>
                    </a:ext>
                  </a:extLst>
                </a:gridCol>
              </a:tblGrid>
              <a:tr h="539387">
                <a:tc>
                  <a:txBody>
                    <a:bodyPr/>
                    <a:lstStyle/>
                    <a:p>
                      <a:endParaRPr lang="en-US" sz="1600" dirty="0">
                        <a:latin typeface="+mj-lt"/>
                      </a:endParaRP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dirty="0">
                          <a:latin typeface="+mj-lt"/>
                        </a:rPr>
                        <a:t>2006</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dirty="0">
                          <a:latin typeface="+mj-lt"/>
                        </a:rPr>
                        <a:t>2025</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52091564"/>
                  </a:ext>
                </a:extLst>
              </a:tr>
              <a:tr h="539387">
                <a:tc>
                  <a:txBody>
                    <a:bodyPr/>
                    <a:lstStyle/>
                    <a:p>
                      <a:r>
                        <a:rPr lang="en-US" sz="1800" dirty="0">
                          <a:latin typeface="+mj-lt"/>
                        </a:rPr>
                        <a:t>Process Trends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Evolving Best Practices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Generative AI</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149474"/>
                  </a:ext>
                </a:extLst>
              </a:tr>
              <a:tr h="539387">
                <a:tc>
                  <a:txBody>
                    <a:bodyPr/>
                    <a:lstStyle/>
                    <a:p>
                      <a:r>
                        <a:rPr lang="en-US" sz="1800" dirty="0">
                          <a:latin typeface="+mj-lt"/>
                        </a:rPr>
                        <a:t>Language Trends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Java and C#</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Natural Language, Rust, Kotlin, Go</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92212563"/>
                  </a:ext>
                </a:extLst>
              </a:tr>
              <a:tr h="539387">
                <a:tc>
                  <a:txBody>
                    <a:bodyPr/>
                    <a:lstStyle/>
                    <a:p>
                      <a:r>
                        <a:rPr lang="en-US" sz="1800" dirty="0">
                          <a:latin typeface="+mj-lt"/>
                        </a:rPr>
                        <a:t>Technology Trends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XML, Web Services, Open Source</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dirty="0"/>
                        <a:t>AI, AI, AI, NCLC, </a:t>
                      </a:r>
                      <a:r>
                        <a:rPr lang="en-US" sz="1800" dirty="0" err="1"/>
                        <a:t>DevSecOps</a:t>
                      </a:r>
                      <a:r>
                        <a:rPr lang="en-US" sz="1800" dirty="0"/>
                        <a:t>, …</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3324942"/>
                  </a:ext>
                </a:extLst>
              </a:tr>
            </a:tbl>
          </a:graphicData>
        </a:graphic>
      </p:graphicFrame>
    </p:spTree>
    <p:extLst>
      <p:ext uri="{BB962C8B-B14F-4D97-AF65-F5344CB8AC3E}">
        <p14:creationId xmlns:p14="http://schemas.microsoft.com/office/powerpoint/2010/main" val="40487404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D59E85-FF48-4164-E295-69D390C0A424}"/>
              </a:ext>
            </a:extLst>
          </p:cNvPr>
          <p:cNvSpPr>
            <a:spLocks noGrp="1"/>
          </p:cNvSpPr>
          <p:nvPr>
            <p:ph type="title"/>
          </p:nvPr>
        </p:nvSpPr>
        <p:spPr>
          <a:xfrm>
            <a:off x="609600" y="-1590115"/>
            <a:ext cx="10972800" cy="946389"/>
          </a:xfrm>
        </p:spPr>
        <p:txBody>
          <a:bodyPr/>
          <a:lstStyle/>
          <a:p>
            <a:r>
              <a:rPr lang="en-US"/>
              <a:t>Large Quote</a:t>
            </a:r>
          </a:p>
        </p:txBody>
      </p:sp>
      <p:sp>
        <p:nvSpPr>
          <p:cNvPr id="3" name="Text Placeholder 2">
            <a:extLst>
              <a:ext uri="{FF2B5EF4-FFF2-40B4-BE49-F238E27FC236}">
                <a16:creationId xmlns:a16="http://schemas.microsoft.com/office/drawing/2014/main" id="{878CD406-C1CC-6479-584F-B0F316C989A8}"/>
              </a:ext>
            </a:extLst>
          </p:cNvPr>
          <p:cNvSpPr>
            <a:spLocks noGrp="1"/>
          </p:cNvSpPr>
          <p:nvPr>
            <p:ph type="body" sz="quarter" idx="15"/>
          </p:nvPr>
        </p:nvSpPr>
        <p:spPr>
          <a:xfrm>
            <a:off x="609600" y="1333500"/>
            <a:ext cx="10972800" cy="4191000"/>
          </a:xfrm>
        </p:spPr>
        <p:txBody>
          <a:bodyPr/>
          <a:lstStyle/>
          <a:p>
            <a:pPr marL="0" indent="0">
              <a:buNone/>
            </a:pPr>
            <a:r>
              <a:rPr lang="en-US" sz="3600" dirty="0">
                <a:latin typeface="+mn-lt"/>
              </a:rPr>
              <a:t>“Organizations need to integrate security best practices, security testing tools and security-focused processes into their software development life cycle. Proper execution improves application security, reduces overall costs, increases customer satisfaction and yields a more-efficient SDLC.”</a:t>
            </a:r>
          </a:p>
          <a:p>
            <a:pPr lvl="1"/>
            <a:r>
              <a:rPr lang="en-US" dirty="0"/>
              <a:t>Gartner Research, February 2006</a:t>
            </a:r>
          </a:p>
        </p:txBody>
      </p:sp>
    </p:spTree>
    <p:extLst>
      <p:ext uri="{BB962C8B-B14F-4D97-AF65-F5344CB8AC3E}">
        <p14:creationId xmlns:p14="http://schemas.microsoft.com/office/powerpoint/2010/main" val="333367064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1938D-48C9-55B2-F9CC-53BB0EB535C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AEF21B6-B144-0BCF-BD84-0498ECAB517B}"/>
              </a:ext>
            </a:extLst>
          </p:cNvPr>
          <p:cNvSpPr>
            <a:spLocks noGrp="1"/>
          </p:cNvSpPr>
          <p:nvPr>
            <p:ph type="title"/>
          </p:nvPr>
        </p:nvSpPr>
        <p:spPr>
          <a:xfrm>
            <a:off x="609600" y="-1590115"/>
            <a:ext cx="10972800" cy="946389"/>
          </a:xfrm>
        </p:spPr>
        <p:txBody>
          <a:bodyPr/>
          <a:lstStyle/>
          <a:p>
            <a:r>
              <a:rPr lang="en-US"/>
              <a:t>Large Quote</a:t>
            </a:r>
          </a:p>
        </p:txBody>
      </p:sp>
      <p:sp>
        <p:nvSpPr>
          <p:cNvPr id="3" name="Text Placeholder 2">
            <a:extLst>
              <a:ext uri="{FF2B5EF4-FFF2-40B4-BE49-F238E27FC236}">
                <a16:creationId xmlns:a16="http://schemas.microsoft.com/office/drawing/2014/main" id="{4F869FE3-448C-410D-47F7-F5B0FD789045}"/>
              </a:ext>
            </a:extLst>
          </p:cNvPr>
          <p:cNvSpPr>
            <a:spLocks noGrp="1"/>
          </p:cNvSpPr>
          <p:nvPr>
            <p:ph type="body" sz="quarter" idx="15"/>
          </p:nvPr>
        </p:nvSpPr>
        <p:spPr>
          <a:xfrm>
            <a:off x="609600" y="1333500"/>
            <a:ext cx="10972800" cy="4191000"/>
          </a:xfrm>
        </p:spPr>
        <p:txBody>
          <a:bodyPr/>
          <a:lstStyle/>
          <a:p>
            <a:pPr marL="0" indent="0">
              <a:buNone/>
            </a:pPr>
            <a:r>
              <a:rPr lang="en-US" sz="3600" dirty="0">
                <a:latin typeface="+mn-lt"/>
              </a:rPr>
              <a:t>“Microsoft has been slowly moving to a new development process that will affect how partners and customers evaluate and test its software... The new process should help Microsoft gain more feedback earlier in the development cycle, but it won’t necessarily help the company ship its products on time or with fewer bugs.”</a:t>
            </a:r>
          </a:p>
          <a:p>
            <a:pPr lvl="1"/>
            <a:r>
              <a:rPr lang="en-US" dirty="0"/>
              <a:t>Directions on Microsoft, March 2006</a:t>
            </a:r>
          </a:p>
        </p:txBody>
      </p:sp>
    </p:spTree>
    <p:extLst>
      <p:ext uri="{BB962C8B-B14F-4D97-AF65-F5344CB8AC3E}">
        <p14:creationId xmlns:p14="http://schemas.microsoft.com/office/powerpoint/2010/main" val="15847924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17BDE-C345-EEC7-DDCD-CDBAA0B966A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2A84DC1-8A5B-52AA-EF98-595B8FD9FD98}"/>
              </a:ext>
            </a:extLst>
          </p:cNvPr>
          <p:cNvSpPr>
            <a:spLocks noGrp="1"/>
          </p:cNvSpPr>
          <p:nvPr>
            <p:ph type="title"/>
          </p:nvPr>
        </p:nvSpPr>
        <p:spPr>
          <a:xfrm>
            <a:off x="609600" y="-1590115"/>
            <a:ext cx="10972800" cy="946389"/>
          </a:xfrm>
        </p:spPr>
        <p:txBody>
          <a:bodyPr/>
          <a:lstStyle/>
          <a:p>
            <a:r>
              <a:rPr lang="en-US"/>
              <a:t>Large Quote</a:t>
            </a:r>
          </a:p>
        </p:txBody>
      </p:sp>
      <p:sp>
        <p:nvSpPr>
          <p:cNvPr id="3" name="Text Placeholder 2">
            <a:extLst>
              <a:ext uri="{FF2B5EF4-FFF2-40B4-BE49-F238E27FC236}">
                <a16:creationId xmlns:a16="http://schemas.microsoft.com/office/drawing/2014/main" id="{B230F496-2C5D-42C8-C0B2-64507C3DAF69}"/>
              </a:ext>
            </a:extLst>
          </p:cNvPr>
          <p:cNvSpPr>
            <a:spLocks noGrp="1"/>
          </p:cNvSpPr>
          <p:nvPr>
            <p:ph type="body" sz="quarter" idx="15"/>
          </p:nvPr>
        </p:nvSpPr>
        <p:spPr>
          <a:xfrm>
            <a:off x="609600" y="1333500"/>
            <a:ext cx="10972800" cy="4191000"/>
          </a:xfrm>
        </p:spPr>
        <p:txBody>
          <a:bodyPr/>
          <a:lstStyle/>
          <a:p>
            <a:pPr marL="0" indent="0">
              <a:buNone/>
            </a:pPr>
            <a:r>
              <a:rPr lang="en-US" sz="3600" dirty="0">
                <a:latin typeface="+mn-lt"/>
              </a:rPr>
              <a:t>“I’ve assigned this problem [binary search] in courses at Bell Labs and IBM. Professional programmers had a couple of hours to convert the description into a programming language of their choice; a high-level pseudo code was fine... </a:t>
            </a:r>
            <a:r>
              <a:rPr lang="en-US" sz="3600" b="1" dirty="0">
                <a:latin typeface="+mn-lt"/>
              </a:rPr>
              <a:t>Ninety percent </a:t>
            </a:r>
            <a:r>
              <a:rPr lang="en-US" sz="3600" dirty="0">
                <a:latin typeface="+mn-lt"/>
              </a:rPr>
              <a:t>of the programmers found bugs in their programs (and I wasn’t always convinced of the correctness of the code in which no bugs were found).”</a:t>
            </a:r>
          </a:p>
          <a:p>
            <a:pPr lvl="1"/>
            <a:r>
              <a:rPr lang="en-US" dirty="0"/>
              <a:t>Jon Bentley, Programming Pearls, 1986</a:t>
            </a:r>
          </a:p>
        </p:txBody>
      </p:sp>
      <p:sp>
        <p:nvSpPr>
          <p:cNvPr id="6" name="Title 1">
            <a:extLst>
              <a:ext uri="{FF2B5EF4-FFF2-40B4-BE49-F238E27FC236}">
                <a16:creationId xmlns:a16="http://schemas.microsoft.com/office/drawing/2014/main" id="{16EF206D-1CBC-F842-4A67-7E973F6D40C6}"/>
              </a:ext>
            </a:extLst>
          </p:cNvPr>
          <p:cNvSpPr txBox="1">
            <a:spLocks/>
          </p:cNvSpPr>
          <p:nvPr/>
        </p:nvSpPr>
        <p:spPr>
          <a:xfrm>
            <a:off x="612648" y="265176"/>
            <a:ext cx="10972800" cy="950976"/>
          </a:xfrm>
          <a:prstGeom prst="rect">
            <a:avLst/>
          </a:prstGeom>
        </p:spPr>
        <p:txBody>
          <a:bodyPr vert="horz" lIns="0" tIns="45720" rIns="0" bIns="45720" rtlCol="0" anchor="ctr" anchorCtr="0">
            <a:noAutofit/>
          </a:bodyPr>
          <a:lstStyle>
            <a:lvl1pPr algn="l" defTabSz="914400" rtl="0" eaLnBrk="1" latinLnBrk="0" hangingPunct="1">
              <a:lnSpc>
                <a:spcPct val="80000"/>
              </a:lnSpc>
              <a:spcBef>
                <a:spcPct val="0"/>
              </a:spcBef>
              <a:buNone/>
              <a:defRPr sz="3200" kern="1200" spc="-100" baseline="0">
                <a:solidFill>
                  <a:schemeClr val="tx1"/>
                </a:solidFill>
                <a:latin typeface="+mj-lt"/>
                <a:ea typeface="+mj-ea"/>
                <a:cs typeface="+mj-cs"/>
              </a:defRPr>
            </a:lvl1pPr>
          </a:lstStyle>
          <a:p>
            <a:r>
              <a:rPr lang="en-US" dirty="0"/>
              <a:t>Why the Status Quo Will Fail (2006)</a:t>
            </a:r>
          </a:p>
        </p:txBody>
      </p:sp>
    </p:spTree>
    <p:extLst>
      <p:ext uri="{BB962C8B-B14F-4D97-AF65-F5344CB8AC3E}">
        <p14:creationId xmlns:p14="http://schemas.microsoft.com/office/powerpoint/2010/main" val="290284828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489D16-5BC4-95A1-0FE8-CCFD9668DF6E}"/>
              </a:ext>
            </a:extLst>
          </p:cNvPr>
          <p:cNvSpPr>
            <a:spLocks noGrp="1"/>
          </p:cNvSpPr>
          <p:nvPr>
            <p:ph type="title"/>
          </p:nvPr>
        </p:nvSpPr>
        <p:spPr>
          <a:xfrm>
            <a:off x="609600" y="264085"/>
            <a:ext cx="10972800" cy="946389"/>
          </a:xfrm>
        </p:spPr>
        <p:txBody>
          <a:bodyPr/>
          <a:lstStyle/>
          <a:p>
            <a:r>
              <a:rPr lang="en-US" dirty="0"/>
              <a:t>Binary Search Solution (from 2006 talk)</a:t>
            </a:r>
          </a:p>
        </p:txBody>
      </p:sp>
      <p:sp>
        <p:nvSpPr>
          <p:cNvPr id="4" name="Content Placeholder 3">
            <a:extLst>
              <a:ext uri="{FF2B5EF4-FFF2-40B4-BE49-F238E27FC236}">
                <a16:creationId xmlns:a16="http://schemas.microsoft.com/office/drawing/2014/main" id="{7D05DED2-1B51-4AF6-AA8D-A67C5BBB20DD}"/>
              </a:ext>
            </a:extLst>
          </p:cNvPr>
          <p:cNvSpPr>
            <a:spLocks noGrp="1"/>
          </p:cNvSpPr>
          <p:nvPr>
            <p:ph idx="1"/>
          </p:nvPr>
        </p:nvSpPr>
        <p:spPr>
          <a:xfrm>
            <a:off x="609600" y="1334324"/>
            <a:ext cx="10972800" cy="4992624"/>
          </a:xfrm>
        </p:spPr>
        <p:txBody>
          <a:bodyPr/>
          <a:lstStyle/>
          <a:p>
            <a:pPr lvl="3"/>
            <a:r>
              <a:rPr lang="en-US" dirty="0"/>
              <a:t>int* </a:t>
            </a:r>
            <a:r>
              <a:rPr lang="en-US" dirty="0" err="1"/>
              <a:t>lower_bound</a:t>
            </a:r>
            <a:r>
              <a:rPr lang="en-US" dirty="0"/>
              <a:t>(int* first, int* last, int x) {</a:t>
            </a:r>
          </a:p>
          <a:p>
            <a:pPr lvl="3"/>
            <a:r>
              <a:rPr lang="en-US" dirty="0"/>
              <a:t>    while (first != last) {</a:t>
            </a:r>
          </a:p>
          <a:p>
            <a:pPr lvl="3"/>
            <a:r>
              <a:rPr lang="en-US" dirty="0"/>
              <a:t>        int* middle = first + (last - first) / 2;</a:t>
            </a:r>
          </a:p>
          <a:p>
            <a:pPr lvl="3"/>
            <a:r>
              <a:rPr lang="en-US" dirty="0"/>
              <a:t>        if (*middle &lt; x)</a:t>
            </a:r>
          </a:p>
          <a:p>
            <a:pPr lvl="3"/>
            <a:r>
              <a:rPr lang="en-US" dirty="0"/>
              <a:t>            first = middle + 1;</a:t>
            </a:r>
          </a:p>
          <a:p>
            <a:pPr lvl="3"/>
            <a:r>
              <a:rPr lang="en-US" dirty="0"/>
              <a:t>        else</a:t>
            </a:r>
          </a:p>
          <a:p>
            <a:pPr lvl="3"/>
            <a:r>
              <a:rPr lang="en-US" dirty="0"/>
              <a:t>            last = middle;</a:t>
            </a:r>
          </a:p>
          <a:p>
            <a:pPr lvl="3"/>
            <a:r>
              <a:rPr lang="en-US" dirty="0"/>
              <a:t>    }</a:t>
            </a:r>
          </a:p>
          <a:p>
            <a:pPr lvl="3"/>
            <a:r>
              <a:rPr lang="en-US" dirty="0"/>
              <a:t>    return first;</a:t>
            </a:r>
          </a:p>
          <a:p>
            <a:pPr lvl="3"/>
            <a:r>
              <a:rPr lang="en-US" dirty="0"/>
              <a:t>}</a:t>
            </a:r>
          </a:p>
        </p:txBody>
      </p:sp>
    </p:spTree>
    <p:extLst>
      <p:ext uri="{BB962C8B-B14F-4D97-AF65-F5344CB8AC3E}">
        <p14:creationId xmlns:p14="http://schemas.microsoft.com/office/powerpoint/2010/main" val="294361861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F0BDB-A0A5-7D80-475B-53B3A1435DA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A19136-D7F6-5F82-62DB-6A0F6BBAF9A9}"/>
              </a:ext>
            </a:extLst>
          </p:cNvPr>
          <p:cNvSpPr>
            <a:spLocks noGrp="1"/>
          </p:cNvSpPr>
          <p:nvPr>
            <p:ph type="title"/>
          </p:nvPr>
        </p:nvSpPr>
        <p:spPr>
          <a:xfrm>
            <a:off x="609600" y="264085"/>
            <a:ext cx="10972800" cy="946389"/>
          </a:xfrm>
        </p:spPr>
        <p:txBody>
          <a:bodyPr/>
          <a:lstStyle/>
          <a:p>
            <a:r>
              <a:rPr lang="en-US" dirty="0"/>
              <a:t>Jon Bentley’s Solution (translated to C++)</a:t>
            </a:r>
          </a:p>
        </p:txBody>
      </p:sp>
      <p:sp>
        <p:nvSpPr>
          <p:cNvPr id="4" name="Content Placeholder 3">
            <a:extLst>
              <a:ext uri="{FF2B5EF4-FFF2-40B4-BE49-F238E27FC236}">
                <a16:creationId xmlns:a16="http://schemas.microsoft.com/office/drawing/2014/main" id="{2610A466-2C24-5537-3320-03320E4B0C6F}"/>
              </a:ext>
            </a:extLst>
          </p:cNvPr>
          <p:cNvSpPr>
            <a:spLocks noGrp="1"/>
          </p:cNvSpPr>
          <p:nvPr>
            <p:ph idx="1"/>
          </p:nvPr>
        </p:nvSpPr>
        <p:spPr>
          <a:xfrm>
            <a:off x="609600" y="1334324"/>
            <a:ext cx="10972800" cy="4992624"/>
          </a:xfrm>
        </p:spPr>
        <p:txBody>
          <a:bodyPr/>
          <a:lstStyle/>
          <a:p>
            <a:pPr lvl="3"/>
            <a:r>
              <a:rPr lang="en-US" dirty="0"/>
              <a:t>int </a:t>
            </a:r>
            <a:r>
              <a:rPr lang="en-US" dirty="0" err="1"/>
              <a:t>binary_search</a:t>
            </a:r>
            <a:r>
              <a:rPr lang="en-US" dirty="0"/>
              <a:t>(int x[], int n, int v) {</a:t>
            </a:r>
          </a:p>
          <a:p>
            <a:pPr lvl="3"/>
            <a:r>
              <a:rPr lang="en-US" dirty="0"/>
              <a:t>    int l = 0;</a:t>
            </a:r>
          </a:p>
          <a:p>
            <a:pPr lvl="3"/>
            <a:r>
              <a:rPr lang="en-US" dirty="0"/>
              <a:t>    int u = n - 1;</a:t>
            </a:r>
          </a:p>
          <a:p>
            <a:pPr lvl="3"/>
            <a:endParaRPr lang="en-US" dirty="0"/>
          </a:p>
          <a:p>
            <a:pPr lvl="3"/>
            <a:r>
              <a:rPr lang="en-US" dirty="0"/>
              <a:t>    while (true) {</a:t>
            </a:r>
          </a:p>
          <a:p>
            <a:pPr lvl="3"/>
            <a:r>
              <a:rPr lang="en-US" dirty="0"/>
              <a:t>        if (l &gt; u) return -1;</a:t>
            </a:r>
          </a:p>
          <a:p>
            <a:pPr lvl="3"/>
            <a:endParaRPr lang="en-US" dirty="0"/>
          </a:p>
          <a:p>
            <a:pPr lvl="3"/>
            <a:r>
              <a:rPr lang="en-US" dirty="0"/>
              <a:t>        int m = (l + u) / 2;</a:t>
            </a:r>
          </a:p>
          <a:p>
            <a:pPr lvl="3"/>
            <a:endParaRPr lang="en-US" dirty="0"/>
          </a:p>
          <a:p>
            <a:pPr lvl="3"/>
            <a:r>
              <a:rPr lang="en-US" dirty="0"/>
              <a:t>        if (x[m] &lt; v) l = m + 1;</a:t>
            </a:r>
          </a:p>
          <a:p>
            <a:pPr lvl="3"/>
            <a:r>
              <a:rPr lang="en-US" dirty="0"/>
              <a:t>        else if (x[m] == v) return m;</a:t>
            </a:r>
          </a:p>
          <a:p>
            <a:pPr lvl="3"/>
            <a:r>
              <a:rPr lang="en-US" dirty="0"/>
              <a:t>        else /* (x[m] &gt; v) */ u = m - 1;</a:t>
            </a:r>
          </a:p>
          <a:p>
            <a:pPr lvl="3"/>
            <a:r>
              <a:rPr lang="en-US" dirty="0"/>
              <a:t>    }</a:t>
            </a:r>
          </a:p>
          <a:p>
            <a:pPr lvl="3"/>
            <a:r>
              <a:rPr lang="en-US" dirty="0"/>
              <a:t>}</a:t>
            </a:r>
          </a:p>
        </p:txBody>
      </p:sp>
      <p:sp>
        <p:nvSpPr>
          <p:cNvPr id="2" name="Arrow">
            <a:extLst>
              <a:ext uri="{FF2B5EF4-FFF2-40B4-BE49-F238E27FC236}">
                <a16:creationId xmlns:a16="http://schemas.microsoft.com/office/drawing/2014/main" id="{DCAE9C7E-D173-BC8E-70DA-1D3F5E4C5D73}"/>
              </a:ext>
            </a:extLst>
          </p:cNvPr>
          <p:cNvSpPr/>
          <p:nvPr/>
        </p:nvSpPr>
        <p:spPr>
          <a:xfrm rot="8781575">
            <a:off x="5398205" y="2242987"/>
            <a:ext cx="1395590" cy="872507"/>
          </a:xfrm>
          <a:prstGeom prst="rightArrow">
            <a:avLst>
              <a:gd name="adj1" fmla="val 32000"/>
              <a:gd name="adj2" fmla="val 64000"/>
            </a:avLst>
          </a:prstGeom>
          <a:solidFill>
            <a:srgbClr val="FFFFFF"/>
          </a:solidFill>
          <a:ln w="50800">
            <a:solidFill>
              <a:schemeClr val="accent1"/>
            </a:solidFill>
          </a:ln>
          <a:effectLst>
            <a:outerShdw blurRad="152400" dist="101600" dir="5400000" rotWithShape="0">
              <a:srgbClr val="4E3B30">
                <a:alpha val="60000"/>
              </a:srgbClr>
            </a:outerShdw>
          </a:effectLst>
        </p:spPr>
        <p:txBody>
          <a:bodyPr tIns="91439" bIns="91439" anchor="ctr"/>
          <a:lstStyle/>
          <a:p>
            <a:endParaRPr/>
          </a:p>
        </p:txBody>
      </p:sp>
    </p:spTree>
    <p:extLst>
      <p:ext uri="{BB962C8B-B14F-4D97-AF65-F5344CB8AC3E}">
        <p14:creationId xmlns:p14="http://schemas.microsoft.com/office/powerpoint/2010/main" val="198685216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1" nodeType="clickEffect">
                                  <p:stCondLst>
                                    <p:cond delay="0"/>
                                  </p:stCondLst>
                                  <p:childTnLst>
                                    <p:animMotion origin="layout" path="M 0 -7.40741E-7 L 0 0.07593 " pathEditMode="relative" rAng="0" ptsTypes="AA">
                                      <p:cBhvr>
                                        <p:cTn id="10" dur="2000" fill="hold"/>
                                        <p:tgtEl>
                                          <p:spTgt spid="2"/>
                                        </p:tgtEl>
                                        <p:attrNameLst>
                                          <p:attrName>ppt_x</p:attrName>
                                          <p:attrName>ppt_y</p:attrName>
                                        </p:attrNameLst>
                                      </p:cBhvr>
                                      <p:rCtr x="0" y="3796"/>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grpId="2" nodeType="clickEffect">
                                  <p:stCondLst>
                                    <p:cond delay="0"/>
                                  </p:stCondLst>
                                  <p:childTnLst>
                                    <p:animMotion origin="layout" path="M 0 0.07592 L 0.08906 0.19537 " pathEditMode="relative" rAng="0" ptsTypes="AA">
                                      <p:cBhvr>
                                        <p:cTn id="14" dur="2000" fill="hold"/>
                                        <p:tgtEl>
                                          <p:spTgt spid="2"/>
                                        </p:tgtEl>
                                        <p:attrNameLst>
                                          <p:attrName>ppt_x</p:attrName>
                                          <p:attrName>ppt_y</p:attrName>
                                        </p:attrNameLst>
                                      </p:cBhvr>
                                      <p:rCtr x="4453" y="6250"/>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3" nodeType="clickEffect">
                                  <p:stCondLst>
                                    <p:cond delay="0"/>
                                  </p:stCondLst>
                                  <p:childTnLst>
                                    <p:animMotion origin="layout" path="M 0.08906 0.19537 L 0.12656 0.25648 " pathEditMode="relative" rAng="0" ptsTypes="AA">
                                      <p:cBhvr>
                                        <p:cTn id="18" dur="2000" fill="hold"/>
                                        <p:tgtEl>
                                          <p:spTgt spid="2"/>
                                        </p:tgtEl>
                                        <p:attrNameLst>
                                          <p:attrName>ppt_x</p:attrName>
                                          <p:attrName>ppt_y</p:attrName>
                                        </p:attrNameLst>
                                      </p:cBhvr>
                                      <p:rCtr x="1875" y="30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2B15A-A2A1-1BF9-2848-6B958762D291}"/>
              </a:ext>
            </a:extLst>
          </p:cNvPr>
          <p:cNvSpPr>
            <a:spLocks noGrp="1"/>
          </p:cNvSpPr>
          <p:nvPr>
            <p:ph type="title"/>
          </p:nvPr>
        </p:nvSpPr>
        <p:spPr/>
        <p:txBody>
          <a:bodyPr/>
          <a:lstStyle/>
          <a:p>
            <a:r>
              <a:rPr lang="en-US" dirty="0"/>
              <a:t>Question: If we can’t write binary search…</a:t>
            </a:r>
          </a:p>
        </p:txBody>
      </p:sp>
      <p:sp>
        <p:nvSpPr>
          <p:cNvPr id="3" name="Content Placeholder 2">
            <a:extLst>
              <a:ext uri="{FF2B5EF4-FFF2-40B4-BE49-F238E27FC236}">
                <a16:creationId xmlns:a16="http://schemas.microsoft.com/office/drawing/2014/main" id="{AA4F4415-16D7-8533-B1AC-69B6539224A4}"/>
              </a:ext>
            </a:extLst>
          </p:cNvPr>
          <p:cNvSpPr>
            <a:spLocks noGrp="1"/>
          </p:cNvSpPr>
          <p:nvPr>
            <p:ph idx="1"/>
          </p:nvPr>
        </p:nvSpPr>
        <p:spPr/>
        <p:txBody>
          <a:bodyPr/>
          <a:lstStyle/>
          <a:p>
            <a:r>
              <a:rPr lang="en-US" dirty="0"/>
              <a:t>Jon Bentley’s solution is considerably more complicated (and slower)</a:t>
            </a:r>
          </a:p>
          <a:p>
            <a:r>
              <a:rPr lang="en-US" dirty="0"/>
              <a:t>Photoshop uses this problem as a take-home test for candidates</a:t>
            </a:r>
          </a:p>
          <a:p>
            <a:pPr lvl="1"/>
            <a:r>
              <a:rPr lang="en-US" dirty="0"/>
              <a:t>More than 90% of candidates fail</a:t>
            </a:r>
          </a:p>
          <a:p>
            <a:r>
              <a:rPr lang="en-US" dirty="0"/>
              <a:t>Our experience teaching algorithms would indicate that more than 90% of engineers, regardless of experience, cannot write this simple code</a:t>
            </a:r>
          </a:p>
          <a:p>
            <a:endParaRPr lang="en-US" dirty="0"/>
          </a:p>
          <a:p>
            <a:r>
              <a:rPr lang="en-US" dirty="0"/>
              <a:t>…then how is it possible that Photoshop, Acrobat, and Microsoft Word exist?</a:t>
            </a:r>
          </a:p>
        </p:txBody>
      </p:sp>
    </p:spTree>
    <p:extLst>
      <p:ext uri="{BB962C8B-B14F-4D97-AF65-F5344CB8AC3E}">
        <p14:creationId xmlns:p14="http://schemas.microsoft.com/office/powerpoint/2010/main" val="233224337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9C6F6-7C8F-6EB6-2D7E-6BBFF501FF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1F588F-DB99-44A0-6211-A399C8A0F7AC}"/>
              </a:ext>
            </a:extLst>
          </p:cNvPr>
          <p:cNvSpPr>
            <a:spLocks noGrp="1"/>
          </p:cNvSpPr>
          <p:nvPr>
            <p:ph type="title"/>
          </p:nvPr>
        </p:nvSpPr>
        <p:spPr>
          <a:xfrm>
            <a:off x="609600" y="2939635"/>
            <a:ext cx="10972800" cy="978729"/>
          </a:xfrm>
        </p:spPr>
        <p:txBody>
          <a:bodyPr/>
          <a:lstStyle/>
          <a:p>
            <a:r>
              <a:rPr lang="en-US" dirty="0"/>
              <a:t>Analysts (Now)</a:t>
            </a:r>
          </a:p>
        </p:txBody>
      </p:sp>
    </p:spTree>
    <p:extLst>
      <p:ext uri="{BB962C8B-B14F-4D97-AF65-F5344CB8AC3E}">
        <p14:creationId xmlns:p14="http://schemas.microsoft.com/office/powerpoint/2010/main" val="203106793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EC5C5-7C39-7CFF-30AD-DD1B527419F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BCFAB0-CE7A-0567-99E9-9F81BE0AFA85}"/>
              </a:ext>
            </a:extLst>
          </p:cNvPr>
          <p:cNvSpPr>
            <a:spLocks noGrp="1"/>
          </p:cNvSpPr>
          <p:nvPr>
            <p:ph type="title"/>
          </p:nvPr>
        </p:nvSpPr>
        <p:spPr>
          <a:xfrm>
            <a:off x="609600" y="-1590115"/>
            <a:ext cx="10972800" cy="946389"/>
          </a:xfrm>
        </p:spPr>
        <p:txBody>
          <a:bodyPr/>
          <a:lstStyle/>
          <a:p>
            <a:r>
              <a:rPr lang="en-US"/>
              <a:t>Large Quote</a:t>
            </a:r>
          </a:p>
        </p:txBody>
      </p:sp>
      <p:sp>
        <p:nvSpPr>
          <p:cNvPr id="3" name="Text Placeholder 2">
            <a:extLst>
              <a:ext uri="{FF2B5EF4-FFF2-40B4-BE49-F238E27FC236}">
                <a16:creationId xmlns:a16="http://schemas.microsoft.com/office/drawing/2014/main" id="{6A546CBE-9472-9569-5444-30C50F960B1D}"/>
              </a:ext>
            </a:extLst>
          </p:cNvPr>
          <p:cNvSpPr>
            <a:spLocks noGrp="1"/>
          </p:cNvSpPr>
          <p:nvPr>
            <p:ph type="body" sz="quarter" idx="15"/>
          </p:nvPr>
        </p:nvSpPr>
        <p:spPr>
          <a:xfrm>
            <a:off x="609600" y="1333500"/>
            <a:ext cx="10972800" cy="4191000"/>
          </a:xfrm>
        </p:spPr>
        <p:txBody>
          <a:bodyPr/>
          <a:lstStyle/>
          <a:p>
            <a:pPr marL="0" indent="0">
              <a:buNone/>
            </a:pPr>
            <a:r>
              <a:rPr lang="en-US" sz="3600" dirty="0">
                <a:latin typeface="+mn-lt"/>
              </a:rPr>
              <a:t>“Almost all developers will increase their use of generative AI and machine learning as code assistants and low-code/no-code tools proliferate.”</a:t>
            </a:r>
          </a:p>
          <a:p>
            <a:pPr lvl="1"/>
            <a:r>
              <a:rPr lang="en-US" dirty="0"/>
              <a:t>IDC Modern Software Development Survey, September 2024</a:t>
            </a:r>
          </a:p>
        </p:txBody>
      </p:sp>
    </p:spTree>
    <p:extLst>
      <p:ext uri="{BB962C8B-B14F-4D97-AF65-F5344CB8AC3E}">
        <p14:creationId xmlns:p14="http://schemas.microsoft.com/office/powerpoint/2010/main" val="115141904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6D809-E3EE-5895-51CA-4BB8F848CE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1DD8B18-00AB-5700-EAA5-7DE907655016}"/>
              </a:ext>
            </a:extLst>
          </p:cNvPr>
          <p:cNvSpPr>
            <a:spLocks noGrp="1"/>
          </p:cNvSpPr>
          <p:nvPr>
            <p:ph type="title"/>
          </p:nvPr>
        </p:nvSpPr>
        <p:spPr>
          <a:xfrm>
            <a:off x="609600" y="-1590115"/>
            <a:ext cx="10972800" cy="946389"/>
          </a:xfrm>
        </p:spPr>
        <p:txBody>
          <a:bodyPr/>
          <a:lstStyle/>
          <a:p>
            <a:r>
              <a:rPr lang="en-US"/>
              <a:t>Large Quote</a:t>
            </a:r>
          </a:p>
        </p:txBody>
      </p:sp>
      <p:sp>
        <p:nvSpPr>
          <p:cNvPr id="3" name="Text Placeholder 2">
            <a:extLst>
              <a:ext uri="{FF2B5EF4-FFF2-40B4-BE49-F238E27FC236}">
                <a16:creationId xmlns:a16="http://schemas.microsoft.com/office/drawing/2014/main" id="{2F7292B3-101C-C8BA-2A26-357567A01ABE}"/>
              </a:ext>
            </a:extLst>
          </p:cNvPr>
          <p:cNvSpPr>
            <a:spLocks noGrp="1"/>
          </p:cNvSpPr>
          <p:nvPr>
            <p:ph type="body" sz="quarter" idx="15"/>
          </p:nvPr>
        </p:nvSpPr>
        <p:spPr>
          <a:xfrm>
            <a:off x="609600" y="1333500"/>
            <a:ext cx="10972800" cy="4191000"/>
          </a:xfrm>
        </p:spPr>
        <p:txBody>
          <a:bodyPr/>
          <a:lstStyle/>
          <a:p>
            <a:pPr marL="0" indent="0">
              <a:buNone/>
            </a:pPr>
            <a:r>
              <a:rPr lang="en-US" sz="3600" dirty="0">
                <a:latin typeface="+mn-lt"/>
              </a:rPr>
              <a:t>“More than </a:t>
            </a:r>
            <a:r>
              <a:rPr lang="en-US" sz="3600" b="1" dirty="0">
                <a:latin typeface="+mn-lt"/>
              </a:rPr>
              <a:t>55% of developers </a:t>
            </a:r>
            <a:r>
              <a:rPr lang="en-US" sz="3600" dirty="0">
                <a:latin typeface="+mn-lt"/>
              </a:rPr>
              <a:t>automatically generate </a:t>
            </a:r>
            <a:r>
              <a:rPr lang="en-US" sz="3600" b="1" dirty="0">
                <a:latin typeface="+mn-lt"/>
              </a:rPr>
              <a:t>40% or more of their code </a:t>
            </a:r>
            <a:r>
              <a:rPr lang="en-US" sz="3600" dirty="0">
                <a:latin typeface="+mn-lt"/>
              </a:rPr>
              <a:t>in their IDEs, highlighting the widespread use of generative AI and machine learning in software development.”</a:t>
            </a:r>
          </a:p>
          <a:p>
            <a:pPr lvl="1"/>
            <a:r>
              <a:rPr lang="en-US" dirty="0"/>
              <a:t>IDC Modern Software Development Survey, September 2024</a:t>
            </a:r>
          </a:p>
        </p:txBody>
      </p:sp>
    </p:spTree>
    <p:extLst>
      <p:ext uri="{BB962C8B-B14F-4D97-AF65-F5344CB8AC3E}">
        <p14:creationId xmlns:p14="http://schemas.microsoft.com/office/powerpoint/2010/main" val="274820112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5BB9A-71B1-3D6F-1ECD-F6DE3411336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F861247-0128-99DF-8B9E-4DACF5628924}"/>
              </a:ext>
            </a:extLst>
          </p:cNvPr>
          <p:cNvSpPr>
            <a:spLocks noGrp="1"/>
          </p:cNvSpPr>
          <p:nvPr>
            <p:ph type="title"/>
          </p:nvPr>
        </p:nvSpPr>
        <p:spPr>
          <a:xfrm>
            <a:off x="609600" y="264085"/>
            <a:ext cx="10972800" cy="946389"/>
          </a:xfrm>
        </p:spPr>
        <p:txBody>
          <a:bodyPr/>
          <a:lstStyle/>
          <a:p>
            <a:r>
              <a:rPr lang="en-US" dirty="0"/>
              <a:t>Binary Search Solution (Copilot 2025)</a:t>
            </a:r>
          </a:p>
        </p:txBody>
      </p:sp>
      <p:sp>
        <p:nvSpPr>
          <p:cNvPr id="4" name="Content Placeholder 3">
            <a:extLst>
              <a:ext uri="{FF2B5EF4-FFF2-40B4-BE49-F238E27FC236}">
                <a16:creationId xmlns:a16="http://schemas.microsoft.com/office/drawing/2014/main" id="{1C8D4279-2D39-2F86-2E59-5CDB7B8EE50D}"/>
              </a:ext>
            </a:extLst>
          </p:cNvPr>
          <p:cNvSpPr>
            <a:spLocks noGrp="1"/>
          </p:cNvSpPr>
          <p:nvPr>
            <p:ph idx="1"/>
          </p:nvPr>
        </p:nvSpPr>
        <p:spPr>
          <a:xfrm>
            <a:off x="609600" y="1334324"/>
            <a:ext cx="10972800" cy="4992624"/>
          </a:xfrm>
        </p:spPr>
        <p:txBody>
          <a:bodyPr/>
          <a:lstStyle/>
          <a:p>
            <a:pPr lvl="3"/>
            <a:r>
              <a:rPr lang="en-US" dirty="0"/>
              <a:t>int* </a:t>
            </a:r>
            <a:r>
              <a:rPr lang="en-US" dirty="0" err="1"/>
              <a:t>binary_search_insert_position</a:t>
            </a:r>
            <a:r>
              <a:rPr lang="en-US" dirty="0"/>
              <a:t>(int* first, int* last, int x) {</a:t>
            </a:r>
          </a:p>
          <a:p>
            <a:pPr lvl="3"/>
            <a:r>
              <a:rPr lang="en-US" dirty="0"/>
              <a:t>    while (first &lt; last) {</a:t>
            </a:r>
          </a:p>
          <a:p>
            <a:pPr lvl="3"/>
            <a:r>
              <a:rPr lang="en-US" dirty="0"/>
              <a:t>        int* mid = first + (last - first) / 2;</a:t>
            </a:r>
          </a:p>
          <a:p>
            <a:pPr lvl="3"/>
            <a:r>
              <a:rPr lang="en-US" dirty="0"/>
              <a:t>        if (*mid &lt; x) {</a:t>
            </a:r>
          </a:p>
          <a:p>
            <a:pPr lvl="3"/>
            <a:r>
              <a:rPr lang="en-US" dirty="0"/>
              <a:t>            first = mid + 1;</a:t>
            </a:r>
          </a:p>
          <a:p>
            <a:pPr lvl="3"/>
            <a:r>
              <a:rPr lang="en-US" dirty="0"/>
              <a:t>        } else {</a:t>
            </a:r>
          </a:p>
          <a:p>
            <a:pPr lvl="3"/>
            <a:r>
              <a:rPr lang="en-US" dirty="0"/>
              <a:t>            last = mid;</a:t>
            </a:r>
          </a:p>
          <a:p>
            <a:pPr lvl="3"/>
            <a:r>
              <a:rPr lang="en-US" dirty="0"/>
              <a:t>        }</a:t>
            </a:r>
          </a:p>
          <a:p>
            <a:pPr lvl="3"/>
            <a:r>
              <a:rPr lang="en-US" dirty="0"/>
              <a:t>    }</a:t>
            </a:r>
          </a:p>
          <a:p>
            <a:pPr lvl="3"/>
            <a:r>
              <a:rPr lang="en-US" dirty="0"/>
              <a:t>    return first;</a:t>
            </a:r>
          </a:p>
          <a:p>
            <a:pPr lvl="3"/>
            <a:r>
              <a:rPr lang="en-US" dirty="0"/>
              <a:t>}</a:t>
            </a:r>
          </a:p>
          <a:p>
            <a:pPr lvl="3"/>
            <a:endParaRPr lang="en-US" dirty="0"/>
          </a:p>
          <a:p>
            <a:r>
              <a:rPr lang="en-US" dirty="0"/>
              <a:t>“</a:t>
            </a:r>
            <a:r>
              <a:rPr lang="en-US" b="1" dirty="0"/>
              <a:t>Algorithm Naming:</a:t>
            </a:r>
            <a:r>
              <a:rPr lang="en-US" dirty="0"/>
              <a:t> The function is essentially an adaptation of </a:t>
            </a:r>
            <a:r>
              <a:rPr lang="en-US" dirty="0">
                <a:latin typeface="Menlo" panose="020B0609030804020204" pitchFamily="49" charset="0"/>
                <a:ea typeface="Menlo" panose="020B0609030804020204" pitchFamily="49" charset="0"/>
                <a:cs typeface="Menlo" panose="020B0609030804020204" pitchFamily="49" charset="0"/>
              </a:rPr>
              <a:t>std::</a:t>
            </a:r>
            <a:r>
              <a:rPr lang="en-US" dirty="0" err="1">
                <a:latin typeface="Menlo" panose="020B0609030804020204" pitchFamily="49" charset="0"/>
                <a:ea typeface="Menlo" panose="020B0609030804020204" pitchFamily="49" charset="0"/>
                <a:cs typeface="Menlo" panose="020B0609030804020204" pitchFamily="49" charset="0"/>
              </a:rPr>
              <a:t>lower_bound</a:t>
            </a:r>
            <a:r>
              <a:rPr lang="en-US" dirty="0">
                <a:latin typeface="Menlo" panose="020B0609030804020204" pitchFamily="49" charset="0"/>
                <a:ea typeface="Menlo" panose="020B0609030804020204" pitchFamily="49" charset="0"/>
                <a:cs typeface="Menlo" panose="020B0609030804020204" pitchFamily="49" charset="0"/>
              </a:rPr>
              <a:t>()</a:t>
            </a:r>
            <a:r>
              <a:rPr lang="en-US" dirty="0"/>
              <a:t>.”</a:t>
            </a:r>
          </a:p>
        </p:txBody>
      </p:sp>
    </p:spTree>
    <p:extLst>
      <p:ext uri="{BB962C8B-B14F-4D97-AF65-F5344CB8AC3E}">
        <p14:creationId xmlns:p14="http://schemas.microsoft.com/office/powerpoint/2010/main" val="91066033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B3459-A560-00C7-FE10-D66A9D19B98A}"/>
              </a:ext>
            </a:extLst>
          </p:cNvPr>
          <p:cNvSpPr>
            <a:spLocks noGrp="1"/>
          </p:cNvSpPr>
          <p:nvPr>
            <p:ph type="title"/>
          </p:nvPr>
        </p:nvSpPr>
        <p:spPr>
          <a:xfrm>
            <a:off x="609600" y="-1371600"/>
            <a:ext cx="10972800" cy="946389"/>
          </a:xfrm>
        </p:spPr>
        <p:txBody>
          <a:bodyPr/>
          <a:lstStyle/>
          <a:p>
            <a:r>
              <a:rPr lang="en-US"/>
              <a:t>Closer Slide</a:t>
            </a:r>
          </a:p>
        </p:txBody>
      </p:sp>
    </p:spTree>
    <p:extLst>
      <p:ext uri="{BB962C8B-B14F-4D97-AF65-F5344CB8AC3E}">
        <p14:creationId xmlns:p14="http://schemas.microsoft.com/office/powerpoint/2010/main" val="262670566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D9B7-6551-04C1-D72E-02038F642945}"/>
              </a:ext>
            </a:extLst>
          </p:cNvPr>
          <p:cNvSpPr>
            <a:spLocks noGrp="1"/>
          </p:cNvSpPr>
          <p:nvPr>
            <p:ph type="title" idx="4294967295"/>
          </p:nvPr>
        </p:nvSpPr>
        <p:spPr>
          <a:xfrm>
            <a:off x="609600" y="-1371600"/>
            <a:ext cx="10972800" cy="946389"/>
          </a:xfrm>
        </p:spPr>
        <p:txBody>
          <a:bodyPr/>
          <a:lstStyle/>
          <a:p>
            <a:endParaRPr lang="en-US"/>
          </a:p>
        </p:txBody>
      </p:sp>
      <p:pic>
        <p:nvPicPr>
          <p:cNvPr id="13" name="Picture Placeholder 12">
            <a:extLst>
              <a:ext uri="{FF2B5EF4-FFF2-40B4-BE49-F238E27FC236}">
                <a16:creationId xmlns:a16="http://schemas.microsoft.com/office/drawing/2014/main" id="{A9F01AD3-B4AC-F8C4-7593-F8CB30E1BED7}"/>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1662953" y="0"/>
            <a:ext cx="8866094" cy="6851073"/>
          </a:xfrm>
        </p:spPr>
      </p:pic>
    </p:spTree>
    <p:extLst>
      <p:ext uri="{BB962C8B-B14F-4D97-AF65-F5344CB8AC3E}">
        <p14:creationId xmlns:p14="http://schemas.microsoft.com/office/powerpoint/2010/main" val="390375585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DFCD0-E180-6CDF-122E-8E1D46FF1753}"/>
              </a:ext>
            </a:extLst>
          </p:cNvPr>
          <p:cNvSpPr>
            <a:spLocks noGrp="1"/>
          </p:cNvSpPr>
          <p:nvPr>
            <p:ph type="title" idx="4294967295"/>
          </p:nvPr>
        </p:nvSpPr>
        <p:spPr>
          <a:xfrm>
            <a:off x="609600" y="-1371600"/>
            <a:ext cx="10972800" cy="946389"/>
          </a:xfrm>
        </p:spPr>
        <p:txBody>
          <a:bodyPr/>
          <a:lstStyle/>
          <a:p>
            <a:endParaRPr lang="en-US"/>
          </a:p>
        </p:txBody>
      </p:sp>
      <p:pic>
        <p:nvPicPr>
          <p:cNvPr id="7" name="Picture 6" descr="A graph of a graph&#10;&#10;AI-generated content may be incorrect.">
            <a:extLst>
              <a:ext uri="{FF2B5EF4-FFF2-40B4-BE49-F238E27FC236}">
                <a16:creationId xmlns:a16="http://schemas.microsoft.com/office/drawing/2014/main" id="{BBE6680A-064E-A6F5-C245-E2D878144A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209398"/>
            <a:ext cx="7772400" cy="6439203"/>
          </a:xfrm>
          <a:prstGeom prst="rect">
            <a:avLst/>
          </a:prstGeom>
        </p:spPr>
      </p:pic>
    </p:spTree>
    <p:extLst>
      <p:ext uri="{BB962C8B-B14F-4D97-AF65-F5344CB8AC3E}">
        <p14:creationId xmlns:p14="http://schemas.microsoft.com/office/powerpoint/2010/main" val="3748501121"/>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235A2-B3EE-03FE-7909-A586326377DF}"/>
              </a:ext>
            </a:extLst>
          </p:cNvPr>
          <p:cNvSpPr>
            <a:spLocks noGrp="1"/>
          </p:cNvSpPr>
          <p:nvPr>
            <p:ph type="title" idx="4294967295"/>
          </p:nvPr>
        </p:nvSpPr>
        <p:spPr>
          <a:xfrm>
            <a:off x="609600" y="-1371600"/>
            <a:ext cx="10972800" cy="946389"/>
          </a:xfrm>
        </p:spPr>
        <p:txBody>
          <a:bodyPr/>
          <a:lstStyle/>
          <a:p>
            <a:endParaRPr lang="en-US"/>
          </a:p>
        </p:txBody>
      </p:sp>
      <p:pic>
        <p:nvPicPr>
          <p:cNvPr id="7" name="Picture Placeholder 6" descr="A circular chart with different colored circles&#10;&#10;AI-generated content may be incorrect.">
            <a:extLst>
              <a:ext uri="{FF2B5EF4-FFF2-40B4-BE49-F238E27FC236}">
                <a16:creationId xmlns:a16="http://schemas.microsoft.com/office/drawing/2014/main" id="{EB5CBB92-ACEF-AA3B-A439-319D7B6A3450}"/>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634" r="634"/>
          <a:stretch>
            <a:fillRect/>
          </a:stretch>
        </p:blipFill>
        <p:spPr/>
      </p:pic>
    </p:spTree>
    <p:extLst>
      <p:ext uri="{BB962C8B-B14F-4D97-AF65-F5344CB8AC3E}">
        <p14:creationId xmlns:p14="http://schemas.microsoft.com/office/powerpoint/2010/main" val="383951483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4205F-DA80-E750-5AFF-D0E4FCC5C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4EFA34-0177-BA81-663B-CF422D7781B8}"/>
              </a:ext>
            </a:extLst>
          </p:cNvPr>
          <p:cNvSpPr>
            <a:spLocks noGrp="1"/>
          </p:cNvSpPr>
          <p:nvPr>
            <p:ph type="title" idx="4294967295"/>
          </p:nvPr>
        </p:nvSpPr>
        <p:spPr>
          <a:xfrm>
            <a:off x="609600" y="-1371600"/>
            <a:ext cx="10972800" cy="946389"/>
          </a:xfrm>
        </p:spPr>
        <p:txBody>
          <a:bodyPr/>
          <a:lstStyle/>
          <a:p>
            <a:endParaRPr lang="en-US"/>
          </a:p>
        </p:txBody>
      </p:sp>
      <p:pic>
        <p:nvPicPr>
          <p:cNvPr id="5" name="Picture Placeholder 4" descr="A pie chart with a number of different colored circles&#10;&#10;AI-generated content may be incorrect.">
            <a:extLst>
              <a:ext uri="{FF2B5EF4-FFF2-40B4-BE49-F238E27FC236}">
                <a16:creationId xmlns:a16="http://schemas.microsoft.com/office/drawing/2014/main" id="{E8C488EA-7197-1FEA-8FB9-05E2A906D09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634" r="634"/>
          <a:stretch>
            <a:fillRect/>
          </a:stretch>
        </p:blipFill>
        <p:spPr/>
      </p:pic>
    </p:spTree>
    <p:extLst>
      <p:ext uri="{BB962C8B-B14F-4D97-AF65-F5344CB8AC3E}">
        <p14:creationId xmlns:p14="http://schemas.microsoft.com/office/powerpoint/2010/main" val="276691145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BE34F-ACDB-DE63-B0A3-B49F03CF7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A649F8-43B2-5559-3D85-BDA3F56C8FF7}"/>
              </a:ext>
            </a:extLst>
          </p:cNvPr>
          <p:cNvSpPr>
            <a:spLocks noGrp="1"/>
          </p:cNvSpPr>
          <p:nvPr>
            <p:ph type="title" idx="4294967295"/>
          </p:nvPr>
        </p:nvSpPr>
        <p:spPr>
          <a:xfrm>
            <a:off x="609600" y="-1371600"/>
            <a:ext cx="10972800" cy="946389"/>
          </a:xfrm>
        </p:spPr>
        <p:txBody>
          <a:bodyPr/>
          <a:lstStyle/>
          <a:p>
            <a:endParaRPr lang="en-US"/>
          </a:p>
        </p:txBody>
      </p:sp>
      <p:pic>
        <p:nvPicPr>
          <p:cNvPr id="5" name="Picture Placeholder 4" descr="A pie chart with text and numbers&#10;&#10;AI-generated content may be incorrect.">
            <a:extLst>
              <a:ext uri="{FF2B5EF4-FFF2-40B4-BE49-F238E27FC236}">
                <a16:creationId xmlns:a16="http://schemas.microsoft.com/office/drawing/2014/main" id="{23CB6231-A1E9-8708-188E-C6459A4F906E}"/>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634" r="634"/>
          <a:stretch>
            <a:fillRect/>
          </a:stretch>
        </p:blipFill>
        <p:spPr/>
      </p:pic>
    </p:spTree>
    <p:extLst>
      <p:ext uri="{BB962C8B-B14F-4D97-AF65-F5344CB8AC3E}">
        <p14:creationId xmlns:p14="http://schemas.microsoft.com/office/powerpoint/2010/main" val="347116699"/>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7C75E-C65A-929F-8A59-0B75EC56C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14EAF-9BB9-BF35-996A-4308A5424B15}"/>
              </a:ext>
            </a:extLst>
          </p:cNvPr>
          <p:cNvSpPr>
            <a:spLocks noGrp="1"/>
          </p:cNvSpPr>
          <p:nvPr>
            <p:ph type="title" idx="4294967295"/>
          </p:nvPr>
        </p:nvSpPr>
        <p:spPr>
          <a:xfrm>
            <a:off x="609600" y="-1371600"/>
            <a:ext cx="10972800" cy="946389"/>
          </a:xfrm>
        </p:spPr>
        <p:txBody>
          <a:bodyPr/>
          <a:lstStyle/>
          <a:p>
            <a:endParaRPr lang="en-US"/>
          </a:p>
        </p:txBody>
      </p:sp>
      <p:pic>
        <p:nvPicPr>
          <p:cNvPr id="5" name="Picture Placeholder 4" descr="A pie chart with text and numbers&#10;&#10;AI-generated content may be incorrect.">
            <a:extLst>
              <a:ext uri="{FF2B5EF4-FFF2-40B4-BE49-F238E27FC236}">
                <a16:creationId xmlns:a16="http://schemas.microsoft.com/office/drawing/2014/main" id="{C548884F-4669-26DB-83E5-181D47048D1E}"/>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634" r="634"/>
          <a:stretch>
            <a:fillRect/>
          </a:stretch>
        </p:blipFill>
        <p:spPr/>
      </p:pic>
    </p:spTree>
    <p:extLst>
      <p:ext uri="{BB962C8B-B14F-4D97-AF65-F5344CB8AC3E}">
        <p14:creationId xmlns:p14="http://schemas.microsoft.com/office/powerpoint/2010/main" val="142930738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86A98-9891-26D8-4E2D-767F5FDDF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4DF08-0E06-56AE-DFAB-73FBA8DDD99F}"/>
              </a:ext>
            </a:extLst>
          </p:cNvPr>
          <p:cNvSpPr>
            <a:spLocks noGrp="1"/>
          </p:cNvSpPr>
          <p:nvPr>
            <p:ph type="title" idx="4294967295"/>
          </p:nvPr>
        </p:nvSpPr>
        <p:spPr>
          <a:xfrm>
            <a:off x="609600" y="-1371600"/>
            <a:ext cx="10972800" cy="946389"/>
          </a:xfrm>
        </p:spPr>
        <p:txBody>
          <a:bodyPr/>
          <a:lstStyle/>
          <a:p>
            <a:endParaRPr lang="en-US"/>
          </a:p>
        </p:txBody>
      </p:sp>
      <p:pic>
        <p:nvPicPr>
          <p:cNvPr id="5" name="Picture Placeholder 4" descr="A pie chart with text and numbers&#10;&#10;AI-generated content may be incorrect.">
            <a:extLst>
              <a:ext uri="{FF2B5EF4-FFF2-40B4-BE49-F238E27FC236}">
                <a16:creationId xmlns:a16="http://schemas.microsoft.com/office/drawing/2014/main" id="{02917850-738A-2F3B-19ED-182E56340A8D}"/>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634" r="634"/>
          <a:stretch>
            <a:fillRect/>
          </a:stretch>
        </p:blipFill>
        <p:spPr/>
      </p:pic>
    </p:spTree>
    <p:extLst>
      <p:ext uri="{BB962C8B-B14F-4D97-AF65-F5344CB8AC3E}">
        <p14:creationId xmlns:p14="http://schemas.microsoft.com/office/powerpoint/2010/main" val="93119493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224B1-02C2-9C3C-7505-109773398D78}"/>
              </a:ext>
            </a:extLst>
          </p:cNvPr>
          <p:cNvSpPr>
            <a:spLocks noGrp="1"/>
          </p:cNvSpPr>
          <p:nvPr>
            <p:ph type="title"/>
          </p:nvPr>
        </p:nvSpPr>
        <p:spPr/>
        <p:txBody>
          <a:bodyPr/>
          <a:lstStyle/>
          <a:p>
            <a:r>
              <a:rPr lang="en-US" dirty="0"/>
              <a:t>Answer: Iterative Refinement.</a:t>
            </a:r>
          </a:p>
        </p:txBody>
      </p:sp>
      <p:sp>
        <p:nvSpPr>
          <p:cNvPr id="3" name="Content Placeholder 2">
            <a:extLst>
              <a:ext uri="{FF2B5EF4-FFF2-40B4-BE49-F238E27FC236}">
                <a16:creationId xmlns:a16="http://schemas.microsoft.com/office/drawing/2014/main" id="{29C13F4F-781B-1FBE-BEB9-E06CBB512355}"/>
              </a:ext>
            </a:extLst>
          </p:cNvPr>
          <p:cNvSpPr>
            <a:spLocks noGrp="1"/>
          </p:cNvSpPr>
          <p:nvPr>
            <p:ph idx="1"/>
          </p:nvPr>
        </p:nvSpPr>
        <p:spPr/>
        <p:txBody>
          <a:bodyPr/>
          <a:lstStyle/>
          <a:p>
            <a:r>
              <a:rPr lang="en-US" dirty="0"/>
              <a:t>Current programming methodologies lend themselves to iterative refinement</a:t>
            </a:r>
          </a:p>
          <a:p>
            <a:r>
              <a:rPr lang="en-US" dirty="0"/>
              <a:t>We don’t solve problems; we approximate solutions</a:t>
            </a:r>
          </a:p>
        </p:txBody>
      </p:sp>
    </p:spTree>
    <p:extLst>
      <p:ext uri="{BB962C8B-B14F-4D97-AF65-F5344CB8AC3E}">
        <p14:creationId xmlns:p14="http://schemas.microsoft.com/office/powerpoint/2010/main" val="2684856876"/>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C3245-182C-89B6-D7B5-D8342700E72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19C515-D541-1B09-B743-5AF430563076}"/>
              </a:ext>
            </a:extLst>
          </p:cNvPr>
          <p:cNvSpPr>
            <a:spLocks noGrp="1"/>
          </p:cNvSpPr>
          <p:nvPr>
            <p:ph type="title"/>
          </p:nvPr>
        </p:nvSpPr>
        <p:spPr>
          <a:xfrm>
            <a:off x="609600" y="2939635"/>
            <a:ext cx="10972800" cy="978729"/>
          </a:xfrm>
        </p:spPr>
        <p:txBody>
          <a:bodyPr/>
          <a:lstStyle/>
          <a:p>
            <a:r>
              <a:rPr lang="en-US" dirty="0"/>
              <a:t>Generic Programming</a:t>
            </a:r>
          </a:p>
        </p:txBody>
      </p:sp>
    </p:spTree>
    <p:extLst>
      <p:ext uri="{BB962C8B-B14F-4D97-AF65-F5344CB8AC3E}">
        <p14:creationId xmlns:p14="http://schemas.microsoft.com/office/powerpoint/2010/main" val="58284958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9A9A-8C6E-D69C-A851-3A0DA356A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D7C25-DEB8-0ADF-0383-94266C585552}"/>
              </a:ext>
            </a:extLst>
          </p:cNvPr>
          <p:cNvSpPr>
            <a:spLocks noGrp="1"/>
          </p:cNvSpPr>
          <p:nvPr>
            <p:ph type="title"/>
          </p:nvPr>
        </p:nvSpPr>
        <p:spPr/>
        <p:txBody>
          <a:bodyPr/>
          <a:lstStyle/>
          <a:p>
            <a:r>
              <a:rPr lang="en-US" dirty="0"/>
              <a:t>How can we write </a:t>
            </a:r>
            <a:r>
              <a:rPr lang="en-US" i="1" dirty="0"/>
              <a:t>Better Code</a:t>
            </a:r>
            <a:r>
              <a:rPr lang="en-US" dirty="0"/>
              <a:t>?</a:t>
            </a:r>
          </a:p>
        </p:txBody>
      </p:sp>
      <p:sp>
        <p:nvSpPr>
          <p:cNvPr id="3" name="Content Placeholder 2">
            <a:extLst>
              <a:ext uri="{FF2B5EF4-FFF2-40B4-BE49-F238E27FC236}">
                <a16:creationId xmlns:a16="http://schemas.microsoft.com/office/drawing/2014/main" id="{932B55C5-D089-807D-0950-6504711970E1}"/>
              </a:ext>
            </a:extLst>
          </p:cNvPr>
          <p:cNvSpPr>
            <a:spLocks noGrp="1"/>
          </p:cNvSpPr>
          <p:nvPr>
            <p:ph idx="1"/>
          </p:nvPr>
        </p:nvSpPr>
        <p:spPr/>
        <p:txBody>
          <a:bodyPr/>
          <a:lstStyle/>
          <a:p>
            <a:r>
              <a:rPr lang="en-US" dirty="0"/>
              <a:t>Study how to write correct software</a:t>
            </a:r>
          </a:p>
          <a:p>
            <a:r>
              <a:rPr lang="en-US" dirty="0"/>
              <a:t>Write algorithms once, in a general form that can be reused</a:t>
            </a:r>
          </a:p>
          <a:p>
            <a:r>
              <a:rPr lang="en-US" dirty="0"/>
              <a:t>Focus on fundamental algorithms</a:t>
            </a:r>
          </a:p>
          <a:p>
            <a:r>
              <a:rPr lang="en-US" dirty="0"/>
              <a:t>Compose larger systems from proven components</a:t>
            </a:r>
          </a:p>
        </p:txBody>
      </p:sp>
    </p:spTree>
    <p:extLst>
      <p:ext uri="{BB962C8B-B14F-4D97-AF65-F5344CB8AC3E}">
        <p14:creationId xmlns:p14="http://schemas.microsoft.com/office/powerpoint/2010/main" val="402626290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509F1-9E89-0A29-4C22-86244FA6F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EA3268-737B-5F18-C448-8A08CC1A7492}"/>
              </a:ext>
            </a:extLst>
          </p:cNvPr>
          <p:cNvSpPr>
            <a:spLocks noGrp="1"/>
          </p:cNvSpPr>
          <p:nvPr>
            <p:ph type="title"/>
          </p:nvPr>
        </p:nvSpPr>
        <p:spPr>
          <a:xfrm>
            <a:off x="609600" y="264085"/>
            <a:ext cx="10972800" cy="946389"/>
          </a:xfrm>
        </p:spPr>
        <p:txBody>
          <a:bodyPr anchor="ctr">
            <a:normAutofit/>
          </a:bodyPr>
          <a:lstStyle/>
          <a:p>
            <a:r>
              <a:rPr lang="en-US" dirty="0"/>
              <a:t>Generic Programming</a:t>
            </a:r>
          </a:p>
        </p:txBody>
      </p:sp>
      <p:sp>
        <p:nvSpPr>
          <p:cNvPr id="3" name="Content Placeholder 2">
            <a:extLst>
              <a:ext uri="{FF2B5EF4-FFF2-40B4-BE49-F238E27FC236}">
                <a16:creationId xmlns:a16="http://schemas.microsoft.com/office/drawing/2014/main" id="{997F51F2-F201-F003-6E10-F41AC7FA4063}"/>
              </a:ext>
            </a:extLst>
          </p:cNvPr>
          <p:cNvSpPr>
            <a:spLocks noGrp="1"/>
          </p:cNvSpPr>
          <p:nvPr>
            <p:ph idx="1"/>
          </p:nvPr>
        </p:nvSpPr>
        <p:spPr>
          <a:xfrm>
            <a:off x="609600" y="1334324"/>
            <a:ext cx="4937760" cy="4992624"/>
          </a:xfrm>
        </p:spPr>
        <p:txBody>
          <a:bodyPr>
            <a:normAutofit/>
          </a:bodyPr>
          <a:lstStyle/>
          <a:p>
            <a:r>
              <a:rPr lang="en-US" dirty="0"/>
              <a:t>In 2006, the idea of generic programming was still young</a:t>
            </a:r>
          </a:p>
          <a:p>
            <a:r>
              <a:rPr lang="en-US" dirty="0"/>
              <a:t>In 2002, Alex Stepanov gave a presentation at Adobe with this slide</a:t>
            </a:r>
          </a:p>
          <a:p>
            <a:pPr marL="0" indent="0">
              <a:buNone/>
            </a:pPr>
            <a:endParaRPr lang="en-US" sz="2600" dirty="0"/>
          </a:p>
        </p:txBody>
      </p:sp>
      <p:pic>
        <p:nvPicPr>
          <p:cNvPr id="6" name="Picture Placeholder 5" descr="A screen shot of a computer&#10;&#10;AI-generated content may be incorrect.">
            <a:extLst>
              <a:ext uri="{FF2B5EF4-FFF2-40B4-BE49-F238E27FC236}">
                <a16:creationId xmlns:a16="http://schemas.microsoft.com/office/drawing/2014/main" id="{D36BF3B5-E174-4FC0-1E49-BF3E07A440BE}"/>
              </a:ext>
            </a:extLst>
          </p:cNvPr>
          <p:cNvPicPr>
            <a:picLocks noGrp="1" noChangeAspect="1"/>
          </p:cNvPicPr>
          <p:nvPr>
            <p:ph idx="13"/>
          </p:nvPr>
        </p:nvPicPr>
        <p:blipFill>
          <a:blip r:embed="rId3">
            <a:extLst>
              <a:ext uri="{28A0092B-C50C-407E-A947-70E740481C1C}">
                <a14:useLocalDpi xmlns:a14="http://schemas.microsoft.com/office/drawing/2010/main" val="0"/>
              </a:ext>
            </a:extLst>
          </a:blip>
          <a:srcRect l="10700" r="-10700"/>
          <a:stretch/>
        </p:blipFill>
        <p:spPr>
          <a:xfrm>
            <a:off x="6096000" y="674967"/>
            <a:ext cx="7571227" cy="5508065"/>
          </a:xfrm>
          <a:noFill/>
        </p:spPr>
      </p:pic>
    </p:spTree>
    <p:extLst>
      <p:ext uri="{BB962C8B-B14F-4D97-AF65-F5344CB8AC3E}">
        <p14:creationId xmlns:p14="http://schemas.microsoft.com/office/powerpoint/2010/main" val="2986477196"/>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C720DD1-56E7-2FD7-5B7F-7034EE3247D0}"/>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C5DD0A2E-EC92-7E5E-5BE0-2D9C7893CC7E}"/>
              </a:ext>
            </a:extLst>
          </p:cNvPr>
          <p:cNvSpPr>
            <a:spLocks noGrp="1"/>
          </p:cNvSpPr>
          <p:nvPr>
            <p:ph type="body" sz="quarter" idx="15"/>
          </p:nvPr>
        </p:nvSpPr>
        <p:spPr>
          <a:xfrm>
            <a:off x="609600" y="0"/>
            <a:ext cx="10972800" cy="6324600"/>
          </a:xfrm>
        </p:spPr>
        <p:txBody>
          <a:bodyPr/>
          <a:lstStyle/>
          <a:p>
            <a:pPr marL="0" indent="0" algn="ctr">
              <a:buNone/>
            </a:pPr>
            <a:r>
              <a:rPr lang="en-US" sz="3600" dirty="0">
                <a:latin typeface="+mn-lt"/>
              </a:rPr>
              <a:t>“By generic programming we mean the definition of algorithms and data structures at an abstract or generic level, thereby accomplishing many related programming tasks simultaneously. The central notion is that of generic algorithms, which are parameterized procedural schemata that are completely independent of the underlying data representation and are derived from concrete, efficient algorithms.”</a:t>
            </a:r>
            <a:br>
              <a:rPr lang="en-US" sz="3600" dirty="0">
                <a:latin typeface="+mn-lt"/>
              </a:rPr>
            </a:br>
            <a:br>
              <a:rPr lang="en-US" sz="3600" dirty="0">
                <a:latin typeface="+mn-lt"/>
              </a:rPr>
            </a:br>
            <a:r>
              <a:rPr lang="en-US" sz="3600" dirty="0">
                <a:latin typeface="+mn-lt"/>
              </a:rPr>
              <a:t>	— David Musser &amp; Alex Stepanov</a:t>
            </a:r>
            <a:endParaRPr lang="en-US" sz="3600" dirty="0"/>
          </a:p>
        </p:txBody>
      </p:sp>
      <p:sp>
        <p:nvSpPr>
          <p:cNvPr id="223" name="Slide Number Placeholder 3"/>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31</a:t>
            </a:fld>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E247A-5E0E-E8D3-0215-F415FB3938E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85CC171-7367-4518-3B07-D6C9BCECAE08}"/>
              </a:ext>
            </a:extLst>
          </p:cNvPr>
          <p:cNvSpPr>
            <a:spLocks noGrp="1"/>
          </p:cNvSpPr>
          <p:nvPr>
            <p:ph type="title"/>
          </p:nvPr>
        </p:nvSpPr>
        <p:spPr/>
        <p:txBody>
          <a:bodyPr/>
          <a:lstStyle/>
          <a:p>
            <a:endParaRPr lang="en-US" dirty="0"/>
          </a:p>
        </p:txBody>
      </p:sp>
      <p:sp>
        <p:nvSpPr>
          <p:cNvPr id="6" name="Text Placeholder 5">
            <a:extLst>
              <a:ext uri="{FF2B5EF4-FFF2-40B4-BE49-F238E27FC236}">
                <a16:creationId xmlns:a16="http://schemas.microsoft.com/office/drawing/2014/main" id="{678B6B10-A19A-45A5-5CD6-D517A687A4E7}"/>
              </a:ext>
            </a:extLst>
          </p:cNvPr>
          <p:cNvSpPr>
            <a:spLocks noGrp="1"/>
          </p:cNvSpPr>
          <p:nvPr>
            <p:ph type="body" sz="quarter" idx="15"/>
          </p:nvPr>
        </p:nvSpPr>
        <p:spPr>
          <a:xfrm>
            <a:off x="609600" y="0"/>
            <a:ext cx="10972800" cy="6324600"/>
          </a:xfrm>
        </p:spPr>
        <p:txBody>
          <a:bodyPr/>
          <a:lstStyle/>
          <a:p>
            <a:pPr marL="0" indent="0" algn="ctr">
              <a:buNone/>
            </a:pPr>
            <a:r>
              <a:rPr lang="en-US" sz="3600" dirty="0">
                <a:latin typeface="+mn-lt"/>
              </a:rPr>
              <a:t>“By </a:t>
            </a:r>
            <a:r>
              <a:rPr lang="en-US" sz="3600" dirty="0">
                <a:effectLst>
                  <a:outerShdw blurRad="50800" dist="38100" dir="2700000" algn="tl" rotWithShape="0">
                    <a:prstClr val="black">
                      <a:alpha val="89758"/>
                    </a:prstClr>
                  </a:outerShdw>
                </a:effectLst>
                <a:latin typeface="+mn-lt"/>
              </a:rPr>
              <a:t>generic programming </a:t>
            </a:r>
            <a:r>
              <a:rPr lang="en-US" sz="3600" dirty="0">
                <a:latin typeface="+mn-lt"/>
              </a:rPr>
              <a:t>we mean the definition of algorithms and data structures at an abstract or generic level, thereby accomplishing many related programming tasks simultaneously. The central notion is that of generic algorithms, which are parameterized procedural schemata that are completely independent of the underlying data representation and are derived from concrete, efficient algorithms.”</a:t>
            </a:r>
            <a:br>
              <a:rPr lang="en-US" sz="3600" dirty="0">
                <a:latin typeface="+mn-lt"/>
              </a:rPr>
            </a:br>
            <a:br>
              <a:rPr lang="en-US" sz="3600" dirty="0">
                <a:latin typeface="+mn-lt"/>
              </a:rPr>
            </a:br>
            <a:r>
              <a:rPr lang="en-US" sz="3600" dirty="0">
                <a:latin typeface="+mn-lt"/>
              </a:rPr>
              <a:t>	— David Musser &amp; Alex Stepanov</a:t>
            </a:r>
            <a:endParaRPr lang="en-US" sz="3600" dirty="0"/>
          </a:p>
        </p:txBody>
      </p:sp>
      <p:sp>
        <p:nvSpPr>
          <p:cNvPr id="223" name="Slide Number Placeholder 3">
            <a:extLst>
              <a:ext uri="{FF2B5EF4-FFF2-40B4-BE49-F238E27FC236}">
                <a16:creationId xmlns:a16="http://schemas.microsoft.com/office/drawing/2014/main" id="{85DA5B23-D631-74EE-1B01-5FF3243B20D3}"/>
              </a:ext>
            </a:extLst>
          </p:cNvPr>
          <p:cNvSpPr txBox="1">
            <a:spLocks noGrp="1"/>
          </p:cNvSpPr>
          <p:nvPr>
            <p:ph type="sldNum" sz="quarter" idx="1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32</a:t>
            </a:fld>
            <a:endParaRPr/>
          </a:p>
        </p:txBody>
      </p:sp>
    </p:spTree>
    <p:extLst>
      <p:ext uri="{BB962C8B-B14F-4D97-AF65-F5344CB8AC3E}">
        <p14:creationId xmlns:p14="http://schemas.microsoft.com/office/powerpoint/2010/main" val="8111359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20B74-B8E4-DC2A-0BBB-187E6E9E852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0C5894B-D530-3FD6-7806-C311EE6925A5}"/>
              </a:ext>
            </a:extLst>
          </p:cNvPr>
          <p:cNvSpPr>
            <a:spLocks noGrp="1"/>
          </p:cNvSpPr>
          <p:nvPr>
            <p:ph type="title"/>
          </p:nvPr>
        </p:nvSpPr>
        <p:spPr/>
        <p:txBody>
          <a:bodyPr/>
          <a:lstStyle/>
          <a:p>
            <a:endParaRPr lang="en-US" dirty="0"/>
          </a:p>
        </p:txBody>
      </p:sp>
      <p:sp>
        <p:nvSpPr>
          <p:cNvPr id="6" name="Text Placeholder 5">
            <a:extLst>
              <a:ext uri="{FF2B5EF4-FFF2-40B4-BE49-F238E27FC236}">
                <a16:creationId xmlns:a16="http://schemas.microsoft.com/office/drawing/2014/main" id="{ED9DACAF-72F0-7B5C-3CF5-F32C9BC160FF}"/>
              </a:ext>
            </a:extLst>
          </p:cNvPr>
          <p:cNvSpPr>
            <a:spLocks noGrp="1"/>
          </p:cNvSpPr>
          <p:nvPr>
            <p:ph type="body" sz="quarter" idx="15"/>
          </p:nvPr>
        </p:nvSpPr>
        <p:spPr>
          <a:xfrm>
            <a:off x="609600" y="0"/>
            <a:ext cx="10972800" cy="6324600"/>
          </a:xfrm>
        </p:spPr>
        <p:txBody>
          <a:bodyPr/>
          <a:lstStyle/>
          <a:p>
            <a:pPr marL="0" indent="0" algn="ctr">
              <a:buNone/>
            </a:pPr>
            <a:r>
              <a:rPr lang="en-US" sz="3600" dirty="0">
                <a:latin typeface="+mn-lt"/>
              </a:rPr>
              <a:t>“By generic programming we mean the definition of </a:t>
            </a:r>
            <a:r>
              <a:rPr lang="en-US" sz="3600" dirty="0">
                <a:effectLst>
                  <a:outerShdw blurRad="50800" dist="38100" dir="2700000" algn="tl" rotWithShape="0">
                    <a:prstClr val="black">
                      <a:alpha val="90000"/>
                    </a:prstClr>
                  </a:outerShdw>
                </a:effectLst>
                <a:latin typeface="+mn-lt"/>
              </a:rPr>
              <a:t>algorithms</a:t>
            </a:r>
            <a:r>
              <a:rPr lang="en-US" sz="3600" dirty="0">
                <a:latin typeface="+mn-lt"/>
              </a:rPr>
              <a:t> and </a:t>
            </a:r>
            <a:r>
              <a:rPr lang="en-US" sz="3600" dirty="0">
                <a:effectLst>
                  <a:outerShdw blurRad="50800" dist="38100" dir="2700000" algn="tl" rotWithShape="0">
                    <a:prstClr val="black">
                      <a:alpha val="90000"/>
                    </a:prstClr>
                  </a:outerShdw>
                </a:effectLst>
                <a:latin typeface="+mn-lt"/>
              </a:rPr>
              <a:t>data structures </a:t>
            </a:r>
            <a:r>
              <a:rPr lang="en-US" sz="3600" dirty="0">
                <a:latin typeface="+mn-lt"/>
              </a:rPr>
              <a:t>at an abstract or generic level, thereby accomplishing many related programming tasks simultaneously. The central notion is that of generic algorithms, which are parameterized procedural schemata that are completely independent of the underlying data representation and are derived from concrete, efficient algorithms.”</a:t>
            </a:r>
            <a:br>
              <a:rPr lang="en-US" sz="3600" dirty="0">
                <a:latin typeface="+mn-lt"/>
              </a:rPr>
            </a:br>
            <a:br>
              <a:rPr lang="en-US" sz="3600" dirty="0">
                <a:latin typeface="+mn-lt"/>
              </a:rPr>
            </a:br>
            <a:r>
              <a:rPr lang="en-US" sz="3600" dirty="0">
                <a:latin typeface="+mn-lt"/>
              </a:rPr>
              <a:t>	— David Musser &amp; Alex Stepanov</a:t>
            </a:r>
            <a:endParaRPr lang="en-US" sz="3600" dirty="0"/>
          </a:p>
        </p:txBody>
      </p:sp>
      <p:sp>
        <p:nvSpPr>
          <p:cNvPr id="223" name="Slide Number Placeholder 3">
            <a:extLst>
              <a:ext uri="{FF2B5EF4-FFF2-40B4-BE49-F238E27FC236}">
                <a16:creationId xmlns:a16="http://schemas.microsoft.com/office/drawing/2014/main" id="{49295005-2524-F4ED-51A1-6FBE28C025B8}"/>
              </a:ext>
            </a:extLst>
          </p:cNvPr>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33</a:t>
            </a:fld>
            <a:endParaRPr/>
          </a:p>
        </p:txBody>
      </p:sp>
    </p:spTree>
    <p:extLst>
      <p:ext uri="{BB962C8B-B14F-4D97-AF65-F5344CB8AC3E}">
        <p14:creationId xmlns:p14="http://schemas.microsoft.com/office/powerpoint/2010/main" val="6276950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D2E64-6A6B-B8D4-AC36-6DBEF0FC420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C97A148-F4B5-B8CD-B591-B98E9E6A1F15}"/>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4B2DAAAA-C206-8EE1-B149-620D1D82C37C}"/>
              </a:ext>
            </a:extLst>
          </p:cNvPr>
          <p:cNvSpPr>
            <a:spLocks noGrp="1"/>
          </p:cNvSpPr>
          <p:nvPr>
            <p:ph type="body" sz="quarter" idx="15"/>
          </p:nvPr>
        </p:nvSpPr>
        <p:spPr>
          <a:xfrm>
            <a:off x="609600" y="0"/>
            <a:ext cx="10972800" cy="6324600"/>
          </a:xfrm>
        </p:spPr>
        <p:txBody>
          <a:bodyPr/>
          <a:lstStyle/>
          <a:p>
            <a:pPr marL="0" indent="0" algn="ctr">
              <a:buNone/>
            </a:pPr>
            <a:r>
              <a:rPr lang="en-US" sz="3600" dirty="0">
                <a:latin typeface="+mn-lt"/>
              </a:rPr>
              <a:t>“By generic programming we mean the definition of algorithms and data structures at an </a:t>
            </a:r>
            <a:r>
              <a:rPr lang="en-US" sz="3600" dirty="0">
                <a:effectLst>
                  <a:outerShdw blurRad="50800" dist="38100" dir="2700000" algn="tl" rotWithShape="0">
                    <a:prstClr val="black">
                      <a:alpha val="90000"/>
                    </a:prstClr>
                  </a:outerShdw>
                </a:effectLst>
                <a:latin typeface="+mn-lt"/>
              </a:rPr>
              <a:t>abstract</a:t>
            </a:r>
            <a:r>
              <a:rPr lang="en-US" sz="3600" dirty="0">
                <a:latin typeface="+mn-lt"/>
              </a:rPr>
              <a:t> or </a:t>
            </a:r>
            <a:r>
              <a:rPr lang="en-US" sz="3600" dirty="0">
                <a:effectLst>
                  <a:outerShdw blurRad="50800" dist="38100" dir="2700000" algn="tl" rotWithShape="0">
                    <a:prstClr val="black">
                      <a:alpha val="90000"/>
                    </a:prstClr>
                  </a:outerShdw>
                </a:effectLst>
                <a:latin typeface="+mn-lt"/>
              </a:rPr>
              <a:t>generic</a:t>
            </a:r>
            <a:r>
              <a:rPr lang="en-US" sz="3600" dirty="0">
                <a:latin typeface="+mn-lt"/>
              </a:rPr>
              <a:t> level, thereby accomplishing many related programming tasks simultaneously. The central notion is that of generic algorithms, which are parameterized procedural schemata that are completely independent of the underlying data representation and are derived from concrete, efficient algorithms.”</a:t>
            </a:r>
            <a:br>
              <a:rPr lang="en-US" sz="3600" dirty="0">
                <a:latin typeface="+mn-lt"/>
              </a:rPr>
            </a:br>
            <a:br>
              <a:rPr lang="en-US" sz="3600" dirty="0">
                <a:latin typeface="+mn-lt"/>
              </a:rPr>
            </a:br>
            <a:r>
              <a:rPr lang="en-US" sz="3600" dirty="0">
                <a:latin typeface="+mn-lt"/>
              </a:rPr>
              <a:t>	— David Musser &amp; Alex Stepanov</a:t>
            </a:r>
            <a:endParaRPr lang="en-US" sz="3600" dirty="0"/>
          </a:p>
        </p:txBody>
      </p:sp>
      <p:sp>
        <p:nvSpPr>
          <p:cNvPr id="223" name="Slide Number Placeholder 3">
            <a:extLst>
              <a:ext uri="{FF2B5EF4-FFF2-40B4-BE49-F238E27FC236}">
                <a16:creationId xmlns:a16="http://schemas.microsoft.com/office/drawing/2014/main" id="{B391F4F2-577D-DC6B-F9D6-ED6F77830F67}"/>
              </a:ext>
            </a:extLst>
          </p:cNvPr>
          <p:cNvSpPr txBox="1">
            <a:spLocks noGrp="1"/>
          </p:cNvSpPr>
          <p:nvPr>
            <p:ph type="sldNum" sz="quarter" idx="1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34</a:t>
            </a:fld>
            <a:endParaRPr/>
          </a:p>
        </p:txBody>
      </p:sp>
    </p:spTree>
    <p:extLst>
      <p:ext uri="{BB962C8B-B14F-4D97-AF65-F5344CB8AC3E}">
        <p14:creationId xmlns:p14="http://schemas.microsoft.com/office/powerpoint/2010/main" val="4616443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2E529-E516-D7F1-CDFC-043A2386BFD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6071DEE-8E04-A0EA-B00C-0EE00AC277D5}"/>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C04E5570-8BEF-BD24-6575-1C65CF7F6B30}"/>
              </a:ext>
            </a:extLst>
          </p:cNvPr>
          <p:cNvSpPr>
            <a:spLocks noGrp="1"/>
          </p:cNvSpPr>
          <p:nvPr>
            <p:ph type="body" sz="quarter" idx="15"/>
          </p:nvPr>
        </p:nvSpPr>
        <p:spPr>
          <a:xfrm>
            <a:off x="609600" y="0"/>
            <a:ext cx="10972800" cy="6324600"/>
          </a:xfrm>
        </p:spPr>
        <p:txBody>
          <a:bodyPr/>
          <a:lstStyle/>
          <a:p>
            <a:pPr marL="0" indent="0" algn="ctr">
              <a:buNone/>
            </a:pPr>
            <a:r>
              <a:rPr lang="en-US" sz="3600" dirty="0">
                <a:latin typeface="+mn-lt"/>
              </a:rPr>
              <a:t>“By generic programming we mean the definition of algorithms and data structures at an abstract or generic level, thereby </a:t>
            </a:r>
            <a:r>
              <a:rPr lang="en-US" sz="3600" dirty="0">
                <a:effectLst>
                  <a:outerShdw blurRad="50800" dist="38100" dir="2700000" algn="tl" rotWithShape="0">
                    <a:prstClr val="black">
                      <a:alpha val="90000"/>
                    </a:prstClr>
                  </a:outerShdw>
                </a:effectLst>
                <a:latin typeface="+mn-lt"/>
              </a:rPr>
              <a:t>accomplishing</a:t>
            </a:r>
            <a:r>
              <a:rPr lang="en-US" sz="3600" dirty="0">
                <a:latin typeface="+mn-lt"/>
              </a:rPr>
              <a:t> many </a:t>
            </a:r>
            <a:r>
              <a:rPr lang="en-US" sz="3600" dirty="0">
                <a:effectLst>
                  <a:outerShdw blurRad="50800" dist="38100" dir="2700000" algn="tl" rotWithShape="0">
                    <a:prstClr val="black">
                      <a:alpha val="90000"/>
                    </a:prstClr>
                  </a:outerShdw>
                </a:effectLst>
                <a:latin typeface="+mn-lt"/>
              </a:rPr>
              <a:t>related programming tasks simultaneously</a:t>
            </a:r>
            <a:r>
              <a:rPr lang="en-US" sz="3600" dirty="0">
                <a:latin typeface="+mn-lt"/>
              </a:rPr>
              <a:t>. The central notion is that of generic algorithms, which are parameterized procedural schemata that are completely independent of the underlying data representation and are derived from concrete, efficient algorithms.”</a:t>
            </a:r>
            <a:br>
              <a:rPr lang="en-US" sz="3600" dirty="0">
                <a:latin typeface="+mn-lt"/>
              </a:rPr>
            </a:br>
            <a:br>
              <a:rPr lang="en-US" sz="3600" dirty="0">
                <a:latin typeface="+mn-lt"/>
              </a:rPr>
            </a:br>
            <a:r>
              <a:rPr lang="en-US" sz="3600" dirty="0">
                <a:latin typeface="+mn-lt"/>
              </a:rPr>
              <a:t>	— David Musser &amp; Alex Stepanov</a:t>
            </a:r>
            <a:endParaRPr lang="en-US" sz="3600" dirty="0"/>
          </a:p>
        </p:txBody>
      </p:sp>
      <p:sp>
        <p:nvSpPr>
          <p:cNvPr id="223" name="Slide Number Placeholder 3">
            <a:extLst>
              <a:ext uri="{FF2B5EF4-FFF2-40B4-BE49-F238E27FC236}">
                <a16:creationId xmlns:a16="http://schemas.microsoft.com/office/drawing/2014/main" id="{8BDB077C-3D24-65CB-B024-04300E93E5D5}"/>
              </a:ext>
            </a:extLst>
          </p:cNvPr>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35</a:t>
            </a:fld>
            <a:endParaRPr/>
          </a:p>
        </p:txBody>
      </p:sp>
    </p:spTree>
    <p:extLst>
      <p:ext uri="{BB962C8B-B14F-4D97-AF65-F5344CB8AC3E}">
        <p14:creationId xmlns:p14="http://schemas.microsoft.com/office/powerpoint/2010/main" val="28696194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D3A10-15DC-0F1B-6275-C2965F9E3EA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1E35B93-A878-98DA-459D-03231484CF70}"/>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B6D2EF46-1E64-4930-B759-1A03E36659F0}"/>
              </a:ext>
            </a:extLst>
          </p:cNvPr>
          <p:cNvSpPr>
            <a:spLocks noGrp="1"/>
          </p:cNvSpPr>
          <p:nvPr>
            <p:ph type="body" sz="quarter" idx="15"/>
          </p:nvPr>
        </p:nvSpPr>
        <p:spPr>
          <a:xfrm>
            <a:off x="609600" y="0"/>
            <a:ext cx="10972800" cy="6324600"/>
          </a:xfrm>
        </p:spPr>
        <p:txBody>
          <a:bodyPr/>
          <a:lstStyle/>
          <a:p>
            <a:pPr marL="0" indent="0" algn="ctr">
              <a:buNone/>
            </a:pPr>
            <a:r>
              <a:rPr lang="en-US" sz="3600" dirty="0">
                <a:latin typeface="+mn-lt"/>
              </a:rPr>
              <a:t>“By generic programming we mean the definition of algorithms and data structures at an abstract or generic level, thereby accomplishing many related programming tasks simultaneously. The </a:t>
            </a:r>
            <a:r>
              <a:rPr lang="en-US" sz="3600" dirty="0">
                <a:effectLst>
                  <a:outerShdw blurRad="50800" dist="38100" dir="2700000" algn="tl" rotWithShape="0">
                    <a:prstClr val="black">
                      <a:alpha val="90000"/>
                    </a:prstClr>
                  </a:outerShdw>
                </a:effectLst>
                <a:latin typeface="+mn-lt"/>
              </a:rPr>
              <a:t>central notion </a:t>
            </a:r>
            <a:r>
              <a:rPr lang="en-US" sz="3600" dirty="0">
                <a:latin typeface="+mn-lt"/>
              </a:rPr>
              <a:t>is that of </a:t>
            </a:r>
            <a:r>
              <a:rPr lang="en-US" sz="3600" dirty="0">
                <a:effectLst>
                  <a:outerShdw blurRad="50800" dist="38100" dir="2700000" algn="tl" rotWithShape="0">
                    <a:prstClr val="black">
                      <a:alpha val="90000"/>
                    </a:prstClr>
                  </a:outerShdw>
                </a:effectLst>
                <a:latin typeface="+mn-lt"/>
              </a:rPr>
              <a:t>generic algorithms</a:t>
            </a:r>
            <a:r>
              <a:rPr lang="en-US" sz="3600" dirty="0">
                <a:latin typeface="+mn-lt"/>
              </a:rPr>
              <a:t>, which are parameterized procedural schemata that are completely independent of the underlying data representation and are derived from concrete, efficient algorithms.”</a:t>
            </a:r>
            <a:br>
              <a:rPr lang="en-US" sz="3600" dirty="0">
                <a:latin typeface="+mn-lt"/>
              </a:rPr>
            </a:br>
            <a:br>
              <a:rPr lang="en-US" sz="3600" dirty="0">
                <a:latin typeface="+mn-lt"/>
              </a:rPr>
            </a:br>
            <a:r>
              <a:rPr lang="en-US" sz="3600" dirty="0">
                <a:latin typeface="+mn-lt"/>
              </a:rPr>
              <a:t>	— David Musser &amp; Alex Stepanov</a:t>
            </a:r>
            <a:endParaRPr lang="en-US" sz="3600" dirty="0"/>
          </a:p>
        </p:txBody>
      </p:sp>
      <p:sp>
        <p:nvSpPr>
          <p:cNvPr id="223" name="Slide Number Placeholder 3">
            <a:extLst>
              <a:ext uri="{FF2B5EF4-FFF2-40B4-BE49-F238E27FC236}">
                <a16:creationId xmlns:a16="http://schemas.microsoft.com/office/drawing/2014/main" id="{F962D487-CE36-7D7C-DCCC-9E9377E3E6B2}"/>
              </a:ext>
            </a:extLst>
          </p:cNvPr>
          <p:cNvSpPr txBox="1">
            <a:spLocks noGrp="1"/>
          </p:cNvSpPr>
          <p:nvPr>
            <p:ph type="sldNum" sz="quarter" idx="1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36</a:t>
            </a:fld>
            <a:endParaRPr/>
          </a:p>
        </p:txBody>
      </p:sp>
    </p:spTree>
    <p:extLst>
      <p:ext uri="{BB962C8B-B14F-4D97-AF65-F5344CB8AC3E}">
        <p14:creationId xmlns:p14="http://schemas.microsoft.com/office/powerpoint/2010/main" val="1461607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BC273-4828-30A2-4EB5-A5152C50D93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0DEF32-38EF-A973-D375-E513C5F542EE}"/>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F0DCEF36-2F14-F573-01D4-D0106DB386DA}"/>
              </a:ext>
            </a:extLst>
          </p:cNvPr>
          <p:cNvSpPr>
            <a:spLocks noGrp="1"/>
          </p:cNvSpPr>
          <p:nvPr>
            <p:ph type="body" sz="quarter" idx="15"/>
          </p:nvPr>
        </p:nvSpPr>
        <p:spPr>
          <a:xfrm>
            <a:off x="609600" y="0"/>
            <a:ext cx="10972800" cy="6324600"/>
          </a:xfrm>
        </p:spPr>
        <p:txBody>
          <a:bodyPr/>
          <a:lstStyle/>
          <a:p>
            <a:pPr marL="0" indent="0" algn="ctr">
              <a:buNone/>
            </a:pPr>
            <a:r>
              <a:rPr lang="en-US" sz="3600" dirty="0">
                <a:latin typeface="+mn-lt"/>
              </a:rPr>
              <a:t>“By generic programming we mean the definition of algorithms and data structures at an abstract or generic level, thereby accomplishing many related programming tasks simultaneously. The central notion is that of generic algorithms, which are </a:t>
            </a:r>
            <a:r>
              <a:rPr lang="en-US" sz="3600" dirty="0">
                <a:effectLst>
                  <a:outerShdw blurRad="50800" dist="38100" dir="2700000" algn="tl" rotWithShape="0">
                    <a:prstClr val="black">
                      <a:alpha val="90000"/>
                    </a:prstClr>
                  </a:outerShdw>
                </a:effectLst>
                <a:latin typeface="+mn-lt"/>
              </a:rPr>
              <a:t>parameterized procedural schemata </a:t>
            </a:r>
            <a:r>
              <a:rPr lang="en-US" sz="3600" dirty="0">
                <a:latin typeface="+mn-lt"/>
              </a:rPr>
              <a:t>that are completely independent of the underlying data representation and are derived from concrete, efficient algorithms.”</a:t>
            </a:r>
            <a:br>
              <a:rPr lang="en-US" sz="3600" dirty="0">
                <a:latin typeface="+mn-lt"/>
              </a:rPr>
            </a:br>
            <a:br>
              <a:rPr lang="en-US" sz="3600" dirty="0">
                <a:latin typeface="+mn-lt"/>
              </a:rPr>
            </a:br>
            <a:r>
              <a:rPr lang="en-US" sz="3600" dirty="0">
                <a:latin typeface="+mn-lt"/>
              </a:rPr>
              <a:t>	— David Musser &amp; Alex Stepanov</a:t>
            </a:r>
            <a:endParaRPr lang="en-US" sz="3600" dirty="0"/>
          </a:p>
        </p:txBody>
      </p:sp>
      <p:sp>
        <p:nvSpPr>
          <p:cNvPr id="223" name="Slide Number Placeholder 3">
            <a:extLst>
              <a:ext uri="{FF2B5EF4-FFF2-40B4-BE49-F238E27FC236}">
                <a16:creationId xmlns:a16="http://schemas.microsoft.com/office/drawing/2014/main" id="{F13E8DDD-DB49-879E-E908-346A2BB6F7BF}"/>
              </a:ext>
            </a:extLst>
          </p:cNvPr>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37</a:t>
            </a:fld>
            <a:endParaRPr/>
          </a:p>
        </p:txBody>
      </p:sp>
    </p:spTree>
    <p:extLst>
      <p:ext uri="{BB962C8B-B14F-4D97-AF65-F5344CB8AC3E}">
        <p14:creationId xmlns:p14="http://schemas.microsoft.com/office/powerpoint/2010/main" val="22448417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46C28-F6AB-8185-EA3D-DC8B04714B0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45C95BC-EF23-E482-56C5-EFA2609F87E4}"/>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5E59120D-AEC7-6269-6B4E-F97627CA6B8B}"/>
              </a:ext>
            </a:extLst>
          </p:cNvPr>
          <p:cNvSpPr>
            <a:spLocks noGrp="1"/>
          </p:cNvSpPr>
          <p:nvPr>
            <p:ph type="body" sz="quarter" idx="15"/>
          </p:nvPr>
        </p:nvSpPr>
        <p:spPr>
          <a:xfrm>
            <a:off x="609600" y="0"/>
            <a:ext cx="10972800" cy="6324600"/>
          </a:xfrm>
        </p:spPr>
        <p:txBody>
          <a:bodyPr/>
          <a:lstStyle/>
          <a:p>
            <a:pPr marL="0" indent="0" algn="ctr">
              <a:buNone/>
            </a:pPr>
            <a:r>
              <a:rPr lang="en-US" sz="3600" dirty="0">
                <a:latin typeface="+mn-lt"/>
              </a:rPr>
              <a:t>“By generic programming we mean the definition of algorithms and data structures at an abstract or generic level, thereby accomplishing many related programming tasks simultaneously. The central notion is that of generic algorithms, which are parameterized procedural schemata that are completely </a:t>
            </a:r>
            <a:r>
              <a:rPr lang="en-US" sz="3600" dirty="0">
                <a:effectLst>
                  <a:outerShdw blurRad="50800" dist="38100" dir="2700000" algn="tl" rotWithShape="0">
                    <a:prstClr val="black">
                      <a:alpha val="90000"/>
                    </a:prstClr>
                  </a:outerShdw>
                </a:effectLst>
                <a:latin typeface="+mn-lt"/>
              </a:rPr>
              <a:t>independent</a:t>
            </a:r>
            <a:r>
              <a:rPr lang="en-US" sz="3600" dirty="0">
                <a:latin typeface="+mn-lt"/>
              </a:rPr>
              <a:t> of the </a:t>
            </a:r>
            <a:r>
              <a:rPr lang="en-US" sz="3600" dirty="0">
                <a:effectLst>
                  <a:outerShdw blurRad="50800" dist="38100" dir="2700000" algn="tl" rotWithShape="0">
                    <a:prstClr val="black">
                      <a:alpha val="90000"/>
                    </a:prstClr>
                  </a:outerShdw>
                </a:effectLst>
                <a:latin typeface="+mn-lt"/>
              </a:rPr>
              <a:t>underlying data representation </a:t>
            </a:r>
            <a:r>
              <a:rPr lang="en-US" sz="3600" dirty="0">
                <a:latin typeface="+mn-lt"/>
              </a:rPr>
              <a:t>and are derived from concrete, efficient algorithms.”</a:t>
            </a:r>
            <a:br>
              <a:rPr lang="en-US" sz="3600" dirty="0">
                <a:latin typeface="+mn-lt"/>
              </a:rPr>
            </a:br>
            <a:br>
              <a:rPr lang="en-US" sz="3600" dirty="0">
                <a:latin typeface="+mn-lt"/>
              </a:rPr>
            </a:br>
            <a:r>
              <a:rPr lang="en-US" sz="3600" dirty="0">
                <a:latin typeface="+mn-lt"/>
              </a:rPr>
              <a:t>	— David Musser &amp; Alex Stepanov</a:t>
            </a:r>
            <a:endParaRPr lang="en-US" sz="3600" dirty="0"/>
          </a:p>
        </p:txBody>
      </p:sp>
      <p:sp>
        <p:nvSpPr>
          <p:cNvPr id="223" name="Slide Number Placeholder 3">
            <a:extLst>
              <a:ext uri="{FF2B5EF4-FFF2-40B4-BE49-F238E27FC236}">
                <a16:creationId xmlns:a16="http://schemas.microsoft.com/office/drawing/2014/main" id="{43841E98-BD50-13F9-3DCA-A4C62443F4F7}"/>
              </a:ext>
            </a:extLst>
          </p:cNvPr>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38</a:t>
            </a:fld>
            <a:endParaRPr/>
          </a:p>
        </p:txBody>
      </p:sp>
    </p:spTree>
    <p:extLst>
      <p:ext uri="{BB962C8B-B14F-4D97-AF65-F5344CB8AC3E}">
        <p14:creationId xmlns:p14="http://schemas.microsoft.com/office/powerpoint/2010/main" val="17517842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5B529-A2B8-1A21-258B-E9360B2D49A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3109DDE-2CAC-D026-BED6-EAF2779C3E61}"/>
              </a:ext>
            </a:extLst>
          </p:cNvPr>
          <p:cNvSpPr>
            <a:spLocks noGrp="1"/>
          </p:cNvSpPr>
          <p:nvPr>
            <p:ph type="title"/>
          </p:nvPr>
        </p:nvSpPr>
        <p:spPr/>
        <p:txBody>
          <a:bodyPr/>
          <a:lstStyle/>
          <a:p>
            <a:endParaRPr lang="en-US"/>
          </a:p>
        </p:txBody>
      </p:sp>
      <p:sp>
        <p:nvSpPr>
          <p:cNvPr id="6" name="Text Placeholder 5">
            <a:extLst>
              <a:ext uri="{FF2B5EF4-FFF2-40B4-BE49-F238E27FC236}">
                <a16:creationId xmlns:a16="http://schemas.microsoft.com/office/drawing/2014/main" id="{DDFEDF14-0F4B-139D-978A-79682EEE3573}"/>
              </a:ext>
            </a:extLst>
          </p:cNvPr>
          <p:cNvSpPr>
            <a:spLocks noGrp="1"/>
          </p:cNvSpPr>
          <p:nvPr>
            <p:ph type="body" sz="quarter" idx="15"/>
          </p:nvPr>
        </p:nvSpPr>
        <p:spPr>
          <a:xfrm>
            <a:off x="609600" y="0"/>
            <a:ext cx="10972800" cy="6324600"/>
          </a:xfrm>
        </p:spPr>
        <p:txBody>
          <a:bodyPr/>
          <a:lstStyle/>
          <a:p>
            <a:pPr marL="0" indent="0" algn="ctr">
              <a:buNone/>
            </a:pPr>
            <a:r>
              <a:rPr lang="en-US" sz="3600" dirty="0">
                <a:latin typeface="+mn-lt"/>
              </a:rPr>
              <a:t>“By generic programming we mean the definition of algorithms and data structures at an abstract or generic level, thereby accomplishing many related programming tasks simultaneously. The central notion is that of generic algorithms, which are parameterized procedural schemata that are completely independent of the underlying data representation and are </a:t>
            </a:r>
            <a:r>
              <a:rPr lang="en-US" sz="3600" dirty="0">
                <a:effectLst>
                  <a:outerShdw blurRad="50800" dist="38100" dir="2700000" algn="tl" rotWithShape="0">
                    <a:prstClr val="black">
                      <a:alpha val="90000"/>
                    </a:prstClr>
                  </a:outerShdw>
                </a:effectLst>
                <a:latin typeface="+mn-lt"/>
              </a:rPr>
              <a:t>derived from concrete, efficient algorithms</a:t>
            </a:r>
            <a:r>
              <a:rPr lang="en-US" sz="3600" dirty="0">
                <a:latin typeface="+mn-lt"/>
              </a:rPr>
              <a:t>.”</a:t>
            </a:r>
            <a:br>
              <a:rPr lang="en-US" sz="3600" dirty="0">
                <a:latin typeface="+mn-lt"/>
              </a:rPr>
            </a:br>
            <a:br>
              <a:rPr lang="en-US" sz="3600" dirty="0">
                <a:latin typeface="+mn-lt"/>
              </a:rPr>
            </a:br>
            <a:r>
              <a:rPr lang="en-US" sz="3600" dirty="0">
                <a:latin typeface="+mn-lt"/>
              </a:rPr>
              <a:t>	— David Musser &amp; Alex Stepanov</a:t>
            </a:r>
            <a:endParaRPr lang="en-US" sz="3600" dirty="0"/>
          </a:p>
        </p:txBody>
      </p:sp>
      <p:sp>
        <p:nvSpPr>
          <p:cNvPr id="223" name="Slide Number Placeholder 3">
            <a:extLst>
              <a:ext uri="{FF2B5EF4-FFF2-40B4-BE49-F238E27FC236}">
                <a16:creationId xmlns:a16="http://schemas.microsoft.com/office/drawing/2014/main" id="{9BA2B71C-6E2F-BDA3-2986-76B3559A8089}"/>
              </a:ext>
            </a:extLst>
          </p:cNvPr>
          <p:cNvSpPr txBox="1">
            <a:spLocks noGrp="1"/>
          </p:cNvSpPr>
          <p:nvPr>
            <p:ph type="sldNum" sz="quarter" idx="1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39</a:t>
            </a:fld>
            <a:endParaRPr/>
          </a:p>
        </p:txBody>
      </p:sp>
    </p:spTree>
    <p:extLst>
      <p:ext uri="{BB962C8B-B14F-4D97-AF65-F5344CB8AC3E}">
        <p14:creationId xmlns:p14="http://schemas.microsoft.com/office/powerpoint/2010/main" val="34788747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76332-02B1-E600-F675-359339AAADD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129593-3301-755A-9525-6748B13C1B79}"/>
              </a:ext>
            </a:extLst>
          </p:cNvPr>
          <p:cNvSpPr>
            <a:spLocks noGrp="1"/>
          </p:cNvSpPr>
          <p:nvPr>
            <p:ph type="title"/>
          </p:nvPr>
        </p:nvSpPr>
        <p:spPr>
          <a:xfrm>
            <a:off x="609600" y="2164039"/>
            <a:ext cx="10972800" cy="2529923"/>
          </a:xfrm>
        </p:spPr>
        <p:txBody>
          <a:bodyPr/>
          <a:lstStyle/>
          <a:p>
            <a:pPr algn="ctr"/>
            <a:r>
              <a:rPr lang="en-US" sz="6600" dirty="0"/>
              <a:t>Programming with Generics</a:t>
            </a:r>
            <a:br>
              <a:rPr lang="en-US" sz="6600" dirty="0"/>
            </a:br>
            <a:r>
              <a:rPr lang="en-US" sz="6600" dirty="0"/>
              <a:t>≠</a:t>
            </a:r>
            <a:br>
              <a:rPr lang="en-US" sz="6600" dirty="0"/>
            </a:br>
            <a:r>
              <a:rPr lang="en-US" sz="6600" dirty="0"/>
              <a:t>Generic Programming</a:t>
            </a:r>
          </a:p>
        </p:txBody>
      </p:sp>
    </p:spTree>
    <p:extLst>
      <p:ext uri="{BB962C8B-B14F-4D97-AF65-F5344CB8AC3E}">
        <p14:creationId xmlns:p14="http://schemas.microsoft.com/office/powerpoint/2010/main" val="322978426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65891-EEC8-830F-2ADD-BE4484C40731}"/>
              </a:ext>
            </a:extLst>
          </p:cNvPr>
          <p:cNvSpPr>
            <a:spLocks noGrp="1"/>
          </p:cNvSpPr>
          <p:nvPr>
            <p:ph type="title"/>
          </p:nvPr>
        </p:nvSpPr>
        <p:spPr/>
        <p:txBody>
          <a:bodyPr/>
          <a:lstStyle/>
          <a:p>
            <a:r>
              <a:rPr lang="en-US" dirty="0"/>
              <a:t>Programming </a:t>
            </a:r>
            <a:r>
              <a:rPr lang="en-US" i="1" dirty="0"/>
              <a:t>is</a:t>
            </a:r>
            <a:r>
              <a:rPr lang="en-US" dirty="0"/>
              <a:t> Mathematics</a:t>
            </a:r>
          </a:p>
        </p:txBody>
      </p:sp>
      <p:sp>
        <p:nvSpPr>
          <p:cNvPr id="3" name="Content Placeholder 2">
            <a:extLst>
              <a:ext uri="{FF2B5EF4-FFF2-40B4-BE49-F238E27FC236}">
                <a16:creationId xmlns:a16="http://schemas.microsoft.com/office/drawing/2014/main" id="{FC9E6C85-F9BB-A8A9-1D5F-D88CEAB34499}"/>
              </a:ext>
            </a:extLst>
          </p:cNvPr>
          <p:cNvSpPr>
            <a:spLocks noGrp="1"/>
          </p:cNvSpPr>
          <p:nvPr>
            <p:ph idx="1"/>
          </p:nvPr>
        </p:nvSpPr>
        <p:spPr>
          <a:xfrm>
            <a:off x="609600" y="4352950"/>
            <a:ext cx="10972800" cy="1962912"/>
          </a:xfrm>
          <a:ln w="38100" cap="rnd">
            <a:solidFill>
              <a:schemeClr val="bg1">
                <a:lumMod val="50000"/>
              </a:schemeClr>
            </a:solidFill>
          </a:ln>
          <a:effectLst/>
        </p:spPr>
        <p:txBody>
          <a:bodyPr/>
          <a:lstStyle/>
          <a:p>
            <a:pPr marL="457200">
              <a:lnSpc>
                <a:spcPct val="100000"/>
              </a:lnSpc>
              <a:spcBef>
                <a:spcPts val="600"/>
              </a:spcBef>
            </a:pPr>
            <a:r>
              <a:rPr lang="en-US" dirty="0">
                <a:latin typeface="Adobe Clean ExtraBold" panose="020B0503020404020204" pitchFamily="34" charset="0"/>
              </a:rPr>
              <a:t>Refined Concept: a concept defined by adding requirements to an existing concept</a:t>
            </a:r>
          </a:p>
          <a:p>
            <a:pPr marL="914400" lvl="1">
              <a:lnSpc>
                <a:spcPct val="100000"/>
              </a:lnSpc>
              <a:spcBef>
                <a:spcPts val="600"/>
              </a:spcBef>
            </a:pPr>
            <a:r>
              <a:rPr lang="en-US" dirty="0">
                <a:latin typeface="Adobe Clean ExtraBold" panose="020B0503020404020204" pitchFamily="34" charset="0"/>
              </a:rPr>
              <a:t>Monoid: a semigroup with an identity element</a:t>
            </a:r>
          </a:p>
          <a:p>
            <a:pPr marL="914400" lvl="1">
              <a:lnSpc>
                <a:spcPct val="100000"/>
              </a:lnSpc>
              <a:spcBef>
                <a:spcPts val="600"/>
              </a:spcBef>
            </a:pPr>
            <a:r>
              <a:rPr lang="en-US" dirty="0">
                <a:latin typeface="Adobe Clean ExtraBold" panose="020B0503020404020204" pitchFamily="34" charset="0"/>
              </a:rPr>
              <a:t>Bidirectional Iterator: forward iterator with constant complexity decrement</a:t>
            </a:r>
          </a:p>
          <a:p>
            <a:pPr marL="457200">
              <a:lnSpc>
                <a:spcPct val="100000"/>
              </a:lnSpc>
              <a:spcBef>
                <a:spcPts val="600"/>
              </a:spcBef>
            </a:pPr>
            <a:r>
              <a:rPr lang="en-US" dirty="0">
                <a:latin typeface="Adobe Clean ExtraBold" panose="020B0503020404020204" pitchFamily="34" charset="0"/>
              </a:rPr>
              <a:t>Refined Algorithm: An algorithm performing the same function as another but with lower complexity or higher efficiency on a refined concept</a:t>
            </a:r>
          </a:p>
        </p:txBody>
      </p:sp>
      <p:sp>
        <p:nvSpPr>
          <p:cNvPr id="4" name="Content Placeholder 3">
            <a:extLst>
              <a:ext uri="{FF2B5EF4-FFF2-40B4-BE49-F238E27FC236}">
                <a16:creationId xmlns:a16="http://schemas.microsoft.com/office/drawing/2014/main" id="{25A5A8FA-C999-594E-FDA1-19135CC793EF}"/>
              </a:ext>
            </a:extLst>
          </p:cNvPr>
          <p:cNvSpPr>
            <a:spLocks noGrp="1"/>
          </p:cNvSpPr>
          <p:nvPr>
            <p:ph idx="13"/>
          </p:nvPr>
        </p:nvSpPr>
        <p:spPr>
          <a:xfrm>
            <a:off x="6644640" y="1334324"/>
            <a:ext cx="4937760" cy="2885276"/>
          </a:xfrm>
          <a:ln w="38100">
            <a:solidFill>
              <a:schemeClr val="bg1">
                <a:lumMod val="50000"/>
              </a:schemeClr>
            </a:solidFill>
          </a:ln>
          <a:effectLst/>
        </p:spPr>
        <p:txBody>
          <a:bodyPr/>
          <a:lstStyle/>
          <a:p>
            <a:pPr marL="457200"/>
            <a:r>
              <a:rPr lang="en-US" dirty="0">
                <a:latin typeface="Adobe Clean ExtraBold" panose="020B0503020404020204" pitchFamily="34" charset="0"/>
              </a:rPr>
              <a:t>Mathematics</a:t>
            </a:r>
          </a:p>
          <a:p>
            <a:pPr marL="914400" lvl="1">
              <a:spcBef>
                <a:spcPts val="800"/>
              </a:spcBef>
            </a:pPr>
            <a:r>
              <a:rPr lang="en-US" dirty="0">
                <a:latin typeface="Adobe Clean ExtraBold" panose="020B0503020404020204" pitchFamily="34" charset="0"/>
              </a:rPr>
              <a:t>Axiom</a:t>
            </a:r>
          </a:p>
          <a:p>
            <a:pPr marL="914400" lvl="1">
              <a:spcBef>
                <a:spcPts val="800"/>
              </a:spcBef>
            </a:pPr>
            <a:r>
              <a:rPr lang="en-US" dirty="0">
                <a:latin typeface="Adobe Clean ExtraBold" panose="020B0503020404020204" pitchFamily="34" charset="0"/>
              </a:rPr>
              <a:t>Algebraic Structure</a:t>
            </a:r>
          </a:p>
          <a:p>
            <a:pPr marL="914400" lvl="1">
              <a:spcBef>
                <a:spcPts val="800"/>
              </a:spcBef>
            </a:pPr>
            <a:r>
              <a:rPr lang="en-US" dirty="0">
                <a:latin typeface="Adobe Clean ExtraBold" panose="020B0503020404020204" pitchFamily="34" charset="0"/>
              </a:rPr>
              <a:t>Model</a:t>
            </a:r>
          </a:p>
          <a:p>
            <a:pPr marL="914400" lvl="1">
              <a:spcBef>
                <a:spcPts val="800"/>
              </a:spcBef>
            </a:pPr>
            <a:r>
              <a:rPr lang="en-US" dirty="0">
                <a:latin typeface="Adobe Clean ExtraBold" panose="020B0503020404020204" pitchFamily="34" charset="0"/>
              </a:rPr>
              <a:t>Theorems</a:t>
            </a:r>
          </a:p>
          <a:p>
            <a:pPr marL="914400" lvl="1">
              <a:spcBef>
                <a:spcPts val="800"/>
              </a:spcBef>
            </a:pPr>
            <a:r>
              <a:rPr lang="en-US" dirty="0">
                <a:latin typeface="Adobe Clean ExtraBold" panose="020B0503020404020204" pitchFamily="34" charset="0"/>
              </a:rPr>
              <a:t>Function</a:t>
            </a:r>
          </a:p>
          <a:p>
            <a:pPr marL="914400" lvl="1">
              <a:spcBef>
                <a:spcPts val="800"/>
              </a:spcBef>
            </a:pPr>
            <a:r>
              <a:rPr lang="en-US" dirty="0">
                <a:latin typeface="Adobe Clean ExtraBold" panose="020B0503020404020204" pitchFamily="34" charset="0"/>
              </a:rPr>
              <a:t>__________</a:t>
            </a:r>
          </a:p>
        </p:txBody>
      </p:sp>
      <p:sp>
        <p:nvSpPr>
          <p:cNvPr id="5" name="Content Placeholder 2">
            <a:extLst>
              <a:ext uri="{FF2B5EF4-FFF2-40B4-BE49-F238E27FC236}">
                <a16:creationId xmlns:a16="http://schemas.microsoft.com/office/drawing/2014/main" id="{F353FC18-19C9-2FF8-26AF-87E9F495613D}"/>
              </a:ext>
            </a:extLst>
          </p:cNvPr>
          <p:cNvSpPr txBox="1">
            <a:spLocks/>
          </p:cNvSpPr>
          <p:nvPr/>
        </p:nvSpPr>
        <p:spPr>
          <a:xfrm>
            <a:off x="609600" y="4361688"/>
            <a:ext cx="10972800" cy="1962912"/>
          </a:xfrm>
          <a:prstGeom prst="rect">
            <a:avLst/>
          </a:prstGeom>
          <a:ln>
            <a:solidFill>
              <a:schemeClr val="bg1">
                <a:lumMod val="50000"/>
              </a:schemeClr>
            </a:solidFill>
          </a:ln>
          <a:effectLst/>
        </p:spPr>
        <p:txBody>
          <a:bodyPr vert="horz" lIns="0" tIns="45720" rIns="0" bIns="45720" rtlCol="0">
            <a:noAutofit/>
          </a:bodyPr>
          <a:lstStyle>
            <a:lvl1pPr marL="182563" indent="-182563" algn="l" defTabSz="914400" rtl="0" eaLnBrk="1" latinLnBrk="0" hangingPunct="1">
              <a:lnSpc>
                <a:spcPct val="110000"/>
              </a:lnSpc>
              <a:spcBef>
                <a:spcPts val="1200"/>
              </a:spcBef>
              <a:spcAft>
                <a:spcPts val="0"/>
              </a:spcAft>
              <a:buSzPct val="70000"/>
              <a:buFont typeface="Wingdings" panose="05000000000000000000" pitchFamily="2" charset="2"/>
              <a:buChar char="§"/>
              <a:defRPr sz="2000" kern="1200">
                <a:solidFill>
                  <a:schemeClr val="tx1"/>
                </a:solidFill>
                <a:latin typeface="+mn-lt"/>
                <a:ea typeface="+mn-ea"/>
                <a:cs typeface="+mn-cs"/>
              </a:defRPr>
            </a:lvl1pPr>
            <a:lvl2pPr marL="382588" indent="-157163" algn="l" defTabSz="914400" rtl="0" eaLnBrk="1" latinLnBrk="0" hangingPunct="1">
              <a:lnSpc>
                <a:spcPct val="110000"/>
              </a:lnSpc>
              <a:spcBef>
                <a:spcPts val="1200"/>
              </a:spcBef>
              <a:spcAft>
                <a:spcPts val="0"/>
              </a:spcAft>
              <a:buSzPct val="70000"/>
              <a:buFont typeface="Wingdings" panose="05000000000000000000" pitchFamily="2" charset="2"/>
              <a:buChar char="§"/>
              <a:defRPr sz="1400" kern="1200">
                <a:solidFill>
                  <a:schemeClr val="tx1"/>
                </a:solidFill>
                <a:latin typeface="+mn-lt"/>
                <a:ea typeface="+mn-ea"/>
                <a:cs typeface="+mn-cs"/>
              </a:defRPr>
            </a:lvl2pPr>
            <a:lvl3pPr marL="581025" indent="-14287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3pPr>
            <a:lvl4pPr marL="174625" indent="0" algn="l" defTabSz="914400" rtl="0" eaLnBrk="1" latinLnBrk="0" hangingPunct="1">
              <a:lnSpc>
                <a:spcPct val="110000"/>
              </a:lnSpc>
              <a:spcBef>
                <a:spcPts val="1200"/>
              </a:spcBef>
              <a:spcAft>
                <a:spcPts val="0"/>
              </a:spcAft>
              <a:buSzPct val="70000"/>
              <a:buFont typeface="Wingdings" panose="05000000000000000000" pitchFamily="2" charset="2"/>
              <a:buNone/>
              <a:tabLst/>
              <a:defRPr sz="2000" kern="1200">
                <a:solidFill>
                  <a:schemeClr val="tx1"/>
                </a:solidFill>
                <a:latin typeface="Menlo" panose="020B0609030804020204" pitchFamily="49" charset="0"/>
                <a:ea typeface="Menlo" panose="020B0609030804020204" pitchFamily="49" charset="0"/>
                <a:cs typeface="Menlo" panose="020B0609030804020204" pitchFamily="49" charset="0"/>
              </a:defRPr>
            </a:lvl4pPr>
            <a:lvl5pPr marL="846138" indent="-130175" algn="l" defTabSz="914400" rtl="0" eaLnBrk="1" latinLnBrk="0" hangingPunct="1">
              <a:lnSpc>
                <a:spcPct val="110000"/>
              </a:lnSpc>
              <a:spcBef>
                <a:spcPts val="1200"/>
              </a:spcBef>
              <a:spcAft>
                <a:spcPts val="0"/>
              </a:spcAft>
              <a:buSzPct val="70000"/>
              <a:buFont typeface="Wingdings" panose="05000000000000000000" pitchFamily="2" charset="2"/>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Adobe Clean ExtraBold" panose="020B0503020404020204" pitchFamily="34" charset="0"/>
            </a:endParaRPr>
          </a:p>
        </p:txBody>
      </p:sp>
      <p:sp>
        <p:nvSpPr>
          <p:cNvPr id="9" name="Content Placeholder 2">
            <a:extLst>
              <a:ext uri="{FF2B5EF4-FFF2-40B4-BE49-F238E27FC236}">
                <a16:creationId xmlns:a16="http://schemas.microsoft.com/office/drawing/2014/main" id="{7B013ED3-2516-21FA-F089-E7F7C925A49A}"/>
              </a:ext>
            </a:extLst>
          </p:cNvPr>
          <p:cNvSpPr txBox="1">
            <a:spLocks/>
          </p:cNvSpPr>
          <p:nvPr/>
        </p:nvSpPr>
        <p:spPr>
          <a:xfrm>
            <a:off x="609601" y="1334324"/>
            <a:ext cx="4937760" cy="2885276"/>
          </a:xfrm>
          <a:prstGeom prst="rect">
            <a:avLst/>
          </a:prstGeom>
          <a:ln w="38100" cap="rnd">
            <a:solidFill>
              <a:schemeClr val="bg1">
                <a:lumMod val="50000"/>
              </a:schemeClr>
            </a:solidFill>
          </a:ln>
          <a:effectLst/>
        </p:spPr>
        <p:txBody>
          <a:bodyPr vert="horz" lIns="0" tIns="45720" rIns="0" bIns="45720" rtlCol="0">
            <a:noAutofit/>
          </a:bodyPr>
          <a:lstStyle>
            <a:lvl1pPr marL="182563" indent="-182563" algn="l" defTabSz="914400" rtl="0" eaLnBrk="1" latinLnBrk="0" hangingPunct="1">
              <a:lnSpc>
                <a:spcPct val="110000"/>
              </a:lnSpc>
              <a:spcBef>
                <a:spcPts val="1200"/>
              </a:spcBef>
              <a:spcAft>
                <a:spcPts val="0"/>
              </a:spcAft>
              <a:buSzPct val="70000"/>
              <a:buFont typeface="Wingdings" panose="05000000000000000000" pitchFamily="2" charset="2"/>
              <a:buChar char="§"/>
              <a:defRPr sz="2000" kern="1200">
                <a:solidFill>
                  <a:schemeClr val="tx1"/>
                </a:solidFill>
                <a:latin typeface="+mn-lt"/>
                <a:ea typeface="+mn-ea"/>
                <a:cs typeface="+mn-cs"/>
              </a:defRPr>
            </a:lvl1pPr>
            <a:lvl2pPr marL="382588" indent="-157163" algn="l" defTabSz="914400" rtl="0" eaLnBrk="1" latinLnBrk="0" hangingPunct="1">
              <a:lnSpc>
                <a:spcPct val="110000"/>
              </a:lnSpc>
              <a:spcBef>
                <a:spcPts val="1200"/>
              </a:spcBef>
              <a:spcAft>
                <a:spcPts val="0"/>
              </a:spcAft>
              <a:buSzPct val="70000"/>
              <a:buFont typeface="Wingdings" panose="05000000000000000000" pitchFamily="2" charset="2"/>
              <a:buChar char="§"/>
              <a:defRPr sz="1400" kern="1200">
                <a:solidFill>
                  <a:schemeClr val="tx1"/>
                </a:solidFill>
                <a:latin typeface="+mn-lt"/>
                <a:ea typeface="+mn-ea"/>
                <a:cs typeface="+mn-cs"/>
              </a:defRPr>
            </a:lvl2pPr>
            <a:lvl3pPr marL="581025" indent="-14287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3pPr>
            <a:lvl4pPr marL="174625" indent="0" algn="l" defTabSz="914400" rtl="0" eaLnBrk="1" latinLnBrk="0" hangingPunct="1">
              <a:lnSpc>
                <a:spcPct val="110000"/>
              </a:lnSpc>
              <a:spcBef>
                <a:spcPts val="1200"/>
              </a:spcBef>
              <a:spcAft>
                <a:spcPts val="0"/>
              </a:spcAft>
              <a:buSzPct val="70000"/>
              <a:buFont typeface="Wingdings" panose="05000000000000000000" pitchFamily="2" charset="2"/>
              <a:buNone/>
              <a:tabLst/>
              <a:defRPr sz="2000" kern="1200">
                <a:solidFill>
                  <a:schemeClr val="tx1"/>
                </a:solidFill>
                <a:latin typeface="Menlo" panose="020B0609030804020204" pitchFamily="49" charset="0"/>
                <a:ea typeface="Menlo" panose="020B0609030804020204" pitchFamily="49" charset="0"/>
                <a:cs typeface="Menlo" panose="020B0609030804020204" pitchFamily="49" charset="0"/>
              </a:defRPr>
            </a:lvl4pPr>
            <a:lvl5pPr marL="846138" indent="-130175" algn="l" defTabSz="914400" rtl="0" eaLnBrk="1" latinLnBrk="0" hangingPunct="1">
              <a:lnSpc>
                <a:spcPct val="110000"/>
              </a:lnSpc>
              <a:spcBef>
                <a:spcPts val="1200"/>
              </a:spcBef>
              <a:spcAft>
                <a:spcPts val="0"/>
              </a:spcAft>
              <a:buSzPct val="70000"/>
              <a:buFont typeface="Wingdings" panose="05000000000000000000" pitchFamily="2" charset="2"/>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a:r>
              <a:rPr lang="en-US" dirty="0">
                <a:latin typeface="Adobe Clean ExtraBold" panose="020B0503020404020204" pitchFamily="34" charset="0"/>
              </a:rPr>
              <a:t>Generic Programming</a:t>
            </a:r>
          </a:p>
          <a:p>
            <a:pPr marL="914400" lvl="1">
              <a:spcBef>
                <a:spcPts val="800"/>
              </a:spcBef>
            </a:pPr>
            <a:r>
              <a:rPr lang="en-US" sz="1800" dirty="0">
                <a:latin typeface="Adobe Clean ExtraBold" panose="020B0503020404020204" pitchFamily="34" charset="0"/>
              </a:rPr>
              <a:t>Semantic Requirements</a:t>
            </a:r>
          </a:p>
          <a:p>
            <a:pPr marL="914400" lvl="1">
              <a:spcBef>
                <a:spcPts val="800"/>
              </a:spcBef>
            </a:pPr>
            <a:r>
              <a:rPr lang="en-US" sz="1800" dirty="0">
                <a:latin typeface="Adobe Clean ExtraBold" panose="020B0503020404020204" pitchFamily="34" charset="0"/>
              </a:rPr>
              <a:t>Concept</a:t>
            </a:r>
          </a:p>
          <a:p>
            <a:pPr marL="914400" lvl="1">
              <a:spcBef>
                <a:spcPts val="800"/>
              </a:spcBef>
            </a:pPr>
            <a:r>
              <a:rPr lang="en-US" sz="1800" dirty="0">
                <a:latin typeface="Adobe Clean ExtraBold" panose="020B0503020404020204" pitchFamily="34" charset="0"/>
              </a:rPr>
              <a:t>Model</a:t>
            </a:r>
          </a:p>
          <a:p>
            <a:pPr marL="914400" lvl="1">
              <a:spcBef>
                <a:spcPts val="800"/>
              </a:spcBef>
            </a:pPr>
            <a:r>
              <a:rPr lang="en-US" sz="1800" dirty="0">
                <a:latin typeface="Adobe Clean ExtraBold" panose="020B0503020404020204" pitchFamily="34" charset="0"/>
              </a:rPr>
              <a:t>Algorithms</a:t>
            </a:r>
          </a:p>
          <a:p>
            <a:pPr marL="914400" lvl="1">
              <a:spcBef>
                <a:spcPts val="800"/>
              </a:spcBef>
            </a:pPr>
            <a:r>
              <a:rPr lang="en-US" sz="1800" dirty="0">
                <a:latin typeface="Adobe Clean ExtraBold" panose="020B0503020404020204" pitchFamily="34" charset="0"/>
              </a:rPr>
              <a:t>Regular Function</a:t>
            </a:r>
          </a:p>
          <a:p>
            <a:pPr marL="914400" lvl="1">
              <a:spcBef>
                <a:spcPts val="800"/>
              </a:spcBef>
            </a:pPr>
            <a:r>
              <a:rPr lang="en-US" sz="1800" dirty="0">
                <a:latin typeface="Adobe Clean ExtraBold" panose="020B0503020404020204" pitchFamily="34" charset="0"/>
              </a:rPr>
              <a:t>Complexity</a:t>
            </a:r>
          </a:p>
        </p:txBody>
      </p:sp>
    </p:spTree>
    <p:extLst>
      <p:ext uri="{BB962C8B-B14F-4D97-AF65-F5344CB8AC3E}">
        <p14:creationId xmlns:p14="http://schemas.microsoft.com/office/powerpoint/2010/main" val="126258379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3" end="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xEl>
                                              <p:pRg st="4" end="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5" end="5"/>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xEl>
                                              <p:pRg st="6" end="6"/>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uiExpand="1" build="p" animBg="1"/>
      <p:bldP spid="9" grpId="0" uiExpand="1" build="p"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AB36C-08EC-825D-3EF0-FF15C65055E6}"/>
              </a:ext>
            </a:extLst>
          </p:cNvPr>
          <p:cNvSpPr>
            <a:spLocks noGrp="1"/>
          </p:cNvSpPr>
          <p:nvPr>
            <p:ph type="title"/>
          </p:nvPr>
        </p:nvSpPr>
        <p:spPr>
          <a:xfrm>
            <a:off x="609600" y="264085"/>
            <a:ext cx="4937760" cy="946389"/>
          </a:xfrm>
        </p:spPr>
        <p:txBody>
          <a:bodyPr anchor="ctr">
            <a:normAutofit/>
          </a:bodyPr>
          <a:lstStyle/>
          <a:p>
            <a:r>
              <a:rPr lang="en-US" dirty="0"/>
              <a:t>Building a Repository of Algorithms</a:t>
            </a:r>
          </a:p>
        </p:txBody>
      </p:sp>
      <p:sp>
        <p:nvSpPr>
          <p:cNvPr id="3" name="Content Placeholder 2">
            <a:extLst>
              <a:ext uri="{FF2B5EF4-FFF2-40B4-BE49-F238E27FC236}">
                <a16:creationId xmlns:a16="http://schemas.microsoft.com/office/drawing/2014/main" id="{FD1F4BF4-8F2E-6FAB-02F9-12530A4EC6F9}"/>
              </a:ext>
            </a:extLst>
          </p:cNvPr>
          <p:cNvSpPr>
            <a:spLocks noGrp="1"/>
          </p:cNvSpPr>
          <p:nvPr>
            <p:ph idx="1"/>
          </p:nvPr>
        </p:nvSpPr>
        <p:spPr>
          <a:xfrm>
            <a:off x="609600" y="1334324"/>
            <a:ext cx="4572000" cy="4992624"/>
          </a:xfrm>
        </p:spPr>
        <p:txBody>
          <a:bodyPr>
            <a:normAutofit/>
          </a:bodyPr>
          <a:lstStyle/>
          <a:p>
            <a:r>
              <a:rPr lang="en-US" dirty="0"/>
              <a:t>Modeled after the IRMT</a:t>
            </a:r>
          </a:p>
          <a:p>
            <a:r>
              <a:rPr lang="en-US" dirty="0"/>
              <a:t>A collection of fundamental algorithms and data structures</a:t>
            </a:r>
          </a:p>
          <a:p>
            <a:r>
              <a:rPr lang="en-US" dirty="0"/>
              <a:t>Proven implementations in a variety of languages</a:t>
            </a:r>
          </a:p>
          <a:p>
            <a:r>
              <a:rPr lang="en-US" dirty="0"/>
              <a:t>Implementations selected for abstractness and efficiency</a:t>
            </a:r>
          </a:p>
        </p:txBody>
      </p:sp>
      <p:pic>
        <p:nvPicPr>
          <p:cNvPr id="12" name="Picture Placeholder 11" descr="A black and white logo&#10;&#10;AI-generated content may be incorrect.">
            <a:extLst>
              <a:ext uri="{FF2B5EF4-FFF2-40B4-BE49-F238E27FC236}">
                <a16:creationId xmlns:a16="http://schemas.microsoft.com/office/drawing/2014/main" id="{A811CEDE-C964-3ADA-6EE3-209ABD51EEA5}"/>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5556" r="5556"/>
          <a:stretch>
            <a:fillRect/>
          </a:stretch>
        </p:blipFill>
        <p:spPr/>
      </p:pic>
    </p:spTree>
    <p:extLst>
      <p:ext uri="{BB962C8B-B14F-4D97-AF65-F5344CB8AC3E}">
        <p14:creationId xmlns:p14="http://schemas.microsoft.com/office/powerpoint/2010/main" val="3033753190"/>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77F1E-E2EC-8A23-F721-24A65858D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78146-7939-A43D-1C12-EB2EE2CCFC92}"/>
              </a:ext>
            </a:extLst>
          </p:cNvPr>
          <p:cNvSpPr>
            <a:spLocks noGrp="1"/>
          </p:cNvSpPr>
          <p:nvPr>
            <p:ph type="title"/>
          </p:nvPr>
        </p:nvSpPr>
        <p:spPr/>
        <p:txBody>
          <a:bodyPr/>
          <a:lstStyle/>
          <a:p>
            <a:r>
              <a:rPr lang="en-US" dirty="0"/>
              <a:t>Unfortunately, the IRMT doesn’t exist</a:t>
            </a:r>
          </a:p>
        </p:txBody>
      </p:sp>
      <p:sp>
        <p:nvSpPr>
          <p:cNvPr id="3" name="Content Placeholder 2">
            <a:extLst>
              <a:ext uri="{FF2B5EF4-FFF2-40B4-BE49-F238E27FC236}">
                <a16:creationId xmlns:a16="http://schemas.microsoft.com/office/drawing/2014/main" id="{F39732A4-26D1-1A15-196E-15464470F957}"/>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66161224"/>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26BE5-C9F6-E514-604E-F9A9FFAA4C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75A5FDB-E512-694E-9B90-EB7454AFF4ED}"/>
              </a:ext>
            </a:extLst>
          </p:cNvPr>
          <p:cNvSpPr>
            <a:spLocks noGrp="1"/>
          </p:cNvSpPr>
          <p:nvPr>
            <p:ph type="title"/>
          </p:nvPr>
        </p:nvSpPr>
        <p:spPr>
          <a:xfrm>
            <a:off x="609600" y="2939635"/>
            <a:ext cx="10972800" cy="978729"/>
          </a:xfrm>
        </p:spPr>
        <p:txBody>
          <a:bodyPr/>
          <a:lstStyle/>
          <a:p>
            <a:r>
              <a:rPr lang="en-US" dirty="0"/>
              <a:t>Declarative Forms</a:t>
            </a:r>
          </a:p>
        </p:txBody>
      </p:sp>
    </p:spTree>
    <p:extLst>
      <p:ext uri="{BB962C8B-B14F-4D97-AF65-F5344CB8AC3E}">
        <p14:creationId xmlns:p14="http://schemas.microsoft.com/office/powerpoint/2010/main" val="3000464591"/>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EE1A-831D-5723-ECF8-F693D5155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17FBA-C486-FF02-1F65-6C1AA2478589}"/>
              </a:ext>
            </a:extLst>
          </p:cNvPr>
          <p:cNvSpPr>
            <a:spLocks noGrp="1"/>
          </p:cNvSpPr>
          <p:nvPr>
            <p:ph type="title"/>
          </p:nvPr>
        </p:nvSpPr>
        <p:spPr>
          <a:xfrm>
            <a:off x="609600" y="-1371600"/>
            <a:ext cx="10972800" cy="946389"/>
          </a:xfrm>
        </p:spPr>
        <p:txBody>
          <a:bodyPr/>
          <a:lstStyle/>
          <a:p>
            <a:r>
              <a:rPr lang="en-US"/>
              <a:t>Closer Slide</a:t>
            </a:r>
          </a:p>
        </p:txBody>
      </p:sp>
    </p:spTree>
    <p:extLst>
      <p:ext uri="{BB962C8B-B14F-4D97-AF65-F5344CB8AC3E}">
        <p14:creationId xmlns:p14="http://schemas.microsoft.com/office/powerpoint/2010/main" val="660536186"/>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90FDA-5880-275A-C888-8B8AB1935E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BDBBCC-B684-5C9B-AD1E-FB6086A9F547}"/>
              </a:ext>
            </a:extLst>
          </p:cNvPr>
          <p:cNvSpPr>
            <a:spLocks noGrp="1"/>
          </p:cNvSpPr>
          <p:nvPr>
            <p:ph type="title"/>
          </p:nvPr>
        </p:nvSpPr>
        <p:spPr>
          <a:xfrm>
            <a:off x="609600" y="264085"/>
            <a:ext cx="10972800" cy="946389"/>
          </a:xfrm>
        </p:spPr>
        <p:txBody>
          <a:bodyPr/>
          <a:lstStyle/>
          <a:p>
            <a:r>
              <a:rPr lang="en-US"/>
              <a:t>Title and content</a:t>
            </a:r>
          </a:p>
        </p:txBody>
      </p:sp>
      <p:sp>
        <p:nvSpPr>
          <p:cNvPr id="4" name="Content Placeholder 3">
            <a:extLst>
              <a:ext uri="{FF2B5EF4-FFF2-40B4-BE49-F238E27FC236}">
                <a16:creationId xmlns:a16="http://schemas.microsoft.com/office/drawing/2014/main" id="{56EF4720-82F4-DB1A-A909-9AE092AA1E7C}"/>
              </a:ext>
            </a:extLst>
          </p:cNvPr>
          <p:cNvSpPr>
            <a:spLocks noGrp="1"/>
          </p:cNvSpPr>
          <p:nvPr>
            <p:ph idx="1"/>
          </p:nvPr>
        </p:nvSpPr>
        <p:spPr>
          <a:xfrm>
            <a:off x="609600" y="1334324"/>
            <a:ext cx="10972800" cy="4992624"/>
          </a:xfrm>
        </p:spPr>
        <p:txBody>
          <a:bodyPr/>
          <a:lstStyle/>
          <a:p>
            <a:r>
              <a:rPr lang="en-US" dirty="0"/>
              <a:t>Bullet 1 – Adobe Clean, 20pt</a:t>
            </a:r>
          </a:p>
          <a:p>
            <a:pPr lvl="1"/>
            <a:r>
              <a:rPr lang="en-US" dirty="0"/>
              <a:t>Bullet 2 – Adobe Clean, 14pt</a:t>
            </a:r>
          </a:p>
          <a:p>
            <a:pPr lvl="2"/>
            <a:r>
              <a:rPr lang="en-US" dirty="0"/>
              <a:t>Bullet 3 – Adobe Clean, 12pt</a:t>
            </a:r>
          </a:p>
        </p:txBody>
      </p:sp>
    </p:spTree>
    <p:extLst>
      <p:ext uri="{BB962C8B-B14F-4D97-AF65-F5344CB8AC3E}">
        <p14:creationId xmlns:p14="http://schemas.microsoft.com/office/powerpoint/2010/main" val="2296445230"/>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24053-2399-C35A-7657-5666012A3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67034-16A5-5F91-D2C3-7E83530144F5}"/>
              </a:ext>
            </a:extLst>
          </p:cNvPr>
          <p:cNvSpPr>
            <a:spLocks noGrp="1"/>
          </p:cNvSpPr>
          <p:nvPr>
            <p:ph type="ctrTitle"/>
          </p:nvPr>
        </p:nvSpPr>
        <p:spPr>
          <a:xfrm>
            <a:off x="612648" y="265176"/>
            <a:ext cx="10972800" cy="950976"/>
          </a:xfrm>
        </p:spPr>
        <p:txBody>
          <a:bodyPr/>
          <a:lstStyle/>
          <a:p>
            <a:r>
              <a:rPr lang="en-US"/>
              <a:t>Agenda</a:t>
            </a:r>
          </a:p>
        </p:txBody>
      </p:sp>
      <p:graphicFrame>
        <p:nvGraphicFramePr>
          <p:cNvPr id="6" name="Table 6">
            <a:extLst>
              <a:ext uri="{FF2B5EF4-FFF2-40B4-BE49-F238E27FC236}">
                <a16:creationId xmlns:a16="http://schemas.microsoft.com/office/drawing/2014/main" id="{9D80B73D-FB00-4276-DC40-CA8958206BAE}"/>
              </a:ext>
            </a:extLst>
          </p:cNvPr>
          <p:cNvGraphicFramePr>
            <a:graphicFrameLocks noGrp="1"/>
          </p:cNvGraphicFramePr>
          <p:nvPr>
            <p:ph type="tbl" sz="quarter" idx="10"/>
          </p:nvPr>
        </p:nvGraphicFramePr>
        <p:xfrm>
          <a:off x="609600" y="1576388"/>
          <a:ext cx="10972798" cy="3775709"/>
        </p:xfrm>
        <a:graphic>
          <a:graphicData uri="http://schemas.openxmlformats.org/drawingml/2006/table">
            <a:tbl>
              <a:tblPr firstRow="1" bandRow="1">
                <a:tableStyleId>{5940675A-B579-460E-94D1-54222C63F5DA}</a:tableStyleId>
              </a:tblPr>
              <a:tblGrid>
                <a:gridCol w="3350300">
                  <a:extLst>
                    <a:ext uri="{9D8B030D-6E8A-4147-A177-3AD203B41FA5}">
                      <a16:colId xmlns:a16="http://schemas.microsoft.com/office/drawing/2014/main" val="4072726795"/>
                    </a:ext>
                  </a:extLst>
                </a:gridCol>
                <a:gridCol w="5037231">
                  <a:extLst>
                    <a:ext uri="{9D8B030D-6E8A-4147-A177-3AD203B41FA5}">
                      <a16:colId xmlns:a16="http://schemas.microsoft.com/office/drawing/2014/main" val="3905159293"/>
                    </a:ext>
                  </a:extLst>
                </a:gridCol>
                <a:gridCol w="2585267">
                  <a:extLst>
                    <a:ext uri="{9D8B030D-6E8A-4147-A177-3AD203B41FA5}">
                      <a16:colId xmlns:a16="http://schemas.microsoft.com/office/drawing/2014/main" val="1933190468"/>
                    </a:ext>
                  </a:extLst>
                </a:gridCol>
              </a:tblGrid>
              <a:tr h="539387">
                <a:tc>
                  <a:txBody>
                    <a:bodyPr/>
                    <a:lstStyle/>
                    <a:p>
                      <a:r>
                        <a:rPr lang="en-US" sz="1600">
                          <a:latin typeface="+mj-lt"/>
                        </a:rPr>
                        <a:t>Speaker Name</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a:latin typeface="+mj-lt"/>
                        </a:rPr>
                        <a:t>Section</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600">
                          <a:latin typeface="+mj-lt"/>
                        </a:rPr>
                        <a:t>Time</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52091564"/>
                  </a:ext>
                </a:extLst>
              </a:tr>
              <a:tr h="539387">
                <a:tc>
                  <a:txBody>
                    <a:bodyPr/>
                    <a:lstStyle/>
                    <a:p>
                      <a:r>
                        <a:rPr lang="en-US" sz="1800"/>
                        <a:t>John Reese</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a:t>Analyzing Data in the Field</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a:t>9:00a-9:30a</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77149474"/>
                  </a:ext>
                </a:extLst>
              </a:tr>
              <a:tr h="539387">
                <a:tc>
                  <a:txBody>
                    <a:bodyPr/>
                    <a:lstStyle/>
                    <a:p>
                      <a:r>
                        <a:rPr lang="en-US" sz="1800"/>
                        <a:t>Joss Carter</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a:t>Governance and Regulations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a:t>9:30a-10:00a</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92212563"/>
                  </a:ext>
                </a:extLst>
              </a:tr>
              <a:tr h="539387">
                <a:tc>
                  <a:txBody>
                    <a:bodyPr/>
                    <a:lstStyle/>
                    <a:p>
                      <a:r>
                        <a:rPr lang="en-US" sz="1800"/>
                        <a:t>Harold Finch</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a:t>Data Aggregation via Alt Sources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a:t>10:00a-11:30a</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3324942"/>
                  </a:ext>
                </a:extLst>
              </a:tr>
              <a:tr h="539387">
                <a:tc>
                  <a:txBody>
                    <a:bodyPr/>
                    <a:lstStyle/>
                    <a:p>
                      <a:r>
                        <a:rPr lang="en-US" sz="1800"/>
                        <a:t>Break</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endParaRPr lang="en-US" sz="1800"/>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r>
                        <a:rPr lang="en-US" sz="1800"/>
                        <a:t>11:30a-12:30p</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8171057"/>
                  </a:ext>
                </a:extLst>
              </a:tr>
              <a:tr h="539387">
                <a:tc>
                  <a:txBody>
                    <a:bodyPr/>
                    <a:lstStyle/>
                    <a:p>
                      <a:r>
                        <a:rPr lang="en-US" sz="1800"/>
                        <a:t>Carl Elias</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a:t>Networking and Organization</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en-US" sz="1800"/>
                        <a:t>12:30p-2:00p</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99528391"/>
                  </a:ext>
                </a:extLst>
              </a:tr>
              <a:tr h="539387">
                <a:tc>
                  <a:txBody>
                    <a:bodyPr/>
                    <a:lstStyle/>
                    <a:p>
                      <a:r>
                        <a:rPr lang="en-US" sz="1800"/>
                        <a:t>Zoe Morgan</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lang="en-US" sz="1800"/>
                        <a:t>Customer Loyalty</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lang="en-US" sz="1800"/>
                        <a:t>2:00p-4:00p</a:t>
                      </a:r>
                    </a:p>
                  </a:txBody>
                  <a:tcPr marL="91235" marR="91235" marT="45708" marB="4570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1718008882"/>
                  </a:ext>
                </a:extLst>
              </a:tr>
            </a:tbl>
          </a:graphicData>
        </a:graphic>
      </p:graphicFrame>
    </p:spTree>
    <p:extLst>
      <p:ext uri="{BB962C8B-B14F-4D97-AF65-F5344CB8AC3E}">
        <p14:creationId xmlns:p14="http://schemas.microsoft.com/office/powerpoint/2010/main" val="38164047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423A4D-1E6F-AA04-7D09-A1EDC158B4D3}"/>
              </a:ext>
            </a:extLst>
          </p:cNvPr>
          <p:cNvSpPr>
            <a:spLocks noGrp="1"/>
          </p:cNvSpPr>
          <p:nvPr>
            <p:ph type="title"/>
          </p:nvPr>
        </p:nvSpPr>
        <p:spPr>
          <a:xfrm>
            <a:off x="609600" y="264085"/>
            <a:ext cx="4937760" cy="946389"/>
          </a:xfrm>
        </p:spPr>
        <p:txBody>
          <a:bodyPr/>
          <a:lstStyle/>
          <a:p>
            <a:r>
              <a:rPr lang="en-US"/>
              <a:t>Image on right 1/2 </a:t>
            </a:r>
          </a:p>
        </p:txBody>
      </p:sp>
      <p:sp>
        <p:nvSpPr>
          <p:cNvPr id="9" name="Content Placeholder 8">
            <a:extLst>
              <a:ext uri="{FF2B5EF4-FFF2-40B4-BE49-F238E27FC236}">
                <a16:creationId xmlns:a16="http://schemas.microsoft.com/office/drawing/2014/main" id="{E7225D7A-DEB6-4D27-7A72-20256F079C9D}"/>
              </a:ext>
            </a:extLst>
          </p:cNvPr>
          <p:cNvSpPr>
            <a:spLocks noGrp="1"/>
          </p:cNvSpPr>
          <p:nvPr>
            <p:ph idx="1"/>
          </p:nvPr>
        </p:nvSpPr>
        <p:spPr/>
        <p:txBody>
          <a:bodyPr/>
          <a:lstStyle/>
          <a:p>
            <a:endParaRPr lang="en-US"/>
          </a:p>
        </p:txBody>
      </p:sp>
      <p:pic>
        <p:nvPicPr>
          <p:cNvPr id="2" name="Picture Placeholder 2" descr="Image Placeholder">
            <a:extLst>
              <a:ext uri="{FF2B5EF4-FFF2-40B4-BE49-F238E27FC236}">
                <a16:creationId xmlns:a16="http://schemas.microsoft.com/office/drawing/2014/main" id="{C11C96CF-480E-94AB-4566-CD1A95623C75}"/>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5556" r="5556"/>
          <a:stretch>
            <a:fillRect/>
          </a:stretch>
        </p:blipFill>
        <p:spPr/>
      </p:pic>
    </p:spTree>
    <p:extLst>
      <p:ext uri="{BB962C8B-B14F-4D97-AF65-F5344CB8AC3E}">
        <p14:creationId xmlns:p14="http://schemas.microsoft.com/office/powerpoint/2010/main" val="3413027356"/>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035BCA-A4C0-CC54-C19D-22F840CFB730}"/>
              </a:ext>
            </a:extLst>
          </p:cNvPr>
          <p:cNvSpPr>
            <a:spLocks noGrp="1"/>
          </p:cNvSpPr>
          <p:nvPr>
            <p:ph type="title"/>
          </p:nvPr>
        </p:nvSpPr>
        <p:spPr>
          <a:xfrm>
            <a:off x="609601" y="264085"/>
            <a:ext cx="6766560" cy="946389"/>
          </a:xfrm>
        </p:spPr>
        <p:txBody>
          <a:bodyPr/>
          <a:lstStyle/>
          <a:p>
            <a:r>
              <a:rPr lang="en-US"/>
              <a:t>Image on right 1/3</a:t>
            </a:r>
          </a:p>
        </p:txBody>
      </p:sp>
      <p:sp>
        <p:nvSpPr>
          <p:cNvPr id="3" name="Content Placeholder 2">
            <a:extLst>
              <a:ext uri="{FF2B5EF4-FFF2-40B4-BE49-F238E27FC236}">
                <a16:creationId xmlns:a16="http://schemas.microsoft.com/office/drawing/2014/main" id="{2F201E5B-D00E-943E-052F-AF7B50B3D634}"/>
              </a:ext>
            </a:extLst>
          </p:cNvPr>
          <p:cNvSpPr>
            <a:spLocks noGrp="1"/>
          </p:cNvSpPr>
          <p:nvPr>
            <p:ph idx="1"/>
          </p:nvPr>
        </p:nvSpPr>
        <p:spPr/>
        <p:txBody>
          <a:bodyPr/>
          <a:lstStyle/>
          <a:p>
            <a:endParaRPr lang="en-US"/>
          </a:p>
        </p:txBody>
      </p:sp>
      <p:pic>
        <p:nvPicPr>
          <p:cNvPr id="2" name="Picture Placeholder 2" descr="Image Placeholder">
            <a:extLst>
              <a:ext uri="{FF2B5EF4-FFF2-40B4-BE49-F238E27FC236}">
                <a16:creationId xmlns:a16="http://schemas.microsoft.com/office/drawing/2014/main" id="{2C40C8B6-2019-0417-4256-80EEBBA0251B}"/>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8669" r="18669"/>
          <a:stretch>
            <a:fillRect/>
          </a:stretch>
        </p:blipFill>
        <p:spPr/>
      </p:pic>
    </p:spTree>
    <p:extLst>
      <p:ext uri="{BB962C8B-B14F-4D97-AF65-F5344CB8AC3E}">
        <p14:creationId xmlns:p14="http://schemas.microsoft.com/office/powerpoint/2010/main" val="3629705380"/>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73397-B4C7-60EF-C2EC-CE98C2C54CFB}"/>
              </a:ext>
            </a:extLst>
          </p:cNvPr>
          <p:cNvSpPr>
            <a:spLocks noGrp="1"/>
          </p:cNvSpPr>
          <p:nvPr>
            <p:ph type="title"/>
          </p:nvPr>
        </p:nvSpPr>
        <p:spPr>
          <a:xfrm>
            <a:off x="609600" y="264085"/>
            <a:ext cx="10972800" cy="946389"/>
          </a:xfrm>
        </p:spPr>
        <p:txBody>
          <a:bodyPr/>
          <a:lstStyle/>
          <a:p>
            <a:r>
              <a:rPr lang="en-US"/>
              <a:t>Title and content, 2 columns (text)</a:t>
            </a:r>
          </a:p>
        </p:txBody>
      </p:sp>
      <p:sp>
        <p:nvSpPr>
          <p:cNvPr id="5" name="Content Placeholder 4">
            <a:extLst>
              <a:ext uri="{FF2B5EF4-FFF2-40B4-BE49-F238E27FC236}">
                <a16:creationId xmlns:a16="http://schemas.microsoft.com/office/drawing/2014/main" id="{86ACB5A5-2879-9757-D77A-DA6D746856CE}"/>
              </a:ext>
            </a:extLst>
          </p:cNvPr>
          <p:cNvSpPr>
            <a:spLocks noGrp="1"/>
          </p:cNvSpPr>
          <p:nvPr>
            <p:ph idx="1"/>
          </p:nvPr>
        </p:nvSpPr>
        <p:spPr>
          <a:xfrm>
            <a:off x="609600" y="1334324"/>
            <a:ext cx="4937760" cy="4992624"/>
          </a:xfrm>
        </p:spPr>
        <p:txBody>
          <a:bodyPr/>
          <a:lstStyle/>
          <a:p>
            <a:r>
              <a:rPr lang="en-US"/>
              <a:t>Bullet 1</a:t>
            </a:r>
          </a:p>
          <a:p>
            <a:pPr lvl="1"/>
            <a:r>
              <a:rPr lang="en-US"/>
              <a:t>Bullet 2</a:t>
            </a:r>
          </a:p>
          <a:p>
            <a:pPr lvl="2"/>
            <a:r>
              <a:rPr lang="en-US"/>
              <a:t>Bullet 3</a:t>
            </a:r>
          </a:p>
        </p:txBody>
      </p:sp>
      <p:sp>
        <p:nvSpPr>
          <p:cNvPr id="6" name="Content Placeholder 5">
            <a:extLst>
              <a:ext uri="{FF2B5EF4-FFF2-40B4-BE49-F238E27FC236}">
                <a16:creationId xmlns:a16="http://schemas.microsoft.com/office/drawing/2014/main" id="{DE3CD773-A0BC-7894-87A8-2E6F9F472364}"/>
              </a:ext>
            </a:extLst>
          </p:cNvPr>
          <p:cNvSpPr>
            <a:spLocks noGrp="1"/>
          </p:cNvSpPr>
          <p:nvPr>
            <p:ph idx="13"/>
          </p:nvPr>
        </p:nvSpPr>
        <p:spPr>
          <a:xfrm>
            <a:off x="6644640" y="1334324"/>
            <a:ext cx="4937760" cy="4992624"/>
          </a:xfrm>
        </p:spPr>
        <p:txBody>
          <a:bodyPr/>
          <a:lstStyle/>
          <a:p>
            <a:r>
              <a:rPr lang="en-US"/>
              <a:t>Bullet 1</a:t>
            </a:r>
          </a:p>
          <a:p>
            <a:pPr lvl="1"/>
            <a:r>
              <a:rPr lang="en-US"/>
              <a:t>Bullet 2</a:t>
            </a:r>
          </a:p>
          <a:p>
            <a:pPr lvl="2"/>
            <a:r>
              <a:rPr lang="en-US"/>
              <a:t>Bullet 3</a:t>
            </a:r>
          </a:p>
        </p:txBody>
      </p:sp>
    </p:spTree>
    <p:extLst>
      <p:ext uri="{BB962C8B-B14F-4D97-AF65-F5344CB8AC3E}">
        <p14:creationId xmlns:p14="http://schemas.microsoft.com/office/powerpoint/2010/main" val="638013483"/>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73397-B4C7-60EF-C2EC-CE98C2C54CFB}"/>
              </a:ext>
            </a:extLst>
          </p:cNvPr>
          <p:cNvSpPr>
            <a:spLocks noGrp="1"/>
          </p:cNvSpPr>
          <p:nvPr>
            <p:ph type="title"/>
          </p:nvPr>
        </p:nvSpPr>
        <p:spPr>
          <a:xfrm>
            <a:off x="609600" y="264085"/>
            <a:ext cx="10972800" cy="946389"/>
          </a:xfrm>
        </p:spPr>
        <p:txBody>
          <a:bodyPr/>
          <a:lstStyle/>
          <a:p>
            <a:r>
              <a:rPr lang="en-US"/>
              <a:t>Title and content, 3 columns (text)</a:t>
            </a:r>
          </a:p>
        </p:txBody>
      </p:sp>
      <p:sp>
        <p:nvSpPr>
          <p:cNvPr id="5" name="Content Placeholder 4">
            <a:extLst>
              <a:ext uri="{FF2B5EF4-FFF2-40B4-BE49-F238E27FC236}">
                <a16:creationId xmlns:a16="http://schemas.microsoft.com/office/drawing/2014/main" id="{86ACB5A5-2879-9757-D77A-DA6D746856CE}"/>
              </a:ext>
            </a:extLst>
          </p:cNvPr>
          <p:cNvSpPr>
            <a:spLocks noGrp="1"/>
          </p:cNvSpPr>
          <p:nvPr>
            <p:ph idx="1"/>
          </p:nvPr>
        </p:nvSpPr>
        <p:spPr>
          <a:xfrm>
            <a:off x="612648" y="1334324"/>
            <a:ext cx="3200400" cy="4992624"/>
          </a:xfrm>
        </p:spPr>
        <p:txBody>
          <a:bodyPr/>
          <a:lstStyle/>
          <a:p>
            <a:r>
              <a:rPr lang="en-US"/>
              <a:t>Bullet 1</a:t>
            </a:r>
          </a:p>
          <a:p>
            <a:pPr lvl="1"/>
            <a:r>
              <a:rPr lang="en-US"/>
              <a:t>Bullet 2</a:t>
            </a:r>
          </a:p>
          <a:p>
            <a:pPr lvl="2"/>
            <a:r>
              <a:rPr lang="en-US"/>
              <a:t>Bullet 3</a:t>
            </a:r>
          </a:p>
        </p:txBody>
      </p:sp>
      <p:sp>
        <p:nvSpPr>
          <p:cNvPr id="6" name="Content Placeholder 5">
            <a:extLst>
              <a:ext uri="{FF2B5EF4-FFF2-40B4-BE49-F238E27FC236}">
                <a16:creationId xmlns:a16="http://schemas.microsoft.com/office/drawing/2014/main" id="{DE3CD773-A0BC-7894-87A8-2E6F9F472364}"/>
              </a:ext>
            </a:extLst>
          </p:cNvPr>
          <p:cNvSpPr>
            <a:spLocks noGrp="1"/>
          </p:cNvSpPr>
          <p:nvPr>
            <p:ph idx="13"/>
          </p:nvPr>
        </p:nvSpPr>
        <p:spPr>
          <a:xfrm>
            <a:off x="4497324" y="1334324"/>
            <a:ext cx="3200400" cy="4992624"/>
          </a:xfrm>
        </p:spPr>
        <p:txBody>
          <a:bodyPr/>
          <a:lstStyle/>
          <a:p>
            <a:r>
              <a:rPr lang="en-US"/>
              <a:t>Bullet 1</a:t>
            </a:r>
          </a:p>
          <a:p>
            <a:pPr lvl="1"/>
            <a:r>
              <a:rPr lang="en-US"/>
              <a:t>Bullet 2</a:t>
            </a:r>
          </a:p>
          <a:p>
            <a:pPr lvl="2"/>
            <a:r>
              <a:rPr lang="en-US"/>
              <a:t>Bullet 3</a:t>
            </a:r>
          </a:p>
        </p:txBody>
      </p:sp>
      <p:sp>
        <p:nvSpPr>
          <p:cNvPr id="2" name="Content Placeholder 1">
            <a:extLst>
              <a:ext uri="{FF2B5EF4-FFF2-40B4-BE49-F238E27FC236}">
                <a16:creationId xmlns:a16="http://schemas.microsoft.com/office/drawing/2014/main" id="{673BF477-179E-4128-80AA-46E50686B7B3}"/>
              </a:ext>
            </a:extLst>
          </p:cNvPr>
          <p:cNvSpPr>
            <a:spLocks noGrp="1"/>
          </p:cNvSpPr>
          <p:nvPr>
            <p:ph idx="14"/>
          </p:nvPr>
        </p:nvSpPr>
        <p:spPr>
          <a:xfrm>
            <a:off x="8382000" y="1334324"/>
            <a:ext cx="3200400" cy="4992624"/>
          </a:xfrm>
        </p:spPr>
        <p:txBody>
          <a:bodyPr/>
          <a:lstStyle/>
          <a:p>
            <a:r>
              <a:rPr lang="en-US"/>
              <a:t>Bullet 1</a:t>
            </a:r>
          </a:p>
          <a:p>
            <a:pPr lvl="1"/>
            <a:r>
              <a:rPr lang="en-US"/>
              <a:t>Bullet 2</a:t>
            </a:r>
          </a:p>
          <a:p>
            <a:pPr lvl="2"/>
            <a:r>
              <a:rPr lang="en-US"/>
              <a:t>Bullet 3</a:t>
            </a:r>
          </a:p>
        </p:txBody>
      </p:sp>
    </p:spTree>
    <p:extLst>
      <p:ext uri="{BB962C8B-B14F-4D97-AF65-F5344CB8AC3E}">
        <p14:creationId xmlns:p14="http://schemas.microsoft.com/office/powerpoint/2010/main" val="2171469589"/>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73397-B4C7-60EF-C2EC-CE98C2C54CFB}"/>
              </a:ext>
            </a:extLst>
          </p:cNvPr>
          <p:cNvSpPr>
            <a:spLocks noGrp="1"/>
          </p:cNvSpPr>
          <p:nvPr>
            <p:ph type="title"/>
          </p:nvPr>
        </p:nvSpPr>
        <p:spPr/>
        <p:txBody>
          <a:bodyPr/>
          <a:lstStyle/>
          <a:p>
            <a:r>
              <a:rPr lang="en-US"/>
              <a:t>Title and content, 4 columns (text)</a:t>
            </a:r>
          </a:p>
        </p:txBody>
      </p:sp>
      <p:sp>
        <p:nvSpPr>
          <p:cNvPr id="5" name="Content Placeholder 4">
            <a:extLst>
              <a:ext uri="{FF2B5EF4-FFF2-40B4-BE49-F238E27FC236}">
                <a16:creationId xmlns:a16="http://schemas.microsoft.com/office/drawing/2014/main" id="{86ACB5A5-2879-9757-D77A-DA6D746856CE}"/>
              </a:ext>
            </a:extLst>
          </p:cNvPr>
          <p:cNvSpPr>
            <a:spLocks noGrp="1"/>
          </p:cNvSpPr>
          <p:nvPr>
            <p:ph idx="1"/>
          </p:nvPr>
        </p:nvSpPr>
        <p:spPr/>
        <p:txBody>
          <a:bodyPr/>
          <a:lstStyle/>
          <a:p>
            <a:r>
              <a:rPr lang="en-US"/>
              <a:t>Bullet 1</a:t>
            </a:r>
          </a:p>
          <a:p>
            <a:pPr lvl="1"/>
            <a:r>
              <a:rPr lang="en-US"/>
              <a:t>Bullet 2</a:t>
            </a:r>
          </a:p>
          <a:p>
            <a:pPr lvl="2"/>
            <a:r>
              <a:rPr lang="en-US"/>
              <a:t>Bullet 3</a:t>
            </a:r>
          </a:p>
          <a:p>
            <a:pPr marL="0" indent="0">
              <a:buNone/>
            </a:pPr>
            <a:r>
              <a:rPr lang="en-US"/>
              <a:t>	</a:t>
            </a:r>
          </a:p>
        </p:txBody>
      </p:sp>
      <p:sp>
        <p:nvSpPr>
          <p:cNvPr id="6" name="Content Placeholder 5">
            <a:extLst>
              <a:ext uri="{FF2B5EF4-FFF2-40B4-BE49-F238E27FC236}">
                <a16:creationId xmlns:a16="http://schemas.microsoft.com/office/drawing/2014/main" id="{DE3CD773-A0BC-7894-87A8-2E6F9F472364}"/>
              </a:ext>
            </a:extLst>
          </p:cNvPr>
          <p:cNvSpPr>
            <a:spLocks noGrp="1"/>
          </p:cNvSpPr>
          <p:nvPr>
            <p:ph idx="13"/>
          </p:nvPr>
        </p:nvSpPr>
        <p:spPr/>
        <p:txBody>
          <a:bodyPr/>
          <a:lstStyle/>
          <a:p>
            <a:r>
              <a:rPr lang="en-US"/>
              <a:t>Bullet 1</a:t>
            </a:r>
          </a:p>
          <a:p>
            <a:pPr lvl="1"/>
            <a:r>
              <a:rPr lang="en-US"/>
              <a:t>Bullet 2</a:t>
            </a:r>
          </a:p>
          <a:p>
            <a:pPr lvl="2"/>
            <a:r>
              <a:rPr lang="en-US"/>
              <a:t>Bullet 3</a:t>
            </a:r>
          </a:p>
        </p:txBody>
      </p:sp>
      <p:sp>
        <p:nvSpPr>
          <p:cNvPr id="2" name="Content Placeholder 1">
            <a:extLst>
              <a:ext uri="{FF2B5EF4-FFF2-40B4-BE49-F238E27FC236}">
                <a16:creationId xmlns:a16="http://schemas.microsoft.com/office/drawing/2014/main" id="{D30BDC5C-5B01-6B2C-6F0A-7C7BCBE6EA53}"/>
              </a:ext>
            </a:extLst>
          </p:cNvPr>
          <p:cNvSpPr>
            <a:spLocks noGrp="1"/>
          </p:cNvSpPr>
          <p:nvPr>
            <p:ph idx="14"/>
          </p:nvPr>
        </p:nvSpPr>
        <p:spPr/>
        <p:txBody>
          <a:bodyPr/>
          <a:lstStyle/>
          <a:p>
            <a:r>
              <a:rPr lang="en-US"/>
              <a:t>Bullet 1</a:t>
            </a:r>
          </a:p>
          <a:p>
            <a:pPr lvl="1"/>
            <a:r>
              <a:rPr lang="en-US"/>
              <a:t>Bullet 2</a:t>
            </a:r>
          </a:p>
          <a:p>
            <a:pPr lvl="2"/>
            <a:r>
              <a:rPr lang="en-US"/>
              <a:t>Bullet 3</a:t>
            </a:r>
          </a:p>
          <a:p>
            <a:endParaRPr lang="en-US"/>
          </a:p>
        </p:txBody>
      </p:sp>
      <p:sp>
        <p:nvSpPr>
          <p:cNvPr id="3" name="Content Placeholder 2">
            <a:extLst>
              <a:ext uri="{FF2B5EF4-FFF2-40B4-BE49-F238E27FC236}">
                <a16:creationId xmlns:a16="http://schemas.microsoft.com/office/drawing/2014/main" id="{811E00E8-D64F-B3C3-7C33-EA58D844CD79}"/>
              </a:ext>
            </a:extLst>
          </p:cNvPr>
          <p:cNvSpPr>
            <a:spLocks noGrp="1"/>
          </p:cNvSpPr>
          <p:nvPr>
            <p:ph idx="15"/>
          </p:nvPr>
        </p:nvSpPr>
        <p:spPr/>
        <p:txBody>
          <a:bodyPr/>
          <a:lstStyle/>
          <a:p>
            <a:r>
              <a:rPr lang="en-US"/>
              <a:t>Bullet 1</a:t>
            </a:r>
          </a:p>
          <a:p>
            <a:pPr lvl="1"/>
            <a:r>
              <a:rPr lang="en-US"/>
              <a:t>Bullet 2</a:t>
            </a:r>
          </a:p>
          <a:p>
            <a:pPr lvl="2"/>
            <a:r>
              <a:rPr lang="en-US"/>
              <a:t>Bullet 3</a:t>
            </a:r>
          </a:p>
          <a:p>
            <a:endParaRPr lang="en-US"/>
          </a:p>
        </p:txBody>
      </p:sp>
    </p:spTree>
    <p:extLst>
      <p:ext uri="{BB962C8B-B14F-4D97-AF65-F5344CB8AC3E}">
        <p14:creationId xmlns:p14="http://schemas.microsoft.com/office/powerpoint/2010/main" val="1180090463"/>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73397-B4C7-60EF-C2EC-CE98C2C54CFB}"/>
              </a:ext>
            </a:extLst>
          </p:cNvPr>
          <p:cNvSpPr>
            <a:spLocks noGrp="1"/>
          </p:cNvSpPr>
          <p:nvPr>
            <p:ph type="title"/>
          </p:nvPr>
        </p:nvSpPr>
        <p:spPr/>
        <p:txBody>
          <a:bodyPr/>
          <a:lstStyle/>
          <a:p>
            <a:r>
              <a:rPr lang="en-US"/>
              <a:t>Title and content, 5 columns (text)</a:t>
            </a:r>
          </a:p>
        </p:txBody>
      </p:sp>
      <p:sp>
        <p:nvSpPr>
          <p:cNvPr id="5" name="Content Placeholder 4">
            <a:extLst>
              <a:ext uri="{FF2B5EF4-FFF2-40B4-BE49-F238E27FC236}">
                <a16:creationId xmlns:a16="http://schemas.microsoft.com/office/drawing/2014/main" id="{86ACB5A5-2879-9757-D77A-DA6D746856CE}"/>
              </a:ext>
            </a:extLst>
          </p:cNvPr>
          <p:cNvSpPr>
            <a:spLocks noGrp="1"/>
          </p:cNvSpPr>
          <p:nvPr>
            <p:ph idx="1"/>
          </p:nvPr>
        </p:nvSpPr>
        <p:spPr/>
        <p:txBody>
          <a:bodyPr/>
          <a:lstStyle/>
          <a:p>
            <a:r>
              <a:rPr lang="en-US"/>
              <a:t>Bullet 1</a:t>
            </a:r>
          </a:p>
          <a:p>
            <a:pPr lvl="1"/>
            <a:r>
              <a:rPr lang="en-US"/>
              <a:t>Bullet 2</a:t>
            </a:r>
          </a:p>
          <a:p>
            <a:pPr lvl="2"/>
            <a:r>
              <a:rPr lang="en-US"/>
              <a:t>Bullet 3</a:t>
            </a:r>
          </a:p>
        </p:txBody>
      </p:sp>
      <p:sp>
        <p:nvSpPr>
          <p:cNvPr id="6" name="Content Placeholder 5">
            <a:extLst>
              <a:ext uri="{FF2B5EF4-FFF2-40B4-BE49-F238E27FC236}">
                <a16:creationId xmlns:a16="http://schemas.microsoft.com/office/drawing/2014/main" id="{DE3CD773-A0BC-7894-87A8-2E6F9F472364}"/>
              </a:ext>
            </a:extLst>
          </p:cNvPr>
          <p:cNvSpPr>
            <a:spLocks noGrp="1"/>
          </p:cNvSpPr>
          <p:nvPr>
            <p:ph idx="13"/>
          </p:nvPr>
        </p:nvSpPr>
        <p:spPr/>
        <p:txBody>
          <a:bodyPr/>
          <a:lstStyle/>
          <a:p>
            <a:r>
              <a:rPr lang="en-US"/>
              <a:t>Bullet 1</a:t>
            </a:r>
          </a:p>
          <a:p>
            <a:pPr lvl="1"/>
            <a:r>
              <a:rPr lang="en-US"/>
              <a:t>Bullet 2</a:t>
            </a:r>
          </a:p>
          <a:p>
            <a:pPr lvl="2"/>
            <a:r>
              <a:rPr lang="en-US"/>
              <a:t>Bullet 3</a:t>
            </a:r>
          </a:p>
        </p:txBody>
      </p:sp>
      <p:sp>
        <p:nvSpPr>
          <p:cNvPr id="2" name="Content Placeholder 1">
            <a:extLst>
              <a:ext uri="{FF2B5EF4-FFF2-40B4-BE49-F238E27FC236}">
                <a16:creationId xmlns:a16="http://schemas.microsoft.com/office/drawing/2014/main" id="{D30BDC5C-5B01-6B2C-6F0A-7C7BCBE6EA53}"/>
              </a:ext>
            </a:extLst>
          </p:cNvPr>
          <p:cNvSpPr>
            <a:spLocks noGrp="1"/>
          </p:cNvSpPr>
          <p:nvPr>
            <p:ph idx="14"/>
          </p:nvPr>
        </p:nvSpPr>
        <p:spPr/>
        <p:txBody>
          <a:bodyPr/>
          <a:lstStyle/>
          <a:p>
            <a:r>
              <a:rPr lang="en-US"/>
              <a:t>Bullet 1</a:t>
            </a:r>
          </a:p>
          <a:p>
            <a:pPr lvl="1"/>
            <a:r>
              <a:rPr lang="en-US"/>
              <a:t>Bullet 2</a:t>
            </a:r>
          </a:p>
          <a:p>
            <a:pPr lvl="2"/>
            <a:r>
              <a:rPr lang="en-US"/>
              <a:t>Bullet 3</a:t>
            </a:r>
          </a:p>
        </p:txBody>
      </p:sp>
      <p:sp>
        <p:nvSpPr>
          <p:cNvPr id="3" name="Content Placeholder 2">
            <a:extLst>
              <a:ext uri="{FF2B5EF4-FFF2-40B4-BE49-F238E27FC236}">
                <a16:creationId xmlns:a16="http://schemas.microsoft.com/office/drawing/2014/main" id="{811E00E8-D64F-B3C3-7C33-EA58D844CD79}"/>
              </a:ext>
            </a:extLst>
          </p:cNvPr>
          <p:cNvSpPr>
            <a:spLocks noGrp="1"/>
          </p:cNvSpPr>
          <p:nvPr>
            <p:ph idx="15"/>
          </p:nvPr>
        </p:nvSpPr>
        <p:spPr/>
        <p:txBody>
          <a:bodyPr/>
          <a:lstStyle/>
          <a:p>
            <a:r>
              <a:rPr lang="en-US"/>
              <a:t>Bullet 1</a:t>
            </a:r>
          </a:p>
          <a:p>
            <a:pPr lvl="1"/>
            <a:r>
              <a:rPr lang="en-US"/>
              <a:t>Bullet 2</a:t>
            </a:r>
          </a:p>
          <a:p>
            <a:pPr lvl="2"/>
            <a:r>
              <a:rPr lang="en-US"/>
              <a:t>Bullet 3</a:t>
            </a:r>
          </a:p>
        </p:txBody>
      </p:sp>
      <p:sp>
        <p:nvSpPr>
          <p:cNvPr id="7" name="Content Placeholder 6">
            <a:extLst>
              <a:ext uri="{FF2B5EF4-FFF2-40B4-BE49-F238E27FC236}">
                <a16:creationId xmlns:a16="http://schemas.microsoft.com/office/drawing/2014/main" id="{D7B1597B-9360-4A51-ACDA-E35E3AA1997E}"/>
              </a:ext>
            </a:extLst>
          </p:cNvPr>
          <p:cNvSpPr>
            <a:spLocks noGrp="1"/>
          </p:cNvSpPr>
          <p:nvPr>
            <p:ph idx="16"/>
          </p:nvPr>
        </p:nvSpPr>
        <p:spPr/>
        <p:txBody>
          <a:bodyPr/>
          <a:lstStyle/>
          <a:p>
            <a:r>
              <a:rPr lang="en-US"/>
              <a:t>Bullet 1</a:t>
            </a:r>
          </a:p>
          <a:p>
            <a:pPr lvl="1"/>
            <a:r>
              <a:rPr lang="en-US"/>
              <a:t>Bullet 2</a:t>
            </a:r>
          </a:p>
          <a:p>
            <a:pPr lvl="2"/>
            <a:r>
              <a:rPr lang="en-US"/>
              <a:t>Bullet 3</a:t>
            </a:r>
          </a:p>
        </p:txBody>
      </p:sp>
    </p:spTree>
    <p:extLst>
      <p:ext uri="{BB962C8B-B14F-4D97-AF65-F5344CB8AC3E}">
        <p14:creationId xmlns:p14="http://schemas.microsoft.com/office/powerpoint/2010/main" val="1806672983"/>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73397-B4C7-60EF-C2EC-CE98C2C54CFB}"/>
              </a:ext>
            </a:extLst>
          </p:cNvPr>
          <p:cNvSpPr>
            <a:spLocks noGrp="1"/>
          </p:cNvSpPr>
          <p:nvPr>
            <p:ph type="title"/>
          </p:nvPr>
        </p:nvSpPr>
        <p:spPr>
          <a:xfrm>
            <a:off x="609600" y="264085"/>
            <a:ext cx="10972800" cy="946389"/>
          </a:xfrm>
        </p:spPr>
        <p:txBody>
          <a:bodyPr/>
          <a:lstStyle/>
          <a:p>
            <a:r>
              <a:rPr lang="en-US"/>
              <a:t>Title and content, 2 columns (text + images)</a:t>
            </a:r>
          </a:p>
        </p:txBody>
      </p:sp>
      <p:pic>
        <p:nvPicPr>
          <p:cNvPr id="3" name="Picture Placeholder 2" descr="Image Placeholder">
            <a:extLst>
              <a:ext uri="{FF2B5EF4-FFF2-40B4-BE49-F238E27FC236}">
                <a16:creationId xmlns:a16="http://schemas.microsoft.com/office/drawing/2014/main" id="{91C0CB8C-230F-7C49-AF5E-9CE638E7F1B3}"/>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24534" b="24534"/>
          <a:stretch>
            <a:fillRect/>
          </a:stretch>
        </p:blipFill>
        <p:spPr/>
      </p:pic>
      <p:sp>
        <p:nvSpPr>
          <p:cNvPr id="5" name="Content Placeholder 4">
            <a:extLst>
              <a:ext uri="{FF2B5EF4-FFF2-40B4-BE49-F238E27FC236}">
                <a16:creationId xmlns:a16="http://schemas.microsoft.com/office/drawing/2014/main" id="{86ACB5A5-2879-9757-D77A-DA6D746856CE}"/>
              </a:ext>
            </a:extLst>
          </p:cNvPr>
          <p:cNvSpPr>
            <a:spLocks noGrp="1"/>
          </p:cNvSpPr>
          <p:nvPr>
            <p:ph idx="1"/>
          </p:nvPr>
        </p:nvSpPr>
        <p:spPr>
          <a:xfrm>
            <a:off x="609600" y="4023360"/>
            <a:ext cx="4846320" cy="2286000"/>
          </a:xfrm>
        </p:spPr>
        <p:txBody>
          <a:bodyPr/>
          <a:lstStyle/>
          <a:p>
            <a:r>
              <a:rPr lang="en-US"/>
              <a:t>Bullet 1</a:t>
            </a:r>
          </a:p>
          <a:p>
            <a:pPr lvl="1"/>
            <a:r>
              <a:rPr lang="en-US"/>
              <a:t>Bullet 2</a:t>
            </a:r>
          </a:p>
          <a:p>
            <a:pPr lvl="2"/>
            <a:r>
              <a:rPr lang="en-US"/>
              <a:t>Bullet 3</a:t>
            </a:r>
          </a:p>
        </p:txBody>
      </p:sp>
      <p:pic>
        <p:nvPicPr>
          <p:cNvPr id="7" name="Picture Placeholder 2" descr="Image Placeholder">
            <a:extLst>
              <a:ext uri="{FF2B5EF4-FFF2-40B4-BE49-F238E27FC236}">
                <a16:creationId xmlns:a16="http://schemas.microsoft.com/office/drawing/2014/main" id="{A75ACC48-C5DE-09C4-82A1-F795A49EABC8}"/>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t="24534" b="24534"/>
          <a:stretch>
            <a:fillRect/>
          </a:stretch>
        </p:blipFill>
        <p:spPr/>
      </p:pic>
      <p:sp>
        <p:nvSpPr>
          <p:cNvPr id="6" name="Content Placeholder 5">
            <a:extLst>
              <a:ext uri="{FF2B5EF4-FFF2-40B4-BE49-F238E27FC236}">
                <a16:creationId xmlns:a16="http://schemas.microsoft.com/office/drawing/2014/main" id="{DE3CD773-A0BC-7894-87A8-2E6F9F472364}"/>
              </a:ext>
            </a:extLst>
          </p:cNvPr>
          <p:cNvSpPr>
            <a:spLocks noGrp="1"/>
          </p:cNvSpPr>
          <p:nvPr>
            <p:ph idx="13"/>
          </p:nvPr>
        </p:nvSpPr>
        <p:spPr>
          <a:xfrm>
            <a:off x="6644640" y="4023360"/>
            <a:ext cx="4846320" cy="2286000"/>
          </a:xfrm>
        </p:spPr>
        <p:txBody>
          <a:bodyPr/>
          <a:lstStyle/>
          <a:p>
            <a:r>
              <a:rPr lang="en-US"/>
              <a:t>Bullet 1</a:t>
            </a:r>
          </a:p>
          <a:p>
            <a:pPr lvl="1"/>
            <a:r>
              <a:rPr lang="en-US"/>
              <a:t>Bullet 2</a:t>
            </a:r>
          </a:p>
          <a:p>
            <a:pPr lvl="2"/>
            <a:r>
              <a:rPr lang="en-US"/>
              <a:t>Bullet 3</a:t>
            </a:r>
          </a:p>
        </p:txBody>
      </p:sp>
    </p:spTree>
    <p:extLst>
      <p:ext uri="{BB962C8B-B14F-4D97-AF65-F5344CB8AC3E}">
        <p14:creationId xmlns:p14="http://schemas.microsoft.com/office/powerpoint/2010/main" val="3979664649"/>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73397-B4C7-60EF-C2EC-CE98C2C54CFB}"/>
              </a:ext>
            </a:extLst>
          </p:cNvPr>
          <p:cNvSpPr>
            <a:spLocks noGrp="1"/>
          </p:cNvSpPr>
          <p:nvPr>
            <p:ph type="title"/>
          </p:nvPr>
        </p:nvSpPr>
        <p:spPr>
          <a:xfrm>
            <a:off x="609600" y="264085"/>
            <a:ext cx="10972800" cy="946389"/>
          </a:xfrm>
        </p:spPr>
        <p:txBody>
          <a:bodyPr/>
          <a:lstStyle/>
          <a:p>
            <a:r>
              <a:rPr lang="en-US"/>
              <a:t>Title and content, 3 columns (text + images)</a:t>
            </a:r>
          </a:p>
        </p:txBody>
      </p:sp>
      <p:pic>
        <p:nvPicPr>
          <p:cNvPr id="3" name="Picture Placeholder 2" descr="Image Placeholder">
            <a:extLst>
              <a:ext uri="{FF2B5EF4-FFF2-40B4-BE49-F238E27FC236}">
                <a16:creationId xmlns:a16="http://schemas.microsoft.com/office/drawing/2014/main" id="{CE890B34-8397-7985-5A3B-E1F3E3721886}"/>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11385" b="11385"/>
          <a:stretch>
            <a:fillRect/>
          </a:stretch>
        </p:blipFill>
        <p:spPr/>
      </p:pic>
      <p:sp>
        <p:nvSpPr>
          <p:cNvPr id="5" name="Content Placeholder 4">
            <a:extLst>
              <a:ext uri="{FF2B5EF4-FFF2-40B4-BE49-F238E27FC236}">
                <a16:creationId xmlns:a16="http://schemas.microsoft.com/office/drawing/2014/main" id="{86ACB5A5-2879-9757-D77A-DA6D746856CE}"/>
              </a:ext>
            </a:extLst>
          </p:cNvPr>
          <p:cNvSpPr>
            <a:spLocks noGrp="1"/>
          </p:cNvSpPr>
          <p:nvPr>
            <p:ph idx="1"/>
          </p:nvPr>
        </p:nvSpPr>
        <p:spPr>
          <a:xfrm>
            <a:off x="612648" y="4023360"/>
            <a:ext cx="3200400" cy="2286000"/>
          </a:xfrm>
        </p:spPr>
        <p:txBody>
          <a:bodyPr/>
          <a:lstStyle/>
          <a:p>
            <a:r>
              <a:rPr lang="en-US"/>
              <a:t>Bullet 1</a:t>
            </a:r>
          </a:p>
          <a:p>
            <a:pPr lvl="1"/>
            <a:r>
              <a:rPr lang="en-US"/>
              <a:t>Bullet 2</a:t>
            </a:r>
          </a:p>
          <a:p>
            <a:pPr lvl="2"/>
            <a:r>
              <a:rPr lang="en-US"/>
              <a:t>Bullet 3</a:t>
            </a:r>
          </a:p>
        </p:txBody>
      </p:sp>
      <p:pic>
        <p:nvPicPr>
          <p:cNvPr id="7" name="Picture Placeholder 2" descr="Image Placeholder">
            <a:extLst>
              <a:ext uri="{FF2B5EF4-FFF2-40B4-BE49-F238E27FC236}">
                <a16:creationId xmlns:a16="http://schemas.microsoft.com/office/drawing/2014/main" id="{6B427DF0-4146-8FC6-DB14-1F795DF21346}"/>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t="11366" b="11366"/>
          <a:stretch>
            <a:fillRect/>
          </a:stretch>
        </p:blipFill>
        <p:spPr/>
      </p:pic>
      <p:sp>
        <p:nvSpPr>
          <p:cNvPr id="6" name="Content Placeholder 5">
            <a:extLst>
              <a:ext uri="{FF2B5EF4-FFF2-40B4-BE49-F238E27FC236}">
                <a16:creationId xmlns:a16="http://schemas.microsoft.com/office/drawing/2014/main" id="{DE3CD773-A0BC-7894-87A8-2E6F9F472364}"/>
              </a:ext>
            </a:extLst>
          </p:cNvPr>
          <p:cNvSpPr>
            <a:spLocks noGrp="1"/>
          </p:cNvSpPr>
          <p:nvPr>
            <p:ph idx="13"/>
          </p:nvPr>
        </p:nvSpPr>
        <p:spPr>
          <a:xfrm>
            <a:off x="4468368" y="4023360"/>
            <a:ext cx="3200400" cy="2286000"/>
          </a:xfrm>
        </p:spPr>
        <p:txBody>
          <a:bodyPr/>
          <a:lstStyle/>
          <a:p>
            <a:r>
              <a:rPr lang="en-US"/>
              <a:t>Bullet 1</a:t>
            </a:r>
          </a:p>
          <a:p>
            <a:pPr lvl="1"/>
            <a:r>
              <a:rPr lang="en-US"/>
              <a:t>Bullet 2</a:t>
            </a:r>
          </a:p>
          <a:p>
            <a:pPr lvl="2"/>
            <a:r>
              <a:rPr lang="en-US"/>
              <a:t>Bullet 3</a:t>
            </a:r>
          </a:p>
        </p:txBody>
      </p:sp>
      <p:pic>
        <p:nvPicPr>
          <p:cNvPr id="8" name="Picture Placeholder 2" descr="Image Placeholder">
            <a:extLst>
              <a:ext uri="{FF2B5EF4-FFF2-40B4-BE49-F238E27FC236}">
                <a16:creationId xmlns:a16="http://schemas.microsoft.com/office/drawing/2014/main" id="{EDE29CAA-BE91-1DD4-42CF-B8292640ADD0}"/>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t="11385" b="11385"/>
          <a:stretch>
            <a:fillRect/>
          </a:stretch>
        </p:blipFill>
        <p:spPr/>
      </p:pic>
      <p:sp>
        <p:nvSpPr>
          <p:cNvPr id="2" name="Content Placeholder 1">
            <a:extLst>
              <a:ext uri="{FF2B5EF4-FFF2-40B4-BE49-F238E27FC236}">
                <a16:creationId xmlns:a16="http://schemas.microsoft.com/office/drawing/2014/main" id="{53E8A9F6-C459-AB84-43E4-D776306932C2}"/>
              </a:ext>
            </a:extLst>
          </p:cNvPr>
          <p:cNvSpPr>
            <a:spLocks noGrp="1"/>
          </p:cNvSpPr>
          <p:nvPr>
            <p:ph idx="14"/>
          </p:nvPr>
        </p:nvSpPr>
        <p:spPr>
          <a:xfrm>
            <a:off x="8327136" y="4023360"/>
            <a:ext cx="3200400" cy="2286000"/>
          </a:xfrm>
        </p:spPr>
        <p:txBody>
          <a:bodyPr/>
          <a:lstStyle/>
          <a:p>
            <a:r>
              <a:rPr lang="en-US"/>
              <a:t>Bullet 1</a:t>
            </a:r>
          </a:p>
          <a:p>
            <a:pPr lvl="1"/>
            <a:r>
              <a:rPr lang="en-US"/>
              <a:t>Bullet 2</a:t>
            </a:r>
          </a:p>
          <a:p>
            <a:pPr lvl="2"/>
            <a:r>
              <a:rPr lang="en-US"/>
              <a:t>Bullet 3</a:t>
            </a:r>
          </a:p>
          <a:p>
            <a:endParaRPr lang="en-US"/>
          </a:p>
        </p:txBody>
      </p:sp>
    </p:spTree>
    <p:extLst>
      <p:ext uri="{BB962C8B-B14F-4D97-AF65-F5344CB8AC3E}">
        <p14:creationId xmlns:p14="http://schemas.microsoft.com/office/powerpoint/2010/main" val="52017103"/>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45BC6B0-12A6-DF75-9672-47C76F4E1371}"/>
              </a:ext>
            </a:extLst>
          </p:cNvPr>
          <p:cNvSpPr>
            <a:spLocks noGrp="1"/>
          </p:cNvSpPr>
          <p:nvPr>
            <p:ph type="title"/>
          </p:nvPr>
        </p:nvSpPr>
        <p:spPr>
          <a:xfrm>
            <a:off x="609600" y="264085"/>
            <a:ext cx="10972800" cy="946389"/>
          </a:xfrm>
        </p:spPr>
        <p:txBody>
          <a:bodyPr/>
          <a:lstStyle/>
          <a:p>
            <a:r>
              <a:rPr lang="en-US"/>
              <a:t>Title and content, 4 columns (text + images)</a:t>
            </a:r>
          </a:p>
        </p:txBody>
      </p:sp>
      <p:pic>
        <p:nvPicPr>
          <p:cNvPr id="2" name="Picture Placeholder 2" descr="Image Placeholder">
            <a:extLst>
              <a:ext uri="{FF2B5EF4-FFF2-40B4-BE49-F238E27FC236}">
                <a16:creationId xmlns:a16="http://schemas.microsoft.com/office/drawing/2014/main" id="{6BCB1BFE-C607-CD74-EED1-BB51CE85F952}"/>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5461" r="5461"/>
          <a:stretch>
            <a:fillRect/>
          </a:stretch>
        </p:blipFill>
        <p:spPr/>
      </p:pic>
      <p:sp>
        <p:nvSpPr>
          <p:cNvPr id="10" name="Content Placeholder 9">
            <a:extLst>
              <a:ext uri="{FF2B5EF4-FFF2-40B4-BE49-F238E27FC236}">
                <a16:creationId xmlns:a16="http://schemas.microsoft.com/office/drawing/2014/main" id="{DCD32B38-AD82-9F29-1FB0-9B357C449401}"/>
              </a:ext>
            </a:extLst>
          </p:cNvPr>
          <p:cNvSpPr>
            <a:spLocks noGrp="1"/>
          </p:cNvSpPr>
          <p:nvPr>
            <p:ph idx="1"/>
          </p:nvPr>
        </p:nvSpPr>
        <p:spPr>
          <a:xfrm>
            <a:off x="612648" y="4023360"/>
            <a:ext cx="2194560" cy="2286000"/>
          </a:xfrm>
        </p:spPr>
        <p:txBody>
          <a:bodyPr/>
          <a:lstStyle/>
          <a:p>
            <a:r>
              <a:rPr lang="en-US"/>
              <a:t>Bullet 1</a:t>
            </a:r>
          </a:p>
          <a:p>
            <a:pPr lvl="1"/>
            <a:r>
              <a:rPr lang="en-US"/>
              <a:t>Bullet 2</a:t>
            </a:r>
          </a:p>
          <a:p>
            <a:pPr lvl="2"/>
            <a:r>
              <a:rPr lang="en-US"/>
              <a:t>Bullet 3</a:t>
            </a:r>
          </a:p>
          <a:p>
            <a:endParaRPr lang="en-US"/>
          </a:p>
        </p:txBody>
      </p:sp>
      <p:pic>
        <p:nvPicPr>
          <p:cNvPr id="3" name="Picture Placeholder 2" descr="Image Placeholder">
            <a:extLst>
              <a:ext uri="{FF2B5EF4-FFF2-40B4-BE49-F238E27FC236}">
                <a16:creationId xmlns:a16="http://schemas.microsoft.com/office/drawing/2014/main" id="{87FE948E-2C83-BA49-9AA5-49BE68D124DE}"/>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5461" r="5461"/>
          <a:stretch>
            <a:fillRect/>
          </a:stretch>
        </p:blipFill>
        <p:spPr/>
      </p:pic>
      <p:sp>
        <p:nvSpPr>
          <p:cNvPr id="11" name="Content Placeholder 10">
            <a:extLst>
              <a:ext uri="{FF2B5EF4-FFF2-40B4-BE49-F238E27FC236}">
                <a16:creationId xmlns:a16="http://schemas.microsoft.com/office/drawing/2014/main" id="{2EFCC738-9F00-846D-355E-B82750B31D6A}"/>
              </a:ext>
            </a:extLst>
          </p:cNvPr>
          <p:cNvSpPr>
            <a:spLocks noGrp="1"/>
          </p:cNvSpPr>
          <p:nvPr>
            <p:ph idx="13"/>
          </p:nvPr>
        </p:nvSpPr>
        <p:spPr>
          <a:xfrm>
            <a:off x="3522472" y="4023360"/>
            <a:ext cx="2194560" cy="2286000"/>
          </a:xfrm>
        </p:spPr>
        <p:txBody>
          <a:bodyPr/>
          <a:lstStyle/>
          <a:p>
            <a:r>
              <a:rPr lang="en-US"/>
              <a:t>Bullet 1</a:t>
            </a:r>
          </a:p>
          <a:p>
            <a:pPr lvl="1"/>
            <a:r>
              <a:rPr lang="en-US"/>
              <a:t>Bullet 2</a:t>
            </a:r>
          </a:p>
          <a:p>
            <a:pPr lvl="2"/>
            <a:r>
              <a:rPr lang="en-US"/>
              <a:t>Bullet 3</a:t>
            </a:r>
          </a:p>
          <a:p>
            <a:endParaRPr lang="en-US"/>
          </a:p>
        </p:txBody>
      </p:sp>
      <p:pic>
        <p:nvPicPr>
          <p:cNvPr id="4" name="Picture Placeholder 2" descr="Image Placeholder">
            <a:extLst>
              <a:ext uri="{FF2B5EF4-FFF2-40B4-BE49-F238E27FC236}">
                <a16:creationId xmlns:a16="http://schemas.microsoft.com/office/drawing/2014/main" id="{06010D76-B68C-E6EE-0DB6-9D2FA6D39438}"/>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l="5461" r="5461"/>
          <a:stretch>
            <a:fillRect/>
          </a:stretch>
        </p:blipFill>
        <p:spPr/>
      </p:pic>
      <p:sp>
        <p:nvSpPr>
          <p:cNvPr id="12" name="Content Placeholder 11">
            <a:extLst>
              <a:ext uri="{FF2B5EF4-FFF2-40B4-BE49-F238E27FC236}">
                <a16:creationId xmlns:a16="http://schemas.microsoft.com/office/drawing/2014/main" id="{7934626F-E4BE-0D76-C493-DE08C9162886}"/>
              </a:ext>
            </a:extLst>
          </p:cNvPr>
          <p:cNvSpPr>
            <a:spLocks noGrp="1"/>
          </p:cNvSpPr>
          <p:nvPr>
            <p:ph idx="14"/>
          </p:nvPr>
        </p:nvSpPr>
        <p:spPr>
          <a:xfrm>
            <a:off x="6432296" y="4023360"/>
            <a:ext cx="2194560" cy="2286000"/>
          </a:xfrm>
        </p:spPr>
        <p:txBody>
          <a:bodyPr/>
          <a:lstStyle/>
          <a:p>
            <a:r>
              <a:rPr lang="en-US"/>
              <a:t>Bullet 1</a:t>
            </a:r>
          </a:p>
          <a:p>
            <a:pPr lvl="1"/>
            <a:r>
              <a:rPr lang="en-US"/>
              <a:t>Bullet 2</a:t>
            </a:r>
          </a:p>
          <a:p>
            <a:pPr lvl="2"/>
            <a:r>
              <a:rPr lang="en-US"/>
              <a:t>Bullet 3</a:t>
            </a:r>
          </a:p>
          <a:p>
            <a:endParaRPr lang="en-US"/>
          </a:p>
        </p:txBody>
      </p:sp>
      <p:pic>
        <p:nvPicPr>
          <p:cNvPr id="5" name="Picture Placeholder 2" descr="Image Placeholder">
            <a:extLst>
              <a:ext uri="{FF2B5EF4-FFF2-40B4-BE49-F238E27FC236}">
                <a16:creationId xmlns:a16="http://schemas.microsoft.com/office/drawing/2014/main" id="{3DDEEBD4-48FB-937B-44F0-A03A8CDA5463}"/>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l="5461" r="5461"/>
          <a:stretch>
            <a:fillRect/>
          </a:stretch>
        </p:blipFill>
        <p:spPr/>
      </p:pic>
      <p:sp>
        <p:nvSpPr>
          <p:cNvPr id="16" name="Content Placeholder 15">
            <a:extLst>
              <a:ext uri="{FF2B5EF4-FFF2-40B4-BE49-F238E27FC236}">
                <a16:creationId xmlns:a16="http://schemas.microsoft.com/office/drawing/2014/main" id="{45E24A43-7CB1-3BB2-9969-A5A6883C80CE}"/>
              </a:ext>
            </a:extLst>
          </p:cNvPr>
          <p:cNvSpPr>
            <a:spLocks noGrp="1"/>
          </p:cNvSpPr>
          <p:nvPr>
            <p:ph idx="18"/>
          </p:nvPr>
        </p:nvSpPr>
        <p:spPr>
          <a:xfrm>
            <a:off x="9342120" y="4023360"/>
            <a:ext cx="2194560" cy="2286000"/>
          </a:xfrm>
        </p:spPr>
        <p:txBody>
          <a:bodyPr/>
          <a:lstStyle/>
          <a:p>
            <a:r>
              <a:rPr lang="en-US"/>
              <a:t>Bullet 1</a:t>
            </a:r>
          </a:p>
          <a:p>
            <a:pPr lvl="1"/>
            <a:r>
              <a:rPr lang="en-US"/>
              <a:t>Bullet 2</a:t>
            </a:r>
          </a:p>
          <a:p>
            <a:pPr lvl="2"/>
            <a:r>
              <a:rPr lang="en-US"/>
              <a:t>Bullet 3</a:t>
            </a:r>
          </a:p>
          <a:p>
            <a:endParaRPr lang="en-US"/>
          </a:p>
        </p:txBody>
      </p:sp>
    </p:spTree>
    <p:extLst>
      <p:ext uri="{BB962C8B-B14F-4D97-AF65-F5344CB8AC3E}">
        <p14:creationId xmlns:p14="http://schemas.microsoft.com/office/powerpoint/2010/main" val="4242947805"/>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45BC6B0-12A6-DF75-9672-47C76F4E1371}"/>
              </a:ext>
            </a:extLst>
          </p:cNvPr>
          <p:cNvSpPr>
            <a:spLocks noGrp="1"/>
          </p:cNvSpPr>
          <p:nvPr>
            <p:ph type="title"/>
          </p:nvPr>
        </p:nvSpPr>
        <p:spPr/>
        <p:txBody>
          <a:bodyPr/>
          <a:lstStyle/>
          <a:p>
            <a:r>
              <a:rPr lang="en-US"/>
              <a:t>Title and content, 5 columns (text + images)</a:t>
            </a:r>
          </a:p>
        </p:txBody>
      </p:sp>
      <p:sp>
        <p:nvSpPr>
          <p:cNvPr id="10" name="Content Placeholder 9">
            <a:extLst>
              <a:ext uri="{FF2B5EF4-FFF2-40B4-BE49-F238E27FC236}">
                <a16:creationId xmlns:a16="http://schemas.microsoft.com/office/drawing/2014/main" id="{DCD32B38-AD82-9F29-1FB0-9B357C449401}"/>
              </a:ext>
            </a:extLst>
          </p:cNvPr>
          <p:cNvSpPr>
            <a:spLocks noGrp="1"/>
          </p:cNvSpPr>
          <p:nvPr>
            <p:ph idx="1"/>
          </p:nvPr>
        </p:nvSpPr>
        <p:spPr/>
        <p:txBody>
          <a:bodyPr/>
          <a:lstStyle/>
          <a:p>
            <a:r>
              <a:rPr lang="en-US"/>
              <a:t>Bullet 1</a:t>
            </a:r>
          </a:p>
          <a:p>
            <a:pPr lvl="1"/>
            <a:r>
              <a:rPr lang="en-US"/>
              <a:t>Bullet 2</a:t>
            </a:r>
          </a:p>
          <a:p>
            <a:pPr lvl="2"/>
            <a:r>
              <a:rPr lang="en-US"/>
              <a:t>Bullet 3</a:t>
            </a:r>
          </a:p>
          <a:p>
            <a:endParaRPr lang="en-US"/>
          </a:p>
        </p:txBody>
      </p:sp>
      <p:pic>
        <p:nvPicPr>
          <p:cNvPr id="2" name="Picture Placeholder 2" descr="Image Placeholder">
            <a:extLst>
              <a:ext uri="{FF2B5EF4-FFF2-40B4-BE49-F238E27FC236}">
                <a16:creationId xmlns:a16="http://schemas.microsoft.com/office/drawing/2014/main" id="{6BCB1BFE-C607-CD74-EED1-BB51CE85F952}"/>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13636" r="13636"/>
          <a:stretch/>
        </p:blipFill>
        <p:spPr/>
      </p:pic>
      <p:sp>
        <p:nvSpPr>
          <p:cNvPr id="11" name="Content Placeholder 10">
            <a:extLst>
              <a:ext uri="{FF2B5EF4-FFF2-40B4-BE49-F238E27FC236}">
                <a16:creationId xmlns:a16="http://schemas.microsoft.com/office/drawing/2014/main" id="{2EFCC738-9F00-846D-355E-B82750B31D6A}"/>
              </a:ext>
            </a:extLst>
          </p:cNvPr>
          <p:cNvSpPr>
            <a:spLocks noGrp="1"/>
          </p:cNvSpPr>
          <p:nvPr>
            <p:ph idx="13"/>
          </p:nvPr>
        </p:nvSpPr>
        <p:spPr/>
        <p:txBody>
          <a:bodyPr/>
          <a:lstStyle/>
          <a:p>
            <a:r>
              <a:rPr lang="en-US"/>
              <a:t>Bullet 1</a:t>
            </a:r>
          </a:p>
          <a:p>
            <a:pPr lvl="1"/>
            <a:r>
              <a:rPr lang="en-US"/>
              <a:t>Bullet 2</a:t>
            </a:r>
          </a:p>
          <a:p>
            <a:pPr lvl="2"/>
            <a:r>
              <a:rPr lang="en-US"/>
              <a:t>Bullet 3</a:t>
            </a:r>
          </a:p>
          <a:p>
            <a:endParaRPr lang="en-US"/>
          </a:p>
        </p:txBody>
      </p:sp>
      <p:pic>
        <p:nvPicPr>
          <p:cNvPr id="3" name="Picture Placeholder 2" descr="Image Placeholder">
            <a:extLst>
              <a:ext uri="{FF2B5EF4-FFF2-40B4-BE49-F238E27FC236}">
                <a16:creationId xmlns:a16="http://schemas.microsoft.com/office/drawing/2014/main" id="{87FE948E-2C83-BA49-9AA5-49BE68D124DE}"/>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13636" r="13636"/>
          <a:stretch/>
        </p:blipFill>
        <p:spPr/>
      </p:pic>
      <p:sp>
        <p:nvSpPr>
          <p:cNvPr id="12" name="Content Placeholder 11">
            <a:extLst>
              <a:ext uri="{FF2B5EF4-FFF2-40B4-BE49-F238E27FC236}">
                <a16:creationId xmlns:a16="http://schemas.microsoft.com/office/drawing/2014/main" id="{7934626F-E4BE-0D76-C493-DE08C9162886}"/>
              </a:ext>
            </a:extLst>
          </p:cNvPr>
          <p:cNvSpPr>
            <a:spLocks noGrp="1"/>
          </p:cNvSpPr>
          <p:nvPr>
            <p:ph idx="14"/>
          </p:nvPr>
        </p:nvSpPr>
        <p:spPr/>
        <p:txBody>
          <a:bodyPr/>
          <a:lstStyle/>
          <a:p>
            <a:r>
              <a:rPr lang="en-US"/>
              <a:t>Bullet 1</a:t>
            </a:r>
          </a:p>
          <a:p>
            <a:pPr lvl="1"/>
            <a:r>
              <a:rPr lang="en-US"/>
              <a:t>Bullet 2</a:t>
            </a:r>
          </a:p>
          <a:p>
            <a:pPr lvl="2"/>
            <a:r>
              <a:rPr lang="en-US"/>
              <a:t>Bullet 3</a:t>
            </a:r>
          </a:p>
          <a:p>
            <a:endParaRPr lang="en-US"/>
          </a:p>
        </p:txBody>
      </p:sp>
      <p:pic>
        <p:nvPicPr>
          <p:cNvPr id="4" name="Picture Placeholder 2" descr="Image Placeholder">
            <a:extLst>
              <a:ext uri="{FF2B5EF4-FFF2-40B4-BE49-F238E27FC236}">
                <a16:creationId xmlns:a16="http://schemas.microsoft.com/office/drawing/2014/main" id="{06010D76-B68C-E6EE-0DB6-9D2FA6D39438}"/>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l="13636" r="13636"/>
          <a:stretch/>
        </p:blipFill>
        <p:spPr/>
      </p:pic>
      <p:sp>
        <p:nvSpPr>
          <p:cNvPr id="16" name="Content Placeholder 15">
            <a:extLst>
              <a:ext uri="{FF2B5EF4-FFF2-40B4-BE49-F238E27FC236}">
                <a16:creationId xmlns:a16="http://schemas.microsoft.com/office/drawing/2014/main" id="{45E24A43-7CB1-3BB2-9969-A5A6883C80CE}"/>
              </a:ext>
            </a:extLst>
          </p:cNvPr>
          <p:cNvSpPr>
            <a:spLocks noGrp="1"/>
          </p:cNvSpPr>
          <p:nvPr>
            <p:ph idx="18"/>
          </p:nvPr>
        </p:nvSpPr>
        <p:spPr/>
        <p:txBody>
          <a:bodyPr/>
          <a:lstStyle/>
          <a:p>
            <a:r>
              <a:rPr lang="en-US"/>
              <a:t>Bullet 1</a:t>
            </a:r>
          </a:p>
          <a:p>
            <a:pPr lvl="1"/>
            <a:r>
              <a:rPr lang="en-US"/>
              <a:t>Bullet 2</a:t>
            </a:r>
          </a:p>
          <a:p>
            <a:pPr lvl="2"/>
            <a:r>
              <a:rPr lang="en-US"/>
              <a:t>Bullet 3</a:t>
            </a:r>
          </a:p>
          <a:p>
            <a:endParaRPr lang="en-US"/>
          </a:p>
        </p:txBody>
      </p:sp>
      <p:pic>
        <p:nvPicPr>
          <p:cNvPr id="5" name="Picture Placeholder 2" descr="Image Placeholder">
            <a:extLst>
              <a:ext uri="{FF2B5EF4-FFF2-40B4-BE49-F238E27FC236}">
                <a16:creationId xmlns:a16="http://schemas.microsoft.com/office/drawing/2014/main" id="{3DDEEBD4-48FB-937B-44F0-A03A8CDA5463}"/>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l="13636" r="13636"/>
          <a:stretch/>
        </p:blipFill>
        <p:spPr/>
      </p:pic>
      <p:sp>
        <p:nvSpPr>
          <p:cNvPr id="7" name="Content Placeholder 6">
            <a:extLst>
              <a:ext uri="{FF2B5EF4-FFF2-40B4-BE49-F238E27FC236}">
                <a16:creationId xmlns:a16="http://schemas.microsoft.com/office/drawing/2014/main" id="{F9C9F0A2-7A6E-1209-A63B-C3D09C9828CB}"/>
              </a:ext>
            </a:extLst>
          </p:cNvPr>
          <p:cNvSpPr>
            <a:spLocks noGrp="1"/>
          </p:cNvSpPr>
          <p:nvPr>
            <p:ph idx="21"/>
          </p:nvPr>
        </p:nvSpPr>
        <p:spPr/>
        <p:txBody>
          <a:bodyPr/>
          <a:lstStyle/>
          <a:p>
            <a:r>
              <a:rPr lang="en-US"/>
              <a:t>Bullet 1</a:t>
            </a:r>
          </a:p>
          <a:p>
            <a:pPr lvl="1"/>
            <a:r>
              <a:rPr lang="en-US"/>
              <a:t>Bullet 2</a:t>
            </a:r>
          </a:p>
          <a:p>
            <a:pPr lvl="2"/>
            <a:r>
              <a:rPr lang="en-US"/>
              <a:t>Bullet 3</a:t>
            </a:r>
          </a:p>
          <a:p>
            <a:endParaRPr lang="en-US"/>
          </a:p>
          <a:p>
            <a:endParaRPr lang="en-US"/>
          </a:p>
        </p:txBody>
      </p:sp>
      <p:pic>
        <p:nvPicPr>
          <p:cNvPr id="8" name="Picture Placeholder 2" descr="Image Placeholder">
            <a:extLst>
              <a:ext uri="{FF2B5EF4-FFF2-40B4-BE49-F238E27FC236}">
                <a16:creationId xmlns:a16="http://schemas.microsoft.com/office/drawing/2014/main" id="{1B10346E-F33B-DFD8-EC47-95E4CC873588}"/>
              </a:ext>
            </a:extLst>
          </p:cNvPr>
          <p:cNvPicPr>
            <a:picLocks noGrp="1" noChangeAspect="1"/>
          </p:cNvPicPr>
          <p:nvPr>
            <p:ph type="pic" sz="quarter" idx="20"/>
          </p:nvPr>
        </p:nvPicPr>
        <p:blipFill>
          <a:blip r:embed="rId2">
            <a:extLst>
              <a:ext uri="{28A0092B-C50C-407E-A947-70E740481C1C}">
                <a14:useLocalDpi xmlns:a14="http://schemas.microsoft.com/office/drawing/2010/main" val="0"/>
              </a:ext>
            </a:extLst>
          </a:blip>
          <a:srcRect l="13636" r="13636"/>
          <a:stretch/>
        </p:blipFill>
        <p:spPr/>
      </p:pic>
    </p:spTree>
    <p:extLst>
      <p:ext uri="{BB962C8B-B14F-4D97-AF65-F5344CB8AC3E}">
        <p14:creationId xmlns:p14="http://schemas.microsoft.com/office/powerpoint/2010/main" val="4176090698"/>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73397-B4C7-60EF-C2EC-CE98C2C54CFB}"/>
              </a:ext>
            </a:extLst>
          </p:cNvPr>
          <p:cNvSpPr>
            <a:spLocks noGrp="1"/>
          </p:cNvSpPr>
          <p:nvPr>
            <p:ph type="title"/>
          </p:nvPr>
        </p:nvSpPr>
        <p:spPr>
          <a:xfrm>
            <a:off x="609600" y="264085"/>
            <a:ext cx="10972800" cy="946389"/>
          </a:xfrm>
        </p:spPr>
        <p:txBody>
          <a:bodyPr/>
          <a:lstStyle/>
          <a:p>
            <a:r>
              <a:rPr lang="en-US"/>
              <a:t>Title and content, 2 columns (image + title)</a:t>
            </a:r>
          </a:p>
        </p:txBody>
      </p:sp>
      <p:sp>
        <p:nvSpPr>
          <p:cNvPr id="5" name="Content Placeholder 4">
            <a:extLst>
              <a:ext uri="{FF2B5EF4-FFF2-40B4-BE49-F238E27FC236}">
                <a16:creationId xmlns:a16="http://schemas.microsoft.com/office/drawing/2014/main" id="{86ACB5A5-2879-9757-D77A-DA6D746856CE}"/>
              </a:ext>
            </a:extLst>
          </p:cNvPr>
          <p:cNvSpPr>
            <a:spLocks noGrp="1"/>
          </p:cNvSpPr>
          <p:nvPr>
            <p:ph type="body" sz="quarter" idx="12"/>
          </p:nvPr>
        </p:nvSpPr>
        <p:spPr>
          <a:xfrm>
            <a:off x="609600" y="1566127"/>
            <a:ext cx="4846320" cy="342466"/>
          </a:xfrm>
        </p:spPr>
        <p:txBody>
          <a:bodyPr/>
          <a:lstStyle/>
          <a:p>
            <a:r>
              <a:rPr lang="en-US"/>
              <a:t>Column 1 title</a:t>
            </a:r>
          </a:p>
        </p:txBody>
      </p:sp>
      <p:pic>
        <p:nvPicPr>
          <p:cNvPr id="2" name="Picture Placeholder 2" descr="Image Placeholder">
            <a:extLst>
              <a:ext uri="{FF2B5EF4-FFF2-40B4-BE49-F238E27FC236}">
                <a16:creationId xmlns:a16="http://schemas.microsoft.com/office/drawing/2014/main" id="{2071C721-DE93-5F19-8A00-88C3AAC4FC6E}"/>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9260" b="9260"/>
          <a:stretch>
            <a:fillRect/>
          </a:stretch>
        </p:blipFill>
        <p:spPr/>
      </p:pic>
      <p:sp>
        <p:nvSpPr>
          <p:cNvPr id="6" name="Content Placeholder 5">
            <a:extLst>
              <a:ext uri="{FF2B5EF4-FFF2-40B4-BE49-F238E27FC236}">
                <a16:creationId xmlns:a16="http://schemas.microsoft.com/office/drawing/2014/main" id="{DE3CD773-A0BC-7894-87A8-2E6F9F472364}"/>
              </a:ext>
            </a:extLst>
          </p:cNvPr>
          <p:cNvSpPr>
            <a:spLocks noGrp="1"/>
          </p:cNvSpPr>
          <p:nvPr>
            <p:ph type="body" sz="quarter" idx="13"/>
          </p:nvPr>
        </p:nvSpPr>
        <p:spPr>
          <a:xfrm>
            <a:off x="6644640" y="1566127"/>
            <a:ext cx="4846320" cy="342466"/>
          </a:xfrm>
        </p:spPr>
        <p:txBody>
          <a:bodyPr/>
          <a:lstStyle/>
          <a:p>
            <a:r>
              <a:rPr lang="en-US"/>
              <a:t>Column 2 title</a:t>
            </a:r>
          </a:p>
        </p:txBody>
      </p:sp>
      <p:pic>
        <p:nvPicPr>
          <p:cNvPr id="3" name="Picture Placeholder 2" descr="Image Placeholder">
            <a:extLst>
              <a:ext uri="{FF2B5EF4-FFF2-40B4-BE49-F238E27FC236}">
                <a16:creationId xmlns:a16="http://schemas.microsoft.com/office/drawing/2014/main" id="{D54A3E48-79A8-F623-7D95-8F34E20560A3}"/>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9260" b="9260"/>
          <a:stretch>
            <a:fillRect/>
          </a:stretch>
        </p:blipFill>
        <p:spPr/>
      </p:pic>
    </p:spTree>
    <p:extLst>
      <p:ext uri="{BB962C8B-B14F-4D97-AF65-F5344CB8AC3E}">
        <p14:creationId xmlns:p14="http://schemas.microsoft.com/office/powerpoint/2010/main" val="3091875692"/>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73397-B4C7-60EF-C2EC-CE98C2C54CFB}"/>
              </a:ext>
            </a:extLst>
          </p:cNvPr>
          <p:cNvSpPr>
            <a:spLocks noGrp="1"/>
          </p:cNvSpPr>
          <p:nvPr>
            <p:ph type="title"/>
          </p:nvPr>
        </p:nvSpPr>
        <p:spPr/>
        <p:txBody>
          <a:bodyPr/>
          <a:lstStyle/>
          <a:p>
            <a:r>
              <a:rPr lang="en-US"/>
              <a:t>Title and content, 3 columns (image + title)</a:t>
            </a:r>
          </a:p>
        </p:txBody>
      </p:sp>
      <p:sp>
        <p:nvSpPr>
          <p:cNvPr id="5" name="Content Placeholder 4">
            <a:extLst>
              <a:ext uri="{FF2B5EF4-FFF2-40B4-BE49-F238E27FC236}">
                <a16:creationId xmlns:a16="http://schemas.microsoft.com/office/drawing/2014/main" id="{86ACB5A5-2879-9757-D77A-DA6D746856CE}"/>
              </a:ext>
            </a:extLst>
          </p:cNvPr>
          <p:cNvSpPr>
            <a:spLocks noGrp="1"/>
          </p:cNvSpPr>
          <p:nvPr>
            <p:ph type="body" sz="quarter" idx="13"/>
          </p:nvPr>
        </p:nvSpPr>
        <p:spPr/>
        <p:txBody>
          <a:bodyPr/>
          <a:lstStyle/>
          <a:p>
            <a:r>
              <a:rPr lang="en-US"/>
              <a:t>Column 1 title</a:t>
            </a:r>
          </a:p>
        </p:txBody>
      </p:sp>
      <p:pic>
        <p:nvPicPr>
          <p:cNvPr id="3" name="Picture Placeholder 2" descr="Image Placeholder">
            <a:extLst>
              <a:ext uri="{FF2B5EF4-FFF2-40B4-BE49-F238E27FC236}">
                <a16:creationId xmlns:a16="http://schemas.microsoft.com/office/drawing/2014/main" id="{3616DC3F-0700-225B-641F-40625ECB670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9530" r="9530"/>
          <a:stretch>
            <a:fillRect/>
          </a:stretch>
        </p:blipFill>
        <p:spPr/>
      </p:pic>
      <p:sp>
        <p:nvSpPr>
          <p:cNvPr id="6" name="Content Placeholder 5">
            <a:extLst>
              <a:ext uri="{FF2B5EF4-FFF2-40B4-BE49-F238E27FC236}">
                <a16:creationId xmlns:a16="http://schemas.microsoft.com/office/drawing/2014/main" id="{DE3CD773-A0BC-7894-87A8-2E6F9F472364}"/>
              </a:ext>
            </a:extLst>
          </p:cNvPr>
          <p:cNvSpPr>
            <a:spLocks noGrp="1"/>
          </p:cNvSpPr>
          <p:nvPr>
            <p:ph type="body" sz="quarter" idx="14"/>
          </p:nvPr>
        </p:nvSpPr>
        <p:spPr/>
        <p:txBody>
          <a:bodyPr/>
          <a:lstStyle/>
          <a:p>
            <a:r>
              <a:rPr lang="en-US"/>
              <a:t>Column 2 title</a:t>
            </a:r>
          </a:p>
        </p:txBody>
      </p:sp>
      <p:pic>
        <p:nvPicPr>
          <p:cNvPr id="7" name="Picture Placeholder 2" descr="Image Placeholder">
            <a:extLst>
              <a:ext uri="{FF2B5EF4-FFF2-40B4-BE49-F238E27FC236}">
                <a16:creationId xmlns:a16="http://schemas.microsoft.com/office/drawing/2014/main" id="{0720E116-1093-F4CE-B49E-12C993FC8082}"/>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9550" r="9550"/>
          <a:stretch>
            <a:fillRect/>
          </a:stretch>
        </p:blipFill>
        <p:spPr/>
      </p:pic>
      <p:sp>
        <p:nvSpPr>
          <p:cNvPr id="2" name="Content Placeholder 1">
            <a:extLst>
              <a:ext uri="{FF2B5EF4-FFF2-40B4-BE49-F238E27FC236}">
                <a16:creationId xmlns:a16="http://schemas.microsoft.com/office/drawing/2014/main" id="{673BF477-179E-4128-80AA-46E50686B7B3}"/>
              </a:ext>
            </a:extLst>
          </p:cNvPr>
          <p:cNvSpPr>
            <a:spLocks noGrp="1"/>
          </p:cNvSpPr>
          <p:nvPr>
            <p:ph type="body" sz="quarter" idx="15"/>
          </p:nvPr>
        </p:nvSpPr>
        <p:spPr/>
        <p:txBody>
          <a:bodyPr/>
          <a:lstStyle/>
          <a:p>
            <a:r>
              <a:rPr lang="en-US"/>
              <a:t>Column 3 title</a:t>
            </a:r>
          </a:p>
        </p:txBody>
      </p:sp>
      <p:pic>
        <p:nvPicPr>
          <p:cNvPr id="8" name="Picture Placeholder 2" descr="Image Placeholder">
            <a:extLst>
              <a:ext uri="{FF2B5EF4-FFF2-40B4-BE49-F238E27FC236}">
                <a16:creationId xmlns:a16="http://schemas.microsoft.com/office/drawing/2014/main" id="{00C63744-987F-D17B-5BA7-208FB8FB53FE}"/>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9530" r="9530"/>
          <a:stretch>
            <a:fillRect/>
          </a:stretch>
        </p:blipFill>
        <p:spPr/>
      </p:pic>
    </p:spTree>
    <p:extLst>
      <p:ext uri="{BB962C8B-B14F-4D97-AF65-F5344CB8AC3E}">
        <p14:creationId xmlns:p14="http://schemas.microsoft.com/office/powerpoint/2010/main" val="3397093291"/>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73397-B4C7-60EF-C2EC-CE98C2C54CFB}"/>
              </a:ext>
            </a:extLst>
          </p:cNvPr>
          <p:cNvSpPr>
            <a:spLocks noGrp="1"/>
          </p:cNvSpPr>
          <p:nvPr>
            <p:ph type="title"/>
          </p:nvPr>
        </p:nvSpPr>
        <p:spPr/>
        <p:txBody>
          <a:bodyPr/>
          <a:lstStyle/>
          <a:p>
            <a:r>
              <a:rPr lang="en-US"/>
              <a:t>Title and content, 4 columns (image + title)</a:t>
            </a:r>
          </a:p>
        </p:txBody>
      </p:sp>
      <p:sp>
        <p:nvSpPr>
          <p:cNvPr id="5" name="Content Placeholder 4">
            <a:extLst>
              <a:ext uri="{FF2B5EF4-FFF2-40B4-BE49-F238E27FC236}">
                <a16:creationId xmlns:a16="http://schemas.microsoft.com/office/drawing/2014/main" id="{86ACB5A5-2879-9757-D77A-DA6D746856CE}"/>
              </a:ext>
            </a:extLst>
          </p:cNvPr>
          <p:cNvSpPr>
            <a:spLocks noGrp="1"/>
          </p:cNvSpPr>
          <p:nvPr>
            <p:ph type="body" sz="quarter" idx="14"/>
          </p:nvPr>
        </p:nvSpPr>
        <p:spPr/>
        <p:txBody>
          <a:bodyPr/>
          <a:lstStyle/>
          <a:p>
            <a:r>
              <a:rPr lang="en-US"/>
              <a:t>Column 1 title</a:t>
            </a:r>
          </a:p>
        </p:txBody>
      </p:sp>
      <p:pic>
        <p:nvPicPr>
          <p:cNvPr id="9" name="Picture Placeholder 2" descr="Image Placeholder">
            <a:extLst>
              <a:ext uri="{FF2B5EF4-FFF2-40B4-BE49-F238E27FC236}">
                <a16:creationId xmlns:a16="http://schemas.microsoft.com/office/drawing/2014/main" id="{72DA905F-0A04-1FF1-7B5F-CFF6FA63ED85}"/>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2159" r="22159"/>
          <a:stretch>
            <a:fillRect/>
          </a:stretch>
        </p:blipFill>
        <p:spPr/>
      </p:pic>
      <p:sp>
        <p:nvSpPr>
          <p:cNvPr id="6" name="Content Placeholder 5">
            <a:extLst>
              <a:ext uri="{FF2B5EF4-FFF2-40B4-BE49-F238E27FC236}">
                <a16:creationId xmlns:a16="http://schemas.microsoft.com/office/drawing/2014/main" id="{DE3CD773-A0BC-7894-87A8-2E6F9F472364}"/>
              </a:ext>
            </a:extLst>
          </p:cNvPr>
          <p:cNvSpPr>
            <a:spLocks noGrp="1"/>
          </p:cNvSpPr>
          <p:nvPr>
            <p:ph type="body" sz="quarter" idx="15"/>
          </p:nvPr>
        </p:nvSpPr>
        <p:spPr/>
        <p:txBody>
          <a:bodyPr/>
          <a:lstStyle/>
          <a:p>
            <a:r>
              <a:rPr lang="en-US"/>
              <a:t>Column 2 title</a:t>
            </a:r>
          </a:p>
        </p:txBody>
      </p:sp>
      <p:pic>
        <p:nvPicPr>
          <p:cNvPr id="10" name="Picture Placeholder 2" descr="Image Placeholder">
            <a:extLst>
              <a:ext uri="{FF2B5EF4-FFF2-40B4-BE49-F238E27FC236}">
                <a16:creationId xmlns:a16="http://schemas.microsoft.com/office/drawing/2014/main" id="{3D9AA905-C2EC-E9B7-AD2C-AB97EA306997}"/>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22159" r="22159"/>
          <a:stretch>
            <a:fillRect/>
          </a:stretch>
        </p:blipFill>
        <p:spPr/>
      </p:pic>
      <p:sp>
        <p:nvSpPr>
          <p:cNvPr id="2" name="Content Placeholder 1">
            <a:extLst>
              <a:ext uri="{FF2B5EF4-FFF2-40B4-BE49-F238E27FC236}">
                <a16:creationId xmlns:a16="http://schemas.microsoft.com/office/drawing/2014/main" id="{673BF477-179E-4128-80AA-46E50686B7B3}"/>
              </a:ext>
            </a:extLst>
          </p:cNvPr>
          <p:cNvSpPr>
            <a:spLocks noGrp="1"/>
          </p:cNvSpPr>
          <p:nvPr>
            <p:ph type="body" sz="quarter" idx="16"/>
          </p:nvPr>
        </p:nvSpPr>
        <p:spPr/>
        <p:txBody>
          <a:bodyPr/>
          <a:lstStyle/>
          <a:p>
            <a:r>
              <a:rPr lang="en-US"/>
              <a:t>Column 3 title</a:t>
            </a:r>
          </a:p>
        </p:txBody>
      </p:sp>
      <p:pic>
        <p:nvPicPr>
          <p:cNvPr id="11" name="Picture Placeholder 2" descr="Image Placeholder">
            <a:extLst>
              <a:ext uri="{FF2B5EF4-FFF2-40B4-BE49-F238E27FC236}">
                <a16:creationId xmlns:a16="http://schemas.microsoft.com/office/drawing/2014/main" id="{4666E618-967E-0172-D39B-44010C8E751B}"/>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22159" r="22159"/>
          <a:stretch>
            <a:fillRect/>
          </a:stretch>
        </p:blipFill>
        <p:spPr/>
      </p:pic>
      <p:sp>
        <p:nvSpPr>
          <p:cNvPr id="13" name="Text Placeholder 12">
            <a:extLst>
              <a:ext uri="{FF2B5EF4-FFF2-40B4-BE49-F238E27FC236}">
                <a16:creationId xmlns:a16="http://schemas.microsoft.com/office/drawing/2014/main" id="{4FE42045-232D-7794-2B15-11BA9BBD2D43}"/>
              </a:ext>
            </a:extLst>
          </p:cNvPr>
          <p:cNvSpPr>
            <a:spLocks noGrp="1"/>
          </p:cNvSpPr>
          <p:nvPr>
            <p:ph type="body" sz="quarter" idx="17"/>
          </p:nvPr>
        </p:nvSpPr>
        <p:spPr>
          <a:xfrm>
            <a:off x="9342120" y="1581772"/>
            <a:ext cx="2240280" cy="311175"/>
          </a:xfrm>
        </p:spPr>
        <p:txBody>
          <a:bodyPr/>
          <a:lstStyle/>
          <a:p>
            <a:r>
              <a:rPr lang="en-US"/>
              <a:t>Column 4 title</a:t>
            </a:r>
          </a:p>
        </p:txBody>
      </p:sp>
      <p:pic>
        <p:nvPicPr>
          <p:cNvPr id="14" name="Picture Placeholder 2" descr="Image Placeholder">
            <a:extLst>
              <a:ext uri="{FF2B5EF4-FFF2-40B4-BE49-F238E27FC236}">
                <a16:creationId xmlns:a16="http://schemas.microsoft.com/office/drawing/2014/main" id="{1EA546DF-719F-2CE2-CA6B-1034C3531DF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2159" r="22159"/>
          <a:stretch>
            <a:fillRect/>
          </a:stretch>
        </p:blipFill>
        <p:spPr/>
      </p:pic>
    </p:spTree>
    <p:extLst>
      <p:ext uri="{BB962C8B-B14F-4D97-AF65-F5344CB8AC3E}">
        <p14:creationId xmlns:p14="http://schemas.microsoft.com/office/powerpoint/2010/main" val="668574398"/>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673397-B4C7-60EF-C2EC-CE98C2C54CFB}"/>
              </a:ext>
            </a:extLst>
          </p:cNvPr>
          <p:cNvSpPr>
            <a:spLocks noGrp="1"/>
          </p:cNvSpPr>
          <p:nvPr>
            <p:ph type="title"/>
          </p:nvPr>
        </p:nvSpPr>
        <p:spPr/>
        <p:txBody>
          <a:bodyPr/>
          <a:lstStyle/>
          <a:p>
            <a:r>
              <a:rPr lang="en-US"/>
              <a:t>Title and content, 5 columns (image + title) </a:t>
            </a:r>
          </a:p>
        </p:txBody>
      </p:sp>
      <p:sp>
        <p:nvSpPr>
          <p:cNvPr id="5" name="Content Placeholder 4">
            <a:extLst>
              <a:ext uri="{FF2B5EF4-FFF2-40B4-BE49-F238E27FC236}">
                <a16:creationId xmlns:a16="http://schemas.microsoft.com/office/drawing/2014/main" id="{86ACB5A5-2879-9757-D77A-DA6D746856CE}"/>
              </a:ext>
            </a:extLst>
          </p:cNvPr>
          <p:cNvSpPr>
            <a:spLocks noGrp="1"/>
          </p:cNvSpPr>
          <p:nvPr>
            <p:ph type="body" sz="quarter" idx="14"/>
          </p:nvPr>
        </p:nvSpPr>
        <p:spPr/>
        <p:txBody>
          <a:bodyPr/>
          <a:lstStyle/>
          <a:p>
            <a:r>
              <a:rPr lang="en-US"/>
              <a:t>Column 1 title</a:t>
            </a:r>
          </a:p>
        </p:txBody>
      </p:sp>
      <p:pic>
        <p:nvPicPr>
          <p:cNvPr id="3" name="Picture Placeholder 2" descr="Image Placeholder">
            <a:extLst>
              <a:ext uri="{FF2B5EF4-FFF2-40B4-BE49-F238E27FC236}">
                <a16:creationId xmlns:a16="http://schemas.microsoft.com/office/drawing/2014/main" id="{C31C52A0-F5AA-C73E-43B6-1AA33163A26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7269" r="27269"/>
          <a:stretch/>
        </p:blipFill>
        <p:spPr/>
      </p:pic>
      <p:sp>
        <p:nvSpPr>
          <p:cNvPr id="6" name="Content Placeholder 5">
            <a:extLst>
              <a:ext uri="{FF2B5EF4-FFF2-40B4-BE49-F238E27FC236}">
                <a16:creationId xmlns:a16="http://schemas.microsoft.com/office/drawing/2014/main" id="{DE3CD773-A0BC-7894-87A8-2E6F9F472364}"/>
              </a:ext>
            </a:extLst>
          </p:cNvPr>
          <p:cNvSpPr>
            <a:spLocks noGrp="1"/>
          </p:cNvSpPr>
          <p:nvPr>
            <p:ph type="body" sz="quarter" idx="15"/>
          </p:nvPr>
        </p:nvSpPr>
        <p:spPr/>
        <p:txBody>
          <a:bodyPr/>
          <a:lstStyle/>
          <a:p>
            <a:r>
              <a:rPr lang="en-US"/>
              <a:t>Column 2 title</a:t>
            </a:r>
          </a:p>
        </p:txBody>
      </p:sp>
      <p:pic>
        <p:nvPicPr>
          <p:cNvPr id="7" name="Picture Placeholder 2" descr="Image Placeholder">
            <a:extLst>
              <a:ext uri="{FF2B5EF4-FFF2-40B4-BE49-F238E27FC236}">
                <a16:creationId xmlns:a16="http://schemas.microsoft.com/office/drawing/2014/main" id="{51BE8D0D-2723-F0A7-267B-477C9BE7107F}"/>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27269" r="27269"/>
          <a:stretch/>
        </p:blipFill>
        <p:spPr/>
      </p:pic>
      <p:sp>
        <p:nvSpPr>
          <p:cNvPr id="2" name="Content Placeholder 1">
            <a:extLst>
              <a:ext uri="{FF2B5EF4-FFF2-40B4-BE49-F238E27FC236}">
                <a16:creationId xmlns:a16="http://schemas.microsoft.com/office/drawing/2014/main" id="{673BF477-179E-4128-80AA-46E50686B7B3}"/>
              </a:ext>
            </a:extLst>
          </p:cNvPr>
          <p:cNvSpPr>
            <a:spLocks noGrp="1"/>
          </p:cNvSpPr>
          <p:nvPr>
            <p:ph type="body" sz="quarter" idx="16"/>
          </p:nvPr>
        </p:nvSpPr>
        <p:spPr/>
        <p:txBody>
          <a:bodyPr/>
          <a:lstStyle/>
          <a:p>
            <a:r>
              <a:rPr lang="en-US"/>
              <a:t>Column 3 title</a:t>
            </a:r>
          </a:p>
        </p:txBody>
      </p:sp>
      <p:pic>
        <p:nvPicPr>
          <p:cNvPr id="8" name="Picture Placeholder 2" descr="Image Placeholder">
            <a:extLst>
              <a:ext uri="{FF2B5EF4-FFF2-40B4-BE49-F238E27FC236}">
                <a16:creationId xmlns:a16="http://schemas.microsoft.com/office/drawing/2014/main" id="{61931981-F882-8AEF-BD97-DB27A8325450}"/>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27269" r="27269"/>
          <a:stretch/>
        </p:blipFill>
        <p:spPr/>
      </p:pic>
      <p:sp>
        <p:nvSpPr>
          <p:cNvPr id="13" name="Text Placeholder 12">
            <a:extLst>
              <a:ext uri="{FF2B5EF4-FFF2-40B4-BE49-F238E27FC236}">
                <a16:creationId xmlns:a16="http://schemas.microsoft.com/office/drawing/2014/main" id="{4FE42045-232D-7794-2B15-11BA9BBD2D43}"/>
              </a:ext>
            </a:extLst>
          </p:cNvPr>
          <p:cNvSpPr>
            <a:spLocks noGrp="1"/>
          </p:cNvSpPr>
          <p:nvPr>
            <p:ph type="body" sz="quarter" idx="17"/>
          </p:nvPr>
        </p:nvSpPr>
        <p:spPr/>
        <p:txBody>
          <a:bodyPr/>
          <a:lstStyle/>
          <a:p>
            <a:r>
              <a:rPr lang="en-US"/>
              <a:t>Column 4 title</a:t>
            </a:r>
          </a:p>
        </p:txBody>
      </p:sp>
      <p:pic>
        <p:nvPicPr>
          <p:cNvPr id="12" name="Picture Placeholder 2" descr="Image Placeholder">
            <a:extLst>
              <a:ext uri="{FF2B5EF4-FFF2-40B4-BE49-F238E27FC236}">
                <a16:creationId xmlns:a16="http://schemas.microsoft.com/office/drawing/2014/main" id="{88739EDD-6D1A-9284-4938-EEF9CC0EAE9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7269" r="27269"/>
          <a:stretch/>
        </p:blipFill>
        <p:spPr/>
      </p:pic>
      <p:sp>
        <p:nvSpPr>
          <p:cNvPr id="9" name="Text Placeholder 8">
            <a:extLst>
              <a:ext uri="{FF2B5EF4-FFF2-40B4-BE49-F238E27FC236}">
                <a16:creationId xmlns:a16="http://schemas.microsoft.com/office/drawing/2014/main" id="{70044EDD-F614-0551-5A90-DE60650B2486}"/>
              </a:ext>
            </a:extLst>
          </p:cNvPr>
          <p:cNvSpPr>
            <a:spLocks noGrp="1"/>
          </p:cNvSpPr>
          <p:nvPr>
            <p:ph type="body" sz="quarter" idx="21"/>
          </p:nvPr>
        </p:nvSpPr>
        <p:spPr/>
        <p:txBody>
          <a:bodyPr/>
          <a:lstStyle/>
          <a:p>
            <a:r>
              <a:rPr lang="en-US"/>
              <a:t>Column 5 title</a:t>
            </a:r>
          </a:p>
        </p:txBody>
      </p:sp>
      <p:pic>
        <p:nvPicPr>
          <p:cNvPr id="11" name="Picture Placeholder 2" descr="Image Placeholder">
            <a:extLst>
              <a:ext uri="{FF2B5EF4-FFF2-40B4-BE49-F238E27FC236}">
                <a16:creationId xmlns:a16="http://schemas.microsoft.com/office/drawing/2014/main" id="{D2545216-4E43-29BF-DDE8-56A6475C2131}"/>
              </a:ext>
            </a:extLst>
          </p:cNvPr>
          <p:cNvPicPr>
            <a:picLocks noGrp="1" noChangeAspect="1"/>
          </p:cNvPicPr>
          <p:nvPr>
            <p:ph type="pic" sz="quarter" idx="22"/>
          </p:nvPr>
        </p:nvPicPr>
        <p:blipFill>
          <a:blip r:embed="rId2">
            <a:extLst>
              <a:ext uri="{28A0092B-C50C-407E-A947-70E740481C1C}">
                <a14:useLocalDpi xmlns:a14="http://schemas.microsoft.com/office/drawing/2010/main" val="0"/>
              </a:ext>
            </a:extLst>
          </a:blip>
          <a:srcRect l="27269" r="27269"/>
          <a:stretch/>
        </p:blipFill>
        <p:spPr/>
      </p:pic>
    </p:spTree>
    <p:extLst>
      <p:ext uri="{BB962C8B-B14F-4D97-AF65-F5344CB8AC3E}">
        <p14:creationId xmlns:p14="http://schemas.microsoft.com/office/powerpoint/2010/main" val="3983307965"/>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3C38AB-9134-54D5-E2BB-67F649FDDAE2}"/>
              </a:ext>
            </a:extLst>
          </p:cNvPr>
          <p:cNvSpPr>
            <a:spLocks noGrp="1"/>
          </p:cNvSpPr>
          <p:nvPr>
            <p:ph type="title"/>
          </p:nvPr>
        </p:nvSpPr>
        <p:spPr>
          <a:xfrm>
            <a:off x="609600" y="264085"/>
            <a:ext cx="10972800" cy="946389"/>
          </a:xfrm>
        </p:spPr>
        <p:txBody>
          <a:bodyPr/>
          <a:lstStyle/>
          <a:p>
            <a:r>
              <a:rPr lang="en-US"/>
              <a:t>1 x 1 image only</a:t>
            </a:r>
          </a:p>
        </p:txBody>
      </p:sp>
      <p:pic>
        <p:nvPicPr>
          <p:cNvPr id="2" name="Picture Placeholder 2" descr="Image Placeholder">
            <a:extLst>
              <a:ext uri="{FF2B5EF4-FFF2-40B4-BE49-F238E27FC236}">
                <a16:creationId xmlns:a16="http://schemas.microsoft.com/office/drawing/2014/main" id="{8E17CEE9-CD2F-17DF-9157-32380DB0C3B2}"/>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29167" b="29167"/>
          <a:stretch>
            <a:fillRect/>
          </a:stretch>
        </p:blipFill>
        <p:spPr/>
      </p:pic>
    </p:spTree>
    <p:extLst>
      <p:ext uri="{BB962C8B-B14F-4D97-AF65-F5344CB8AC3E}">
        <p14:creationId xmlns:p14="http://schemas.microsoft.com/office/powerpoint/2010/main" val="3777418301"/>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CEA603-C6C2-FCB2-9A19-6D382F0D33CC}"/>
              </a:ext>
            </a:extLst>
          </p:cNvPr>
          <p:cNvSpPr>
            <a:spLocks noGrp="1"/>
          </p:cNvSpPr>
          <p:nvPr>
            <p:ph type="title"/>
          </p:nvPr>
        </p:nvSpPr>
        <p:spPr>
          <a:xfrm>
            <a:off x="609600" y="264085"/>
            <a:ext cx="10972800" cy="946389"/>
          </a:xfrm>
        </p:spPr>
        <p:txBody>
          <a:bodyPr/>
          <a:lstStyle/>
          <a:p>
            <a:r>
              <a:rPr lang="en-US"/>
              <a:t>2 x 2 images only</a:t>
            </a:r>
          </a:p>
        </p:txBody>
      </p:sp>
      <p:pic>
        <p:nvPicPr>
          <p:cNvPr id="12" name="Picture Placeholder 11" descr="Image Placeholder">
            <a:extLst>
              <a:ext uri="{FF2B5EF4-FFF2-40B4-BE49-F238E27FC236}">
                <a16:creationId xmlns:a16="http://schemas.microsoft.com/office/drawing/2014/main" id="{E5CC2015-ECF8-A4B3-0B97-B96342A84B7F}"/>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29167" b="29167"/>
          <a:stretch>
            <a:fillRect/>
          </a:stretch>
        </p:blipFill>
        <p:spPr/>
      </p:pic>
      <p:pic>
        <p:nvPicPr>
          <p:cNvPr id="2" name="Picture Placeholder 2" descr="Image Placeholder">
            <a:extLst>
              <a:ext uri="{FF2B5EF4-FFF2-40B4-BE49-F238E27FC236}">
                <a16:creationId xmlns:a16="http://schemas.microsoft.com/office/drawing/2014/main" id="{23299155-8559-967D-08A3-72EAD7D58D28}"/>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t="29167" b="29167"/>
          <a:stretch>
            <a:fillRect/>
          </a:stretch>
        </p:blipFill>
        <p:spPr/>
      </p:pic>
      <p:pic>
        <p:nvPicPr>
          <p:cNvPr id="4" name="Picture Placeholder 2" descr="Image Placeholder">
            <a:extLst>
              <a:ext uri="{FF2B5EF4-FFF2-40B4-BE49-F238E27FC236}">
                <a16:creationId xmlns:a16="http://schemas.microsoft.com/office/drawing/2014/main" id="{971C2706-A52A-BF71-64A9-961E69D85D5F}"/>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29167" b="29167"/>
          <a:stretch>
            <a:fillRect/>
          </a:stretch>
        </p:blipFill>
        <p:spPr/>
      </p:pic>
      <p:pic>
        <p:nvPicPr>
          <p:cNvPr id="18" name="Picture Placeholder 17" descr="Image Placeholder">
            <a:extLst>
              <a:ext uri="{FF2B5EF4-FFF2-40B4-BE49-F238E27FC236}">
                <a16:creationId xmlns:a16="http://schemas.microsoft.com/office/drawing/2014/main" id="{31DADF09-3F9B-1F13-587C-AB2233FF2B6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9167" b="29167"/>
          <a:stretch>
            <a:fillRect/>
          </a:stretch>
        </p:blipFill>
        <p:spPr/>
      </p:pic>
    </p:spTree>
    <p:extLst>
      <p:ext uri="{BB962C8B-B14F-4D97-AF65-F5344CB8AC3E}">
        <p14:creationId xmlns:p14="http://schemas.microsoft.com/office/powerpoint/2010/main" val="83491558"/>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7C899D1-4A40-A5CB-9CE9-BFC907751C35}"/>
              </a:ext>
            </a:extLst>
          </p:cNvPr>
          <p:cNvSpPr>
            <a:spLocks noGrp="1"/>
          </p:cNvSpPr>
          <p:nvPr>
            <p:ph type="title"/>
          </p:nvPr>
        </p:nvSpPr>
        <p:spPr>
          <a:xfrm>
            <a:off x="609600" y="264085"/>
            <a:ext cx="10972800" cy="946389"/>
          </a:xfrm>
        </p:spPr>
        <p:txBody>
          <a:bodyPr/>
          <a:lstStyle/>
          <a:p>
            <a:r>
              <a:rPr lang="en-US"/>
              <a:t>3 x 2 images only</a:t>
            </a:r>
          </a:p>
        </p:txBody>
      </p:sp>
      <p:pic>
        <p:nvPicPr>
          <p:cNvPr id="16" name="Picture Placeholder 15" descr="Image Placeholder">
            <a:extLst>
              <a:ext uri="{FF2B5EF4-FFF2-40B4-BE49-F238E27FC236}">
                <a16:creationId xmlns:a16="http://schemas.microsoft.com/office/drawing/2014/main" id="{01DC3505-27C5-B4A7-A5B4-94A47306CBF9}"/>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8750" b="18750"/>
          <a:stretch>
            <a:fillRect/>
          </a:stretch>
        </p:blipFill>
        <p:spPr/>
      </p:pic>
      <p:pic>
        <p:nvPicPr>
          <p:cNvPr id="2" name="Picture Placeholder 2" descr="Image Placeholder">
            <a:extLst>
              <a:ext uri="{FF2B5EF4-FFF2-40B4-BE49-F238E27FC236}">
                <a16:creationId xmlns:a16="http://schemas.microsoft.com/office/drawing/2014/main" id="{88D31A69-D08A-B370-9DC7-7F0AE3D9EB4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18750" b="18750"/>
          <a:stretch>
            <a:fillRect/>
          </a:stretch>
        </p:blipFill>
        <p:spPr/>
      </p:pic>
      <p:pic>
        <p:nvPicPr>
          <p:cNvPr id="4" name="Picture Placeholder 2" descr="Image Placeholder">
            <a:extLst>
              <a:ext uri="{FF2B5EF4-FFF2-40B4-BE49-F238E27FC236}">
                <a16:creationId xmlns:a16="http://schemas.microsoft.com/office/drawing/2014/main" id="{D77173C1-8629-39D1-D934-96A3EF68C8A1}"/>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18750" b="18750"/>
          <a:stretch>
            <a:fillRect/>
          </a:stretch>
        </p:blipFill>
        <p:spPr/>
      </p:pic>
      <p:pic>
        <p:nvPicPr>
          <p:cNvPr id="24" name="Picture Placeholder 23" descr="Image Placeholder">
            <a:extLst>
              <a:ext uri="{FF2B5EF4-FFF2-40B4-BE49-F238E27FC236}">
                <a16:creationId xmlns:a16="http://schemas.microsoft.com/office/drawing/2014/main" id="{04B6AF0E-E10E-0656-B970-75B6CD4EEB42}"/>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18750" b="18750"/>
          <a:stretch>
            <a:fillRect/>
          </a:stretch>
        </p:blipFill>
        <p:spPr/>
      </p:pic>
      <p:pic>
        <p:nvPicPr>
          <p:cNvPr id="26" name="Picture Placeholder 25" descr="Image Placeholder">
            <a:extLst>
              <a:ext uri="{FF2B5EF4-FFF2-40B4-BE49-F238E27FC236}">
                <a16:creationId xmlns:a16="http://schemas.microsoft.com/office/drawing/2014/main" id="{ACFC20D2-566A-07BF-D39A-EF1261A88CB7}"/>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t="18750" b="18750"/>
          <a:stretch>
            <a:fillRect/>
          </a:stretch>
        </p:blipFill>
        <p:spPr/>
      </p:pic>
      <p:pic>
        <p:nvPicPr>
          <p:cNvPr id="7" name="Picture Placeholder 2" descr="Image Placeholder">
            <a:extLst>
              <a:ext uri="{FF2B5EF4-FFF2-40B4-BE49-F238E27FC236}">
                <a16:creationId xmlns:a16="http://schemas.microsoft.com/office/drawing/2014/main" id="{C66541AB-98F5-C998-CD70-B180C7E56D87}"/>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t="18750" b="18750"/>
          <a:stretch>
            <a:fillRect/>
          </a:stretch>
        </p:blipFill>
        <p:spPr/>
      </p:pic>
    </p:spTree>
    <p:extLst>
      <p:ext uri="{BB962C8B-B14F-4D97-AF65-F5344CB8AC3E}">
        <p14:creationId xmlns:p14="http://schemas.microsoft.com/office/powerpoint/2010/main" val="3286448928"/>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0B78-65D2-7958-5738-D531A140A1B0}"/>
              </a:ext>
            </a:extLst>
          </p:cNvPr>
          <p:cNvSpPr>
            <a:spLocks noGrp="1"/>
          </p:cNvSpPr>
          <p:nvPr>
            <p:ph type="title"/>
          </p:nvPr>
        </p:nvSpPr>
        <p:spPr/>
        <p:txBody>
          <a:bodyPr/>
          <a:lstStyle/>
          <a:p>
            <a:r>
              <a:rPr lang="en-US"/>
              <a:t>8 x 4 images only</a:t>
            </a:r>
          </a:p>
        </p:txBody>
      </p:sp>
      <p:pic>
        <p:nvPicPr>
          <p:cNvPr id="36" name="Picture Placeholder 35" descr="Image placeholder">
            <a:extLst>
              <a:ext uri="{FF2B5EF4-FFF2-40B4-BE49-F238E27FC236}">
                <a16:creationId xmlns:a16="http://schemas.microsoft.com/office/drawing/2014/main" id="{6B26B235-92BC-054E-E325-33C5D3DDF3DC}"/>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4027" b="4027"/>
          <a:stretch>
            <a:fillRect/>
          </a:stretch>
        </p:blipFill>
        <p:spPr/>
      </p:pic>
      <p:pic>
        <p:nvPicPr>
          <p:cNvPr id="37" name="Picture Placeholder 35" descr="Image placeholder">
            <a:extLst>
              <a:ext uri="{FF2B5EF4-FFF2-40B4-BE49-F238E27FC236}">
                <a16:creationId xmlns:a16="http://schemas.microsoft.com/office/drawing/2014/main" id="{4E6367C3-AA94-7196-D506-052155C66072}"/>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t="4027" b="4027"/>
          <a:stretch>
            <a:fillRect/>
          </a:stretch>
        </p:blipFill>
        <p:spPr/>
      </p:pic>
      <p:pic>
        <p:nvPicPr>
          <p:cNvPr id="38" name="Picture Placeholder 35" descr="Image placeholder">
            <a:extLst>
              <a:ext uri="{FF2B5EF4-FFF2-40B4-BE49-F238E27FC236}">
                <a16:creationId xmlns:a16="http://schemas.microsoft.com/office/drawing/2014/main" id="{5751B303-C891-DAA2-3523-A8222417F601}"/>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t="4088" b="4088"/>
          <a:stretch>
            <a:fillRect/>
          </a:stretch>
        </p:blipFill>
        <p:spPr/>
      </p:pic>
      <p:pic>
        <p:nvPicPr>
          <p:cNvPr id="39" name="Picture Placeholder 35" descr="Image placeholder">
            <a:extLst>
              <a:ext uri="{FF2B5EF4-FFF2-40B4-BE49-F238E27FC236}">
                <a16:creationId xmlns:a16="http://schemas.microsoft.com/office/drawing/2014/main" id="{939DEC58-19D5-4D72-DA3A-D0CBC01306E7}"/>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t="4027" b="4027"/>
          <a:stretch>
            <a:fillRect/>
          </a:stretch>
        </p:blipFill>
        <p:spPr/>
      </p:pic>
      <p:pic>
        <p:nvPicPr>
          <p:cNvPr id="40" name="Picture Placeholder 35" descr="Image placeholder">
            <a:extLst>
              <a:ext uri="{FF2B5EF4-FFF2-40B4-BE49-F238E27FC236}">
                <a16:creationId xmlns:a16="http://schemas.microsoft.com/office/drawing/2014/main" id="{7091764A-4FFB-4265-BE1D-D877D62DDC7A}"/>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t="4027" b="4027"/>
          <a:stretch>
            <a:fillRect/>
          </a:stretch>
        </p:blipFill>
        <p:spPr/>
      </p:pic>
      <p:pic>
        <p:nvPicPr>
          <p:cNvPr id="41" name="Picture Placeholder 35" descr="Image placeholder">
            <a:extLst>
              <a:ext uri="{FF2B5EF4-FFF2-40B4-BE49-F238E27FC236}">
                <a16:creationId xmlns:a16="http://schemas.microsoft.com/office/drawing/2014/main" id="{525245F2-C3FC-AB89-4505-A65231CFD2E7}"/>
              </a:ext>
            </a:extLst>
          </p:cNvPr>
          <p:cNvPicPr>
            <a:picLocks noGrp="1" noChangeAspect="1"/>
          </p:cNvPicPr>
          <p:nvPr>
            <p:ph type="pic" sz="quarter" idx="20"/>
          </p:nvPr>
        </p:nvPicPr>
        <p:blipFill>
          <a:blip r:embed="rId2">
            <a:extLst>
              <a:ext uri="{28A0092B-C50C-407E-A947-70E740481C1C}">
                <a14:useLocalDpi xmlns:a14="http://schemas.microsoft.com/office/drawing/2010/main" val="0"/>
              </a:ext>
            </a:extLst>
          </a:blip>
          <a:srcRect t="4027" b="4027"/>
          <a:stretch>
            <a:fillRect/>
          </a:stretch>
        </p:blipFill>
        <p:spPr/>
      </p:pic>
      <p:pic>
        <p:nvPicPr>
          <p:cNvPr id="42" name="Picture Placeholder 35" descr="Image placeholder">
            <a:extLst>
              <a:ext uri="{FF2B5EF4-FFF2-40B4-BE49-F238E27FC236}">
                <a16:creationId xmlns:a16="http://schemas.microsoft.com/office/drawing/2014/main" id="{83AFBDCC-99C1-0A31-6AAF-9353B7590D9A}"/>
              </a:ext>
            </a:extLst>
          </p:cNvPr>
          <p:cNvPicPr>
            <a:picLocks noGrp="1" noChangeAspect="1"/>
          </p:cNvPicPr>
          <p:nvPr>
            <p:ph type="pic" sz="quarter" idx="24"/>
          </p:nvPr>
        </p:nvPicPr>
        <p:blipFill>
          <a:blip r:embed="rId2">
            <a:extLst>
              <a:ext uri="{28A0092B-C50C-407E-A947-70E740481C1C}">
                <a14:useLocalDpi xmlns:a14="http://schemas.microsoft.com/office/drawing/2010/main" val="0"/>
              </a:ext>
            </a:extLst>
          </a:blip>
          <a:srcRect t="4027" b="4027"/>
          <a:stretch>
            <a:fillRect/>
          </a:stretch>
        </p:blipFill>
        <p:spPr/>
      </p:pic>
      <p:pic>
        <p:nvPicPr>
          <p:cNvPr id="43" name="Picture Placeholder 35" descr="Image placeholder">
            <a:extLst>
              <a:ext uri="{FF2B5EF4-FFF2-40B4-BE49-F238E27FC236}">
                <a16:creationId xmlns:a16="http://schemas.microsoft.com/office/drawing/2014/main" id="{E6FFE0E1-AB61-9D97-C6D3-9E018F558F5F}"/>
              </a:ext>
            </a:extLst>
          </p:cNvPr>
          <p:cNvPicPr>
            <a:picLocks noGrp="1" noChangeAspect="1"/>
          </p:cNvPicPr>
          <p:nvPr>
            <p:ph type="pic" sz="quarter" idx="25"/>
          </p:nvPr>
        </p:nvPicPr>
        <p:blipFill>
          <a:blip r:embed="rId2">
            <a:extLst>
              <a:ext uri="{28A0092B-C50C-407E-A947-70E740481C1C}">
                <a14:useLocalDpi xmlns:a14="http://schemas.microsoft.com/office/drawing/2010/main" val="0"/>
              </a:ext>
            </a:extLst>
          </a:blip>
          <a:srcRect t="4027" b="4027"/>
          <a:stretch>
            <a:fillRect/>
          </a:stretch>
        </p:blipFill>
        <p:spPr/>
      </p:pic>
      <p:pic>
        <p:nvPicPr>
          <p:cNvPr id="44" name="Picture Placeholder 35" descr="Image placeholder">
            <a:extLst>
              <a:ext uri="{FF2B5EF4-FFF2-40B4-BE49-F238E27FC236}">
                <a16:creationId xmlns:a16="http://schemas.microsoft.com/office/drawing/2014/main" id="{1F87CE24-521D-1C3B-D7A3-6B55119C2564}"/>
              </a:ext>
            </a:extLst>
          </p:cNvPr>
          <p:cNvPicPr>
            <a:picLocks noGrp="1" noChangeAspect="1"/>
          </p:cNvPicPr>
          <p:nvPr>
            <p:ph type="pic" sz="quarter" idx="26"/>
          </p:nvPr>
        </p:nvPicPr>
        <p:blipFill>
          <a:blip r:embed="rId2">
            <a:extLst>
              <a:ext uri="{28A0092B-C50C-407E-A947-70E740481C1C}">
                <a14:useLocalDpi xmlns:a14="http://schemas.microsoft.com/office/drawing/2010/main" val="0"/>
              </a:ext>
            </a:extLst>
          </a:blip>
          <a:srcRect t="4027" b="4027"/>
          <a:stretch>
            <a:fillRect/>
          </a:stretch>
        </p:blipFill>
        <p:spPr/>
      </p:pic>
      <p:pic>
        <p:nvPicPr>
          <p:cNvPr id="45" name="Picture Placeholder 35" descr="Image placeholder">
            <a:extLst>
              <a:ext uri="{FF2B5EF4-FFF2-40B4-BE49-F238E27FC236}">
                <a16:creationId xmlns:a16="http://schemas.microsoft.com/office/drawing/2014/main" id="{484287CF-E505-13F6-A5DA-7393888C8FD4}"/>
              </a:ext>
            </a:extLst>
          </p:cNvPr>
          <p:cNvPicPr>
            <a:picLocks noGrp="1" noChangeAspect="1"/>
          </p:cNvPicPr>
          <p:nvPr>
            <p:ph type="pic" sz="quarter" idx="27"/>
          </p:nvPr>
        </p:nvPicPr>
        <p:blipFill>
          <a:blip r:embed="rId2">
            <a:extLst>
              <a:ext uri="{28A0092B-C50C-407E-A947-70E740481C1C}">
                <a14:useLocalDpi xmlns:a14="http://schemas.microsoft.com/office/drawing/2010/main" val="0"/>
              </a:ext>
            </a:extLst>
          </a:blip>
          <a:srcRect t="4027" b="4027"/>
          <a:stretch>
            <a:fillRect/>
          </a:stretch>
        </p:blipFill>
        <p:spPr/>
      </p:pic>
      <p:pic>
        <p:nvPicPr>
          <p:cNvPr id="46" name="Picture Placeholder 35" descr="Image placeholder">
            <a:extLst>
              <a:ext uri="{FF2B5EF4-FFF2-40B4-BE49-F238E27FC236}">
                <a16:creationId xmlns:a16="http://schemas.microsoft.com/office/drawing/2014/main" id="{D639347E-769F-28C9-4167-D0A530CE0C23}"/>
              </a:ext>
            </a:extLst>
          </p:cNvPr>
          <p:cNvPicPr>
            <a:picLocks noGrp="1" noChangeAspect="1"/>
          </p:cNvPicPr>
          <p:nvPr>
            <p:ph type="pic" sz="quarter" idx="28"/>
          </p:nvPr>
        </p:nvPicPr>
        <p:blipFill>
          <a:blip r:embed="rId2">
            <a:extLst>
              <a:ext uri="{28A0092B-C50C-407E-A947-70E740481C1C}">
                <a14:useLocalDpi xmlns:a14="http://schemas.microsoft.com/office/drawing/2010/main" val="0"/>
              </a:ext>
            </a:extLst>
          </a:blip>
          <a:srcRect t="4088" b="4088"/>
          <a:stretch>
            <a:fillRect/>
          </a:stretch>
        </p:blipFill>
        <p:spPr/>
      </p:pic>
      <p:pic>
        <p:nvPicPr>
          <p:cNvPr id="47" name="Picture Placeholder 35" descr="Image placeholder">
            <a:extLst>
              <a:ext uri="{FF2B5EF4-FFF2-40B4-BE49-F238E27FC236}">
                <a16:creationId xmlns:a16="http://schemas.microsoft.com/office/drawing/2014/main" id="{E7DBB7C0-A3A7-894C-C701-7B05674A42C9}"/>
              </a:ext>
            </a:extLst>
          </p:cNvPr>
          <p:cNvPicPr>
            <a:picLocks noGrp="1" noChangeAspect="1"/>
          </p:cNvPicPr>
          <p:nvPr>
            <p:ph type="pic" sz="quarter" idx="29"/>
          </p:nvPr>
        </p:nvPicPr>
        <p:blipFill>
          <a:blip r:embed="rId2">
            <a:extLst>
              <a:ext uri="{28A0092B-C50C-407E-A947-70E740481C1C}">
                <a14:useLocalDpi xmlns:a14="http://schemas.microsoft.com/office/drawing/2010/main" val="0"/>
              </a:ext>
            </a:extLst>
          </a:blip>
          <a:srcRect t="4027" b="4027"/>
          <a:stretch>
            <a:fillRect/>
          </a:stretch>
        </p:blipFill>
        <p:spPr/>
      </p:pic>
      <p:pic>
        <p:nvPicPr>
          <p:cNvPr id="48" name="Picture Placeholder 35" descr="Image placeholder">
            <a:extLst>
              <a:ext uri="{FF2B5EF4-FFF2-40B4-BE49-F238E27FC236}">
                <a16:creationId xmlns:a16="http://schemas.microsoft.com/office/drawing/2014/main" id="{C107C0FF-6392-5A09-9CAE-DC6A4EC84C2A}"/>
              </a:ext>
            </a:extLst>
          </p:cNvPr>
          <p:cNvPicPr>
            <a:picLocks noGrp="1" noChangeAspect="1"/>
          </p:cNvPicPr>
          <p:nvPr>
            <p:ph type="pic" sz="quarter" idx="30"/>
          </p:nvPr>
        </p:nvPicPr>
        <p:blipFill>
          <a:blip r:embed="rId2">
            <a:extLst>
              <a:ext uri="{28A0092B-C50C-407E-A947-70E740481C1C}">
                <a14:useLocalDpi xmlns:a14="http://schemas.microsoft.com/office/drawing/2010/main" val="0"/>
              </a:ext>
            </a:extLst>
          </a:blip>
          <a:srcRect t="4027" b="4027"/>
          <a:stretch>
            <a:fillRect/>
          </a:stretch>
        </p:blipFill>
        <p:spPr/>
      </p:pic>
      <p:pic>
        <p:nvPicPr>
          <p:cNvPr id="49" name="Picture Placeholder 35" descr="Image placeholder">
            <a:extLst>
              <a:ext uri="{FF2B5EF4-FFF2-40B4-BE49-F238E27FC236}">
                <a16:creationId xmlns:a16="http://schemas.microsoft.com/office/drawing/2014/main" id="{C5EE2FCA-807C-DBD3-35DC-559744013B4E}"/>
              </a:ext>
            </a:extLst>
          </p:cNvPr>
          <p:cNvPicPr>
            <a:picLocks noGrp="1" noChangeAspect="1"/>
          </p:cNvPicPr>
          <p:nvPr>
            <p:ph type="pic" sz="quarter" idx="31"/>
          </p:nvPr>
        </p:nvPicPr>
        <p:blipFill>
          <a:blip r:embed="rId2">
            <a:extLst>
              <a:ext uri="{28A0092B-C50C-407E-A947-70E740481C1C}">
                <a14:useLocalDpi xmlns:a14="http://schemas.microsoft.com/office/drawing/2010/main" val="0"/>
              </a:ext>
            </a:extLst>
          </a:blip>
          <a:srcRect t="4027" b="4027"/>
          <a:stretch>
            <a:fillRect/>
          </a:stretch>
        </p:blipFill>
        <p:spPr/>
      </p:pic>
      <p:pic>
        <p:nvPicPr>
          <p:cNvPr id="50" name="Picture Placeholder 35" descr="Image placeholder">
            <a:extLst>
              <a:ext uri="{FF2B5EF4-FFF2-40B4-BE49-F238E27FC236}">
                <a16:creationId xmlns:a16="http://schemas.microsoft.com/office/drawing/2014/main" id="{B25EEF52-5464-3BFB-39AA-EC6546DE88FB}"/>
              </a:ext>
            </a:extLst>
          </p:cNvPr>
          <p:cNvPicPr>
            <a:picLocks noGrp="1" noChangeAspect="1"/>
          </p:cNvPicPr>
          <p:nvPr>
            <p:ph type="pic" sz="quarter" idx="32"/>
          </p:nvPr>
        </p:nvPicPr>
        <p:blipFill>
          <a:blip r:embed="rId2">
            <a:extLst>
              <a:ext uri="{28A0092B-C50C-407E-A947-70E740481C1C}">
                <a14:useLocalDpi xmlns:a14="http://schemas.microsoft.com/office/drawing/2010/main" val="0"/>
              </a:ext>
            </a:extLst>
          </a:blip>
          <a:srcRect t="4027" b="4027"/>
          <a:stretch>
            <a:fillRect/>
          </a:stretch>
        </p:blipFill>
        <p:spPr/>
      </p:pic>
      <p:pic>
        <p:nvPicPr>
          <p:cNvPr id="51" name="Picture Placeholder 35" descr="Image placeholder">
            <a:extLst>
              <a:ext uri="{FF2B5EF4-FFF2-40B4-BE49-F238E27FC236}">
                <a16:creationId xmlns:a16="http://schemas.microsoft.com/office/drawing/2014/main" id="{5152E9BF-DD54-27C6-B6D5-13D6AE32986A}"/>
              </a:ext>
            </a:extLst>
          </p:cNvPr>
          <p:cNvPicPr>
            <a:picLocks noGrp="1" noChangeAspect="1"/>
          </p:cNvPicPr>
          <p:nvPr>
            <p:ph type="pic" sz="quarter" idx="33"/>
          </p:nvPr>
        </p:nvPicPr>
        <p:blipFill>
          <a:blip r:embed="rId2">
            <a:extLst>
              <a:ext uri="{28A0092B-C50C-407E-A947-70E740481C1C}">
                <a14:useLocalDpi xmlns:a14="http://schemas.microsoft.com/office/drawing/2010/main" val="0"/>
              </a:ext>
            </a:extLst>
          </a:blip>
          <a:srcRect t="4027" b="4027"/>
          <a:stretch>
            <a:fillRect/>
          </a:stretch>
        </p:blipFill>
        <p:spPr/>
      </p:pic>
      <p:pic>
        <p:nvPicPr>
          <p:cNvPr id="52" name="Picture Placeholder 35" descr="Image placeholder">
            <a:extLst>
              <a:ext uri="{FF2B5EF4-FFF2-40B4-BE49-F238E27FC236}">
                <a16:creationId xmlns:a16="http://schemas.microsoft.com/office/drawing/2014/main" id="{70D769A6-93C8-7A87-EAA1-950C5E2B10E4}"/>
              </a:ext>
            </a:extLst>
          </p:cNvPr>
          <p:cNvPicPr>
            <a:picLocks noGrp="1" noChangeAspect="1"/>
          </p:cNvPicPr>
          <p:nvPr>
            <p:ph type="pic" sz="quarter" idx="34"/>
          </p:nvPr>
        </p:nvPicPr>
        <p:blipFill>
          <a:blip r:embed="rId2">
            <a:extLst>
              <a:ext uri="{28A0092B-C50C-407E-A947-70E740481C1C}">
                <a14:useLocalDpi xmlns:a14="http://schemas.microsoft.com/office/drawing/2010/main" val="0"/>
              </a:ext>
            </a:extLst>
          </a:blip>
          <a:srcRect t="3960" b="3960"/>
          <a:stretch>
            <a:fillRect/>
          </a:stretch>
        </p:blipFill>
        <p:spPr/>
      </p:pic>
      <p:pic>
        <p:nvPicPr>
          <p:cNvPr id="53" name="Picture Placeholder 35" descr="Image placeholder">
            <a:extLst>
              <a:ext uri="{FF2B5EF4-FFF2-40B4-BE49-F238E27FC236}">
                <a16:creationId xmlns:a16="http://schemas.microsoft.com/office/drawing/2014/main" id="{A83D649C-E811-80D5-4457-E5FF210004B3}"/>
              </a:ext>
            </a:extLst>
          </p:cNvPr>
          <p:cNvPicPr>
            <a:picLocks noGrp="1" noChangeAspect="1"/>
          </p:cNvPicPr>
          <p:nvPr>
            <p:ph type="pic" sz="quarter" idx="35"/>
          </p:nvPr>
        </p:nvPicPr>
        <p:blipFill>
          <a:blip r:embed="rId2">
            <a:extLst>
              <a:ext uri="{28A0092B-C50C-407E-A947-70E740481C1C}">
                <a14:useLocalDpi xmlns:a14="http://schemas.microsoft.com/office/drawing/2010/main" val="0"/>
              </a:ext>
            </a:extLst>
          </a:blip>
          <a:srcRect t="3960" b="3960"/>
          <a:stretch>
            <a:fillRect/>
          </a:stretch>
        </p:blipFill>
        <p:spPr/>
      </p:pic>
      <p:pic>
        <p:nvPicPr>
          <p:cNvPr id="54" name="Picture Placeholder 35" descr="Image placeholder">
            <a:extLst>
              <a:ext uri="{FF2B5EF4-FFF2-40B4-BE49-F238E27FC236}">
                <a16:creationId xmlns:a16="http://schemas.microsoft.com/office/drawing/2014/main" id="{38057CDD-55E9-416C-439E-4C887872A33A}"/>
              </a:ext>
            </a:extLst>
          </p:cNvPr>
          <p:cNvPicPr>
            <a:picLocks noGrp="1" noChangeAspect="1"/>
          </p:cNvPicPr>
          <p:nvPr>
            <p:ph type="pic" sz="quarter" idx="36"/>
          </p:nvPr>
        </p:nvPicPr>
        <p:blipFill>
          <a:blip r:embed="rId2">
            <a:extLst>
              <a:ext uri="{28A0092B-C50C-407E-A947-70E740481C1C}">
                <a14:useLocalDpi xmlns:a14="http://schemas.microsoft.com/office/drawing/2010/main" val="0"/>
              </a:ext>
            </a:extLst>
          </a:blip>
          <a:srcRect t="4021" b="4021"/>
          <a:stretch>
            <a:fillRect/>
          </a:stretch>
        </p:blipFill>
        <p:spPr/>
      </p:pic>
      <p:pic>
        <p:nvPicPr>
          <p:cNvPr id="55" name="Picture Placeholder 35" descr="Image placeholder">
            <a:extLst>
              <a:ext uri="{FF2B5EF4-FFF2-40B4-BE49-F238E27FC236}">
                <a16:creationId xmlns:a16="http://schemas.microsoft.com/office/drawing/2014/main" id="{83D0548F-83B6-AFB0-8860-55637DBE41D4}"/>
              </a:ext>
            </a:extLst>
          </p:cNvPr>
          <p:cNvPicPr>
            <a:picLocks noGrp="1" noChangeAspect="1"/>
          </p:cNvPicPr>
          <p:nvPr>
            <p:ph type="pic" sz="quarter" idx="37"/>
          </p:nvPr>
        </p:nvPicPr>
        <p:blipFill>
          <a:blip r:embed="rId2">
            <a:extLst>
              <a:ext uri="{28A0092B-C50C-407E-A947-70E740481C1C}">
                <a14:useLocalDpi xmlns:a14="http://schemas.microsoft.com/office/drawing/2010/main" val="0"/>
              </a:ext>
            </a:extLst>
          </a:blip>
          <a:srcRect t="3960" b="3960"/>
          <a:stretch>
            <a:fillRect/>
          </a:stretch>
        </p:blipFill>
        <p:spPr/>
      </p:pic>
      <p:pic>
        <p:nvPicPr>
          <p:cNvPr id="56" name="Picture Placeholder 35" descr="Image placeholder">
            <a:extLst>
              <a:ext uri="{FF2B5EF4-FFF2-40B4-BE49-F238E27FC236}">
                <a16:creationId xmlns:a16="http://schemas.microsoft.com/office/drawing/2014/main" id="{657A9FBE-3D20-1244-DB32-5BDAB4F1B621}"/>
              </a:ext>
            </a:extLst>
          </p:cNvPr>
          <p:cNvPicPr>
            <a:picLocks noGrp="1" noChangeAspect="1"/>
          </p:cNvPicPr>
          <p:nvPr>
            <p:ph type="pic" sz="quarter" idx="38"/>
          </p:nvPr>
        </p:nvPicPr>
        <p:blipFill>
          <a:blip r:embed="rId2">
            <a:extLst>
              <a:ext uri="{28A0092B-C50C-407E-A947-70E740481C1C}">
                <a14:useLocalDpi xmlns:a14="http://schemas.microsoft.com/office/drawing/2010/main" val="0"/>
              </a:ext>
            </a:extLst>
          </a:blip>
          <a:srcRect t="3960" b="3960"/>
          <a:stretch>
            <a:fillRect/>
          </a:stretch>
        </p:blipFill>
        <p:spPr/>
      </p:pic>
      <p:pic>
        <p:nvPicPr>
          <p:cNvPr id="57" name="Picture Placeholder 35" descr="Image placeholder">
            <a:extLst>
              <a:ext uri="{FF2B5EF4-FFF2-40B4-BE49-F238E27FC236}">
                <a16:creationId xmlns:a16="http://schemas.microsoft.com/office/drawing/2014/main" id="{CFA1A58F-1B6A-9DDF-1B4A-0E8BD85F199A}"/>
              </a:ext>
            </a:extLst>
          </p:cNvPr>
          <p:cNvPicPr>
            <a:picLocks noGrp="1" noChangeAspect="1"/>
          </p:cNvPicPr>
          <p:nvPr>
            <p:ph type="pic" sz="quarter" idx="39"/>
          </p:nvPr>
        </p:nvPicPr>
        <p:blipFill>
          <a:blip r:embed="rId2">
            <a:extLst>
              <a:ext uri="{28A0092B-C50C-407E-A947-70E740481C1C}">
                <a14:useLocalDpi xmlns:a14="http://schemas.microsoft.com/office/drawing/2010/main" val="0"/>
              </a:ext>
            </a:extLst>
          </a:blip>
          <a:srcRect t="3960" b="3960"/>
          <a:stretch>
            <a:fillRect/>
          </a:stretch>
        </p:blipFill>
        <p:spPr/>
      </p:pic>
      <p:pic>
        <p:nvPicPr>
          <p:cNvPr id="58" name="Picture Placeholder 35" descr="Image placeholder">
            <a:extLst>
              <a:ext uri="{FF2B5EF4-FFF2-40B4-BE49-F238E27FC236}">
                <a16:creationId xmlns:a16="http://schemas.microsoft.com/office/drawing/2014/main" id="{073E8D91-4067-A73C-E804-27AF349DF78C}"/>
              </a:ext>
            </a:extLst>
          </p:cNvPr>
          <p:cNvPicPr>
            <a:picLocks noGrp="1" noChangeAspect="1"/>
          </p:cNvPicPr>
          <p:nvPr>
            <p:ph type="pic" sz="quarter" idx="40"/>
          </p:nvPr>
        </p:nvPicPr>
        <p:blipFill>
          <a:blip r:embed="rId2">
            <a:extLst>
              <a:ext uri="{28A0092B-C50C-407E-A947-70E740481C1C}">
                <a14:useLocalDpi xmlns:a14="http://schemas.microsoft.com/office/drawing/2010/main" val="0"/>
              </a:ext>
            </a:extLst>
          </a:blip>
          <a:srcRect t="3960" b="3960"/>
          <a:stretch>
            <a:fillRect/>
          </a:stretch>
        </p:blipFill>
        <p:spPr/>
      </p:pic>
      <p:pic>
        <p:nvPicPr>
          <p:cNvPr id="59" name="Picture Placeholder 35" descr="Image placeholder">
            <a:extLst>
              <a:ext uri="{FF2B5EF4-FFF2-40B4-BE49-F238E27FC236}">
                <a16:creationId xmlns:a16="http://schemas.microsoft.com/office/drawing/2014/main" id="{D4848292-5A2F-8F8D-17B1-EDCD03FE5A37}"/>
              </a:ext>
            </a:extLst>
          </p:cNvPr>
          <p:cNvPicPr>
            <a:picLocks noGrp="1" noChangeAspect="1"/>
          </p:cNvPicPr>
          <p:nvPr>
            <p:ph type="pic" sz="quarter" idx="41"/>
          </p:nvPr>
        </p:nvPicPr>
        <p:blipFill>
          <a:blip r:embed="rId2">
            <a:extLst>
              <a:ext uri="{28A0092B-C50C-407E-A947-70E740481C1C}">
                <a14:useLocalDpi xmlns:a14="http://schemas.microsoft.com/office/drawing/2010/main" val="0"/>
              </a:ext>
            </a:extLst>
          </a:blip>
          <a:srcRect t="3960" b="3960"/>
          <a:stretch>
            <a:fillRect/>
          </a:stretch>
        </p:blipFill>
        <p:spPr/>
      </p:pic>
      <p:pic>
        <p:nvPicPr>
          <p:cNvPr id="60" name="Picture Placeholder 35" descr="Image placeholder">
            <a:extLst>
              <a:ext uri="{FF2B5EF4-FFF2-40B4-BE49-F238E27FC236}">
                <a16:creationId xmlns:a16="http://schemas.microsoft.com/office/drawing/2014/main" id="{76A820EC-7F5D-EC6C-60E3-B126B3E8B774}"/>
              </a:ext>
            </a:extLst>
          </p:cNvPr>
          <p:cNvPicPr>
            <a:picLocks noGrp="1" noChangeAspect="1"/>
          </p:cNvPicPr>
          <p:nvPr>
            <p:ph type="pic" sz="quarter" idx="42"/>
          </p:nvPr>
        </p:nvPicPr>
        <p:blipFill>
          <a:blip r:embed="rId2">
            <a:extLst>
              <a:ext uri="{28A0092B-C50C-407E-A947-70E740481C1C}">
                <a14:useLocalDpi xmlns:a14="http://schemas.microsoft.com/office/drawing/2010/main" val="0"/>
              </a:ext>
            </a:extLst>
          </a:blip>
          <a:srcRect t="3960" b="3960"/>
          <a:stretch>
            <a:fillRect/>
          </a:stretch>
        </p:blipFill>
        <p:spPr/>
      </p:pic>
      <p:pic>
        <p:nvPicPr>
          <p:cNvPr id="61" name="Picture Placeholder 35" descr="Image placeholder">
            <a:extLst>
              <a:ext uri="{FF2B5EF4-FFF2-40B4-BE49-F238E27FC236}">
                <a16:creationId xmlns:a16="http://schemas.microsoft.com/office/drawing/2014/main" id="{3246ACD7-DDFE-0097-21E7-60EFB8E43487}"/>
              </a:ext>
            </a:extLst>
          </p:cNvPr>
          <p:cNvPicPr>
            <a:picLocks noGrp="1" noChangeAspect="1"/>
          </p:cNvPicPr>
          <p:nvPr>
            <p:ph type="pic" sz="quarter" idx="43"/>
          </p:nvPr>
        </p:nvPicPr>
        <p:blipFill>
          <a:blip r:embed="rId2">
            <a:extLst>
              <a:ext uri="{28A0092B-C50C-407E-A947-70E740481C1C}">
                <a14:useLocalDpi xmlns:a14="http://schemas.microsoft.com/office/drawing/2010/main" val="0"/>
              </a:ext>
            </a:extLst>
          </a:blip>
          <a:srcRect t="3960" b="3960"/>
          <a:stretch>
            <a:fillRect/>
          </a:stretch>
        </p:blipFill>
        <p:spPr/>
      </p:pic>
      <p:pic>
        <p:nvPicPr>
          <p:cNvPr id="62" name="Picture Placeholder 35" descr="Image placeholder">
            <a:extLst>
              <a:ext uri="{FF2B5EF4-FFF2-40B4-BE49-F238E27FC236}">
                <a16:creationId xmlns:a16="http://schemas.microsoft.com/office/drawing/2014/main" id="{BE086F77-D3E3-BB8B-9B56-7920BA192BE3}"/>
              </a:ext>
            </a:extLst>
          </p:cNvPr>
          <p:cNvPicPr>
            <a:picLocks noGrp="1" noChangeAspect="1"/>
          </p:cNvPicPr>
          <p:nvPr>
            <p:ph type="pic" sz="quarter" idx="44"/>
          </p:nvPr>
        </p:nvPicPr>
        <p:blipFill>
          <a:blip r:embed="rId2">
            <a:extLst>
              <a:ext uri="{28A0092B-C50C-407E-A947-70E740481C1C}">
                <a14:useLocalDpi xmlns:a14="http://schemas.microsoft.com/office/drawing/2010/main" val="0"/>
              </a:ext>
            </a:extLst>
          </a:blip>
          <a:srcRect t="4021" b="4021"/>
          <a:stretch>
            <a:fillRect/>
          </a:stretch>
        </p:blipFill>
        <p:spPr/>
      </p:pic>
      <p:pic>
        <p:nvPicPr>
          <p:cNvPr id="63" name="Picture Placeholder 35" descr="Image placeholder">
            <a:extLst>
              <a:ext uri="{FF2B5EF4-FFF2-40B4-BE49-F238E27FC236}">
                <a16:creationId xmlns:a16="http://schemas.microsoft.com/office/drawing/2014/main" id="{2D75620D-CA39-53A9-CAF3-72A52B9D2DFC}"/>
              </a:ext>
            </a:extLst>
          </p:cNvPr>
          <p:cNvPicPr>
            <a:picLocks noGrp="1" noChangeAspect="1"/>
          </p:cNvPicPr>
          <p:nvPr>
            <p:ph type="pic" sz="quarter" idx="45"/>
          </p:nvPr>
        </p:nvPicPr>
        <p:blipFill>
          <a:blip r:embed="rId2">
            <a:extLst>
              <a:ext uri="{28A0092B-C50C-407E-A947-70E740481C1C}">
                <a14:useLocalDpi xmlns:a14="http://schemas.microsoft.com/office/drawing/2010/main" val="0"/>
              </a:ext>
            </a:extLst>
          </a:blip>
          <a:srcRect t="3960" b="3960"/>
          <a:stretch>
            <a:fillRect/>
          </a:stretch>
        </p:blipFill>
        <p:spPr/>
      </p:pic>
      <p:pic>
        <p:nvPicPr>
          <p:cNvPr id="64" name="Picture Placeholder 35" descr="Image placeholder">
            <a:extLst>
              <a:ext uri="{FF2B5EF4-FFF2-40B4-BE49-F238E27FC236}">
                <a16:creationId xmlns:a16="http://schemas.microsoft.com/office/drawing/2014/main" id="{EA847297-5376-3A35-1D32-11BC34834052}"/>
              </a:ext>
            </a:extLst>
          </p:cNvPr>
          <p:cNvPicPr>
            <a:picLocks noGrp="1" noChangeAspect="1"/>
          </p:cNvPicPr>
          <p:nvPr>
            <p:ph type="pic" sz="quarter" idx="46"/>
          </p:nvPr>
        </p:nvPicPr>
        <p:blipFill>
          <a:blip r:embed="rId2">
            <a:extLst>
              <a:ext uri="{28A0092B-C50C-407E-A947-70E740481C1C}">
                <a14:useLocalDpi xmlns:a14="http://schemas.microsoft.com/office/drawing/2010/main" val="0"/>
              </a:ext>
            </a:extLst>
          </a:blip>
          <a:srcRect t="3960" b="3960"/>
          <a:stretch>
            <a:fillRect/>
          </a:stretch>
        </p:blipFill>
        <p:spPr/>
      </p:pic>
      <p:pic>
        <p:nvPicPr>
          <p:cNvPr id="65" name="Picture Placeholder 35" descr="Image placeholder">
            <a:extLst>
              <a:ext uri="{FF2B5EF4-FFF2-40B4-BE49-F238E27FC236}">
                <a16:creationId xmlns:a16="http://schemas.microsoft.com/office/drawing/2014/main" id="{6E5FBB29-1EA9-2E74-E817-FDC16DEF2DD6}"/>
              </a:ext>
            </a:extLst>
          </p:cNvPr>
          <p:cNvPicPr>
            <a:picLocks noGrp="1" noChangeAspect="1"/>
          </p:cNvPicPr>
          <p:nvPr>
            <p:ph type="pic" sz="quarter" idx="47"/>
          </p:nvPr>
        </p:nvPicPr>
        <p:blipFill>
          <a:blip r:embed="rId2">
            <a:extLst>
              <a:ext uri="{28A0092B-C50C-407E-A947-70E740481C1C}">
                <a14:useLocalDpi xmlns:a14="http://schemas.microsoft.com/office/drawing/2010/main" val="0"/>
              </a:ext>
            </a:extLst>
          </a:blip>
          <a:srcRect t="3960" b="3960"/>
          <a:stretch>
            <a:fillRect/>
          </a:stretch>
        </p:blipFill>
        <p:spPr/>
      </p:pic>
      <p:pic>
        <p:nvPicPr>
          <p:cNvPr id="66" name="Picture Placeholder 35" descr="Image placeholder">
            <a:extLst>
              <a:ext uri="{FF2B5EF4-FFF2-40B4-BE49-F238E27FC236}">
                <a16:creationId xmlns:a16="http://schemas.microsoft.com/office/drawing/2014/main" id="{1930F48E-DD89-022D-03F7-008BCD63F477}"/>
              </a:ext>
            </a:extLst>
          </p:cNvPr>
          <p:cNvPicPr>
            <a:picLocks noGrp="1" noChangeAspect="1"/>
          </p:cNvPicPr>
          <p:nvPr>
            <p:ph type="pic" sz="quarter" idx="48"/>
          </p:nvPr>
        </p:nvPicPr>
        <p:blipFill>
          <a:blip r:embed="rId2">
            <a:extLst>
              <a:ext uri="{28A0092B-C50C-407E-A947-70E740481C1C}">
                <a14:useLocalDpi xmlns:a14="http://schemas.microsoft.com/office/drawing/2010/main" val="0"/>
              </a:ext>
            </a:extLst>
          </a:blip>
          <a:srcRect t="3960" b="3960"/>
          <a:stretch>
            <a:fillRect/>
          </a:stretch>
        </p:blipFill>
        <p:spPr/>
      </p:pic>
      <p:pic>
        <p:nvPicPr>
          <p:cNvPr id="67" name="Picture Placeholder 35" descr="Image placeholder">
            <a:extLst>
              <a:ext uri="{FF2B5EF4-FFF2-40B4-BE49-F238E27FC236}">
                <a16:creationId xmlns:a16="http://schemas.microsoft.com/office/drawing/2014/main" id="{AFD9639D-22DC-07B0-1018-DF1D63720EAB}"/>
              </a:ext>
            </a:extLst>
          </p:cNvPr>
          <p:cNvPicPr>
            <a:picLocks noGrp="1" noChangeAspect="1"/>
          </p:cNvPicPr>
          <p:nvPr>
            <p:ph type="pic" sz="quarter" idx="49"/>
          </p:nvPr>
        </p:nvPicPr>
        <p:blipFill>
          <a:blip r:embed="rId2">
            <a:extLst>
              <a:ext uri="{28A0092B-C50C-407E-A947-70E740481C1C}">
                <a14:useLocalDpi xmlns:a14="http://schemas.microsoft.com/office/drawing/2010/main" val="0"/>
              </a:ext>
            </a:extLst>
          </a:blip>
          <a:srcRect t="3960" b="3960"/>
          <a:stretch>
            <a:fillRect/>
          </a:stretch>
        </p:blipFill>
        <p:spPr/>
      </p:pic>
    </p:spTree>
    <p:extLst>
      <p:ext uri="{BB962C8B-B14F-4D97-AF65-F5344CB8AC3E}">
        <p14:creationId xmlns:p14="http://schemas.microsoft.com/office/powerpoint/2010/main" val="2358760033"/>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8E95C-B425-A00A-23CA-A3150491C492}"/>
              </a:ext>
            </a:extLst>
          </p:cNvPr>
          <p:cNvSpPr>
            <a:spLocks noGrp="1"/>
          </p:cNvSpPr>
          <p:nvPr>
            <p:ph type="title" idx="4294967295"/>
          </p:nvPr>
        </p:nvSpPr>
        <p:spPr>
          <a:xfrm>
            <a:off x="609600" y="-1371600"/>
            <a:ext cx="10972800" cy="946389"/>
          </a:xfrm>
        </p:spPr>
        <p:txBody>
          <a:bodyPr/>
          <a:lstStyle/>
          <a:p>
            <a:r>
              <a:rPr lang="en-US" dirty="0"/>
              <a:t>Full bleed image with red thread</a:t>
            </a:r>
          </a:p>
        </p:txBody>
      </p:sp>
      <p:pic>
        <p:nvPicPr>
          <p:cNvPr id="4" name="Picture Placeholder 2" descr="Image Placeholder">
            <a:extLst>
              <a:ext uri="{FF2B5EF4-FFF2-40B4-BE49-F238E27FC236}">
                <a16:creationId xmlns:a16="http://schemas.microsoft.com/office/drawing/2014/main" id="{2841A973-2123-CB44-1469-692F8EEA65A2}"/>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21575" b="21575"/>
          <a:stretch>
            <a:fillRect/>
          </a:stretch>
        </p:blipFill>
        <p:spPr/>
      </p:pic>
    </p:spTree>
    <p:extLst>
      <p:ext uri="{BB962C8B-B14F-4D97-AF65-F5344CB8AC3E}">
        <p14:creationId xmlns:p14="http://schemas.microsoft.com/office/powerpoint/2010/main" val="2628183853"/>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98D9-AB25-A6BF-F169-16B02444D93D}"/>
              </a:ext>
            </a:extLst>
          </p:cNvPr>
          <p:cNvSpPr>
            <a:spLocks noGrp="1"/>
          </p:cNvSpPr>
          <p:nvPr>
            <p:ph type="title"/>
          </p:nvPr>
        </p:nvSpPr>
        <p:spPr>
          <a:xfrm>
            <a:off x="609600" y="264085"/>
            <a:ext cx="10972800" cy="946389"/>
          </a:xfrm>
        </p:spPr>
        <p:txBody>
          <a:bodyPr/>
          <a:lstStyle/>
          <a:p>
            <a:r>
              <a:rPr lang="en-US"/>
              <a:t>Dark icons for white backgrounds</a:t>
            </a:r>
          </a:p>
        </p:txBody>
      </p:sp>
      <p:sp>
        <p:nvSpPr>
          <p:cNvPr id="248" name="TextBox 247">
            <a:extLst>
              <a:ext uri="{FF2B5EF4-FFF2-40B4-BE49-F238E27FC236}">
                <a16:creationId xmlns:a16="http://schemas.microsoft.com/office/drawing/2014/main" id="{707FE76F-7858-5328-A389-95599CE6CC9F}"/>
              </a:ext>
            </a:extLst>
          </p:cNvPr>
          <p:cNvSpPr txBox="1"/>
          <p:nvPr/>
        </p:nvSpPr>
        <p:spPr>
          <a:xfrm>
            <a:off x="609600" y="1504582"/>
            <a:ext cx="944489" cy="233013"/>
          </a:xfrm>
          <a:prstGeom prst="rect">
            <a:avLst/>
          </a:prstGeom>
          <a:noFill/>
        </p:spPr>
        <p:txBody>
          <a:bodyPr wrap="none" rtlCol="0">
            <a:spAutoFit/>
          </a:bodyPr>
          <a:lstStyle/>
          <a:p>
            <a:pPr algn="l">
              <a:lnSpc>
                <a:spcPct val="110000"/>
              </a:lnSpc>
              <a:spcBef>
                <a:spcPts val="900"/>
              </a:spcBef>
            </a:pPr>
            <a:r>
              <a:rPr lang="en-US" sz="900" b="1"/>
              <a:t>Alerts &amp; actions</a:t>
            </a:r>
          </a:p>
        </p:txBody>
      </p:sp>
      <p:pic>
        <p:nvPicPr>
          <p:cNvPr id="250" name="Graphic 249" descr="Alert notice icon">
            <a:extLst>
              <a:ext uri="{FF2B5EF4-FFF2-40B4-BE49-F238E27FC236}">
                <a16:creationId xmlns:a16="http://schemas.microsoft.com/office/drawing/2014/main" id="{DC0EC477-C38A-DD3B-1301-C745E92F3D6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10738" y="1504582"/>
            <a:ext cx="274320" cy="274320"/>
          </a:xfrm>
          <a:prstGeom prst="rect">
            <a:avLst/>
          </a:prstGeom>
        </p:spPr>
      </p:pic>
      <p:pic>
        <p:nvPicPr>
          <p:cNvPr id="252" name="Graphic 251" descr="check circle icon">
            <a:extLst>
              <a:ext uri="{FF2B5EF4-FFF2-40B4-BE49-F238E27FC236}">
                <a16:creationId xmlns:a16="http://schemas.microsoft.com/office/drawing/2014/main" id="{B396E55C-3C48-BF56-A593-8273C5381D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62611" y="1504582"/>
            <a:ext cx="274320" cy="274320"/>
          </a:xfrm>
          <a:prstGeom prst="rect">
            <a:avLst/>
          </a:prstGeom>
        </p:spPr>
      </p:pic>
      <p:pic>
        <p:nvPicPr>
          <p:cNvPr id="254" name="Graphic 253" descr="x circle icon">
            <a:extLst>
              <a:ext uri="{FF2B5EF4-FFF2-40B4-BE49-F238E27FC236}">
                <a16:creationId xmlns:a16="http://schemas.microsoft.com/office/drawing/2014/main" id="{D272A74F-26B7-9C9D-C871-28636340C9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14484" y="1504582"/>
            <a:ext cx="274320" cy="274320"/>
          </a:xfrm>
          <a:prstGeom prst="rect">
            <a:avLst/>
          </a:prstGeom>
        </p:spPr>
      </p:pic>
      <p:pic>
        <p:nvPicPr>
          <p:cNvPr id="256" name="Graphic 255" descr="question mark circle icon">
            <a:extLst>
              <a:ext uri="{FF2B5EF4-FFF2-40B4-BE49-F238E27FC236}">
                <a16:creationId xmlns:a16="http://schemas.microsoft.com/office/drawing/2014/main" id="{518DE13D-E83D-79CF-20CD-0A03E9F3F18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66357" y="1504582"/>
            <a:ext cx="274320" cy="274320"/>
          </a:xfrm>
          <a:prstGeom prst="rect">
            <a:avLst/>
          </a:prstGeom>
        </p:spPr>
      </p:pic>
      <p:pic>
        <p:nvPicPr>
          <p:cNvPr id="258" name="Graphic 257" descr="info circle icon">
            <a:extLst>
              <a:ext uri="{FF2B5EF4-FFF2-40B4-BE49-F238E27FC236}">
                <a16:creationId xmlns:a16="http://schemas.microsoft.com/office/drawing/2014/main" id="{E99C56B4-E5A8-9B7D-330F-E94884A8D03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18230" y="1504582"/>
            <a:ext cx="274320" cy="274320"/>
          </a:xfrm>
          <a:prstGeom prst="rect">
            <a:avLst/>
          </a:prstGeom>
        </p:spPr>
      </p:pic>
      <p:pic>
        <p:nvPicPr>
          <p:cNvPr id="260" name="Graphic 259" descr="warning icon">
            <a:extLst>
              <a:ext uri="{FF2B5EF4-FFF2-40B4-BE49-F238E27FC236}">
                <a16:creationId xmlns:a16="http://schemas.microsoft.com/office/drawing/2014/main" id="{769BD613-E2B6-CD21-5F8F-9C1D41F8DDA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570103" y="1504582"/>
            <a:ext cx="274320" cy="274320"/>
          </a:xfrm>
          <a:prstGeom prst="rect">
            <a:avLst/>
          </a:prstGeom>
        </p:spPr>
      </p:pic>
      <p:sp>
        <p:nvSpPr>
          <p:cNvPr id="262" name="TextBox 261">
            <a:extLst>
              <a:ext uri="{FF2B5EF4-FFF2-40B4-BE49-F238E27FC236}">
                <a16:creationId xmlns:a16="http://schemas.microsoft.com/office/drawing/2014/main" id="{57BD9DF8-3AED-FD0D-C21D-FAEB5BF57DB7}"/>
              </a:ext>
            </a:extLst>
          </p:cNvPr>
          <p:cNvSpPr txBox="1"/>
          <p:nvPr/>
        </p:nvSpPr>
        <p:spPr>
          <a:xfrm>
            <a:off x="609600" y="2013112"/>
            <a:ext cx="529312" cy="233013"/>
          </a:xfrm>
          <a:prstGeom prst="rect">
            <a:avLst/>
          </a:prstGeom>
          <a:noFill/>
        </p:spPr>
        <p:txBody>
          <a:bodyPr wrap="none" rtlCol="0">
            <a:spAutoFit/>
          </a:bodyPr>
          <a:lstStyle/>
          <a:p>
            <a:pPr algn="l">
              <a:lnSpc>
                <a:spcPct val="110000"/>
              </a:lnSpc>
              <a:spcBef>
                <a:spcPts val="900"/>
              </a:spcBef>
            </a:pPr>
            <a:r>
              <a:rPr lang="en-US" sz="900" b="1"/>
              <a:t>Arrows</a:t>
            </a:r>
          </a:p>
        </p:txBody>
      </p:sp>
      <p:pic>
        <p:nvPicPr>
          <p:cNvPr id="264" name="Graphic 263" descr="arrow up icon">
            <a:extLst>
              <a:ext uri="{FF2B5EF4-FFF2-40B4-BE49-F238E27FC236}">
                <a16:creationId xmlns:a16="http://schemas.microsoft.com/office/drawing/2014/main" id="{D0D4DA5A-584E-8303-F899-6E7DA5CCEC8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810738" y="2013112"/>
            <a:ext cx="274320" cy="274320"/>
          </a:xfrm>
          <a:prstGeom prst="rect">
            <a:avLst/>
          </a:prstGeom>
        </p:spPr>
      </p:pic>
      <p:pic>
        <p:nvPicPr>
          <p:cNvPr id="266" name="Graphic 265" descr="arrow left icon">
            <a:extLst>
              <a:ext uri="{FF2B5EF4-FFF2-40B4-BE49-F238E27FC236}">
                <a16:creationId xmlns:a16="http://schemas.microsoft.com/office/drawing/2014/main" id="{A166896F-F525-AD4A-961F-A82A87771C1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162611" y="2013112"/>
            <a:ext cx="274320" cy="274320"/>
          </a:xfrm>
          <a:prstGeom prst="rect">
            <a:avLst/>
          </a:prstGeom>
        </p:spPr>
      </p:pic>
      <p:pic>
        <p:nvPicPr>
          <p:cNvPr id="268" name="Graphic 267" descr="arrow down icon">
            <a:extLst>
              <a:ext uri="{FF2B5EF4-FFF2-40B4-BE49-F238E27FC236}">
                <a16:creationId xmlns:a16="http://schemas.microsoft.com/office/drawing/2014/main" id="{0C461054-B17D-9C9D-1F20-1931CD65DE0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514484" y="2013112"/>
            <a:ext cx="274320" cy="274320"/>
          </a:xfrm>
          <a:prstGeom prst="rect">
            <a:avLst/>
          </a:prstGeom>
        </p:spPr>
      </p:pic>
      <p:pic>
        <p:nvPicPr>
          <p:cNvPr id="270" name="Graphic 269" descr="arrow right icon">
            <a:extLst>
              <a:ext uri="{FF2B5EF4-FFF2-40B4-BE49-F238E27FC236}">
                <a16:creationId xmlns:a16="http://schemas.microsoft.com/office/drawing/2014/main" id="{F9E5BD5B-7A49-60E0-0293-3550EBEBDB99}"/>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866357" y="2013112"/>
            <a:ext cx="274320" cy="274320"/>
          </a:xfrm>
          <a:prstGeom prst="rect">
            <a:avLst/>
          </a:prstGeom>
        </p:spPr>
      </p:pic>
      <p:pic>
        <p:nvPicPr>
          <p:cNvPr id="272" name="Graphic 271" descr="switch arrows icon">
            <a:extLst>
              <a:ext uri="{FF2B5EF4-FFF2-40B4-BE49-F238E27FC236}">
                <a16:creationId xmlns:a16="http://schemas.microsoft.com/office/drawing/2014/main" id="{1E0649EF-2D45-1DF2-A15A-8684AD8C0AC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218230" y="2013112"/>
            <a:ext cx="274320" cy="274320"/>
          </a:xfrm>
          <a:prstGeom prst="rect">
            <a:avLst/>
          </a:prstGeom>
        </p:spPr>
      </p:pic>
      <p:pic>
        <p:nvPicPr>
          <p:cNvPr id="274" name="Graphic 273" descr="update icon">
            <a:extLst>
              <a:ext uri="{FF2B5EF4-FFF2-40B4-BE49-F238E27FC236}">
                <a16:creationId xmlns:a16="http://schemas.microsoft.com/office/drawing/2014/main" id="{18431F24-85CD-4C15-1279-88E20D72B426}"/>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3570103" y="2013112"/>
            <a:ext cx="274320" cy="274320"/>
          </a:xfrm>
          <a:prstGeom prst="rect">
            <a:avLst/>
          </a:prstGeom>
        </p:spPr>
      </p:pic>
      <p:pic>
        <p:nvPicPr>
          <p:cNvPr id="276" name="Graphic 275" descr="rotate cw icon">
            <a:extLst>
              <a:ext uri="{FF2B5EF4-FFF2-40B4-BE49-F238E27FC236}">
                <a16:creationId xmlns:a16="http://schemas.microsoft.com/office/drawing/2014/main" id="{AB7725A9-4B8D-CE75-A32D-C7FF848AB944}"/>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921976" y="2013112"/>
            <a:ext cx="274320" cy="274320"/>
          </a:xfrm>
          <a:prstGeom prst="rect">
            <a:avLst/>
          </a:prstGeom>
        </p:spPr>
      </p:pic>
      <p:pic>
        <p:nvPicPr>
          <p:cNvPr id="278" name="Graphic 277" descr="rotate ccw icon">
            <a:extLst>
              <a:ext uri="{FF2B5EF4-FFF2-40B4-BE49-F238E27FC236}">
                <a16:creationId xmlns:a16="http://schemas.microsoft.com/office/drawing/2014/main" id="{E0FBB132-817D-C4D0-7439-3ED0B98E4FF9}"/>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273849" y="2013112"/>
            <a:ext cx="274320" cy="274320"/>
          </a:xfrm>
          <a:prstGeom prst="rect">
            <a:avLst/>
          </a:prstGeom>
        </p:spPr>
      </p:pic>
      <p:pic>
        <p:nvPicPr>
          <p:cNvPr id="280" name="Graphic 279" descr="remix icon">
            <a:extLst>
              <a:ext uri="{FF2B5EF4-FFF2-40B4-BE49-F238E27FC236}">
                <a16:creationId xmlns:a16="http://schemas.microsoft.com/office/drawing/2014/main" id="{D68CBA29-7C6E-7DBC-E33B-5A37A7930786}"/>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4631437" y="2013112"/>
            <a:ext cx="274320" cy="274320"/>
          </a:xfrm>
          <a:prstGeom prst="rect">
            <a:avLst/>
          </a:prstGeom>
        </p:spPr>
      </p:pic>
      <p:sp>
        <p:nvSpPr>
          <p:cNvPr id="282" name="TextBox 281">
            <a:extLst>
              <a:ext uri="{FF2B5EF4-FFF2-40B4-BE49-F238E27FC236}">
                <a16:creationId xmlns:a16="http://schemas.microsoft.com/office/drawing/2014/main" id="{EDB45DAC-8A1B-3E6A-F95E-03FED23D4B7E}"/>
              </a:ext>
            </a:extLst>
          </p:cNvPr>
          <p:cNvSpPr txBox="1"/>
          <p:nvPr/>
        </p:nvSpPr>
        <p:spPr>
          <a:xfrm>
            <a:off x="609600" y="2521642"/>
            <a:ext cx="768159" cy="233013"/>
          </a:xfrm>
          <a:prstGeom prst="rect">
            <a:avLst/>
          </a:prstGeom>
          <a:noFill/>
        </p:spPr>
        <p:txBody>
          <a:bodyPr wrap="none" rtlCol="0">
            <a:spAutoFit/>
          </a:bodyPr>
          <a:lstStyle/>
          <a:p>
            <a:pPr algn="l">
              <a:lnSpc>
                <a:spcPct val="110000"/>
              </a:lnSpc>
              <a:spcBef>
                <a:spcPts val="900"/>
              </a:spcBef>
            </a:pPr>
            <a:r>
              <a:rPr lang="en-US" sz="900" b="1"/>
              <a:t>Art &amp; media</a:t>
            </a:r>
          </a:p>
        </p:txBody>
      </p:sp>
      <p:pic>
        <p:nvPicPr>
          <p:cNvPr id="284" name="Graphic 283" descr="3d icon">
            <a:extLst>
              <a:ext uri="{FF2B5EF4-FFF2-40B4-BE49-F238E27FC236}">
                <a16:creationId xmlns:a16="http://schemas.microsoft.com/office/drawing/2014/main" id="{DA9A2C25-7801-877A-8FC9-03A25495F3FC}"/>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810738" y="2521642"/>
            <a:ext cx="274320" cy="274320"/>
          </a:xfrm>
          <a:prstGeom prst="rect">
            <a:avLst/>
          </a:prstGeom>
        </p:spPr>
      </p:pic>
      <p:pic>
        <p:nvPicPr>
          <p:cNvPr id="286" name="Graphic 285" descr="mic icon">
            <a:extLst>
              <a:ext uri="{FF2B5EF4-FFF2-40B4-BE49-F238E27FC236}">
                <a16:creationId xmlns:a16="http://schemas.microsoft.com/office/drawing/2014/main" id="{4DFBE491-DA8F-E424-D5F0-575B41C6B4A9}"/>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2162611" y="2521642"/>
            <a:ext cx="274320" cy="274320"/>
          </a:xfrm>
          <a:prstGeom prst="rect">
            <a:avLst/>
          </a:prstGeom>
        </p:spPr>
      </p:pic>
      <p:pic>
        <p:nvPicPr>
          <p:cNvPr id="288" name="Graphic 287" descr="camera icon">
            <a:extLst>
              <a:ext uri="{FF2B5EF4-FFF2-40B4-BE49-F238E27FC236}">
                <a16:creationId xmlns:a16="http://schemas.microsoft.com/office/drawing/2014/main" id="{17BB1BB4-3CBC-9E78-88FC-84BECF2F5418}"/>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2514484" y="2521642"/>
            <a:ext cx="274320" cy="274320"/>
          </a:xfrm>
          <a:prstGeom prst="rect">
            <a:avLst/>
          </a:prstGeom>
        </p:spPr>
      </p:pic>
      <p:pic>
        <p:nvPicPr>
          <p:cNvPr id="290" name="Graphic 289" descr="video camera icon">
            <a:extLst>
              <a:ext uri="{FF2B5EF4-FFF2-40B4-BE49-F238E27FC236}">
                <a16:creationId xmlns:a16="http://schemas.microsoft.com/office/drawing/2014/main" id="{C5AD98A8-8570-D215-E41D-1ED0068F3FA9}"/>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2866357" y="2521642"/>
            <a:ext cx="274320" cy="274320"/>
          </a:xfrm>
          <a:prstGeom prst="rect">
            <a:avLst/>
          </a:prstGeom>
        </p:spPr>
      </p:pic>
      <p:pic>
        <p:nvPicPr>
          <p:cNvPr id="292" name="Graphic 291" descr="palette icon">
            <a:extLst>
              <a:ext uri="{FF2B5EF4-FFF2-40B4-BE49-F238E27FC236}">
                <a16:creationId xmlns:a16="http://schemas.microsoft.com/office/drawing/2014/main" id="{9E7E6FE5-DC55-54B0-788C-24374906DC83}"/>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3218230" y="2521642"/>
            <a:ext cx="274320" cy="274320"/>
          </a:xfrm>
          <a:prstGeom prst="rect">
            <a:avLst/>
          </a:prstGeom>
        </p:spPr>
      </p:pic>
      <p:pic>
        <p:nvPicPr>
          <p:cNvPr id="294" name="Graphic 293" descr="play video icon">
            <a:extLst>
              <a:ext uri="{FF2B5EF4-FFF2-40B4-BE49-F238E27FC236}">
                <a16:creationId xmlns:a16="http://schemas.microsoft.com/office/drawing/2014/main" id="{89870158-0946-2ABF-1ADA-79D1EC88B4F6}"/>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3570103" y="2521642"/>
            <a:ext cx="274320" cy="274320"/>
          </a:xfrm>
          <a:prstGeom prst="rect">
            <a:avLst/>
          </a:prstGeom>
        </p:spPr>
      </p:pic>
      <p:pic>
        <p:nvPicPr>
          <p:cNvPr id="296" name="Graphic 295" descr="image icon">
            <a:extLst>
              <a:ext uri="{FF2B5EF4-FFF2-40B4-BE49-F238E27FC236}">
                <a16:creationId xmlns:a16="http://schemas.microsoft.com/office/drawing/2014/main" id="{6490C513-2250-6145-31E0-37C047B725F4}"/>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3921976" y="2521642"/>
            <a:ext cx="274320" cy="274320"/>
          </a:xfrm>
          <a:prstGeom prst="rect">
            <a:avLst/>
          </a:prstGeom>
        </p:spPr>
      </p:pic>
      <p:pic>
        <p:nvPicPr>
          <p:cNvPr id="298" name="Graphic 297" descr="image stack icon">
            <a:extLst>
              <a:ext uri="{FF2B5EF4-FFF2-40B4-BE49-F238E27FC236}">
                <a16:creationId xmlns:a16="http://schemas.microsoft.com/office/drawing/2014/main" id="{04D8988A-1FAE-53B9-704A-F167619966D5}"/>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4273849" y="2521642"/>
            <a:ext cx="274320" cy="274320"/>
          </a:xfrm>
          <a:prstGeom prst="rect">
            <a:avLst/>
          </a:prstGeom>
        </p:spPr>
      </p:pic>
      <p:pic>
        <p:nvPicPr>
          <p:cNvPr id="300" name="Graphic 299" descr="crop icon">
            <a:extLst>
              <a:ext uri="{FF2B5EF4-FFF2-40B4-BE49-F238E27FC236}">
                <a16:creationId xmlns:a16="http://schemas.microsoft.com/office/drawing/2014/main" id="{302A93C7-54E3-5BB3-9121-D0ED2B695B17}"/>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4631437" y="2521642"/>
            <a:ext cx="274320" cy="274320"/>
          </a:xfrm>
          <a:prstGeom prst="rect">
            <a:avLst/>
          </a:prstGeom>
        </p:spPr>
      </p:pic>
      <p:pic>
        <p:nvPicPr>
          <p:cNvPr id="302" name="Graphic 301" descr="record icon">
            <a:extLst>
              <a:ext uri="{FF2B5EF4-FFF2-40B4-BE49-F238E27FC236}">
                <a16:creationId xmlns:a16="http://schemas.microsoft.com/office/drawing/2014/main" id="{FEA17995-513B-1DB0-B5AA-0B524982FA34}"/>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1810738" y="2977119"/>
            <a:ext cx="274320" cy="274320"/>
          </a:xfrm>
          <a:prstGeom prst="rect">
            <a:avLst/>
          </a:prstGeom>
        </p:spPr>
      </p:pic>
      <p:pic>
        <p:nvPicPr>
          <p:cNvPr id="304" name="Graphic 303" descr="play icon">
            <a:extLst>
              <a:ext uri="{FF2B5EF4-FFF2-40B4-BE49-F238E27FC236}">
                <a16:creationId xmlns:a16="http://schemas.microsoft.com/office/drawing/2014/main" id="{AA9DDDC6-B6BA-57B9-8990-54E0A34060BA}"/>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2162611" y="2977119"/>
            <a:ext cx="274320" cy="274320"/>
          </a:xfrm>
          <a:prstGeom prst="rect">
            <a:avLst/>
          </a:prstGeom>
        </p:spPr>
      </p:pic>
      <p:pic>
        <p:nvPicPr>
          <p:cNvPr id="306" name="Graphic 305" descr="step forward icon">
            <a:extLst>
              <a:ext uri="{FF2B5EF4-FFF2-40B4-BE49-F238E27FC236}">
                <a16:creationId xmlns:a16="http://schemas.microsoft.com/office/drawing/2014/main" id="{53537FBA-A715-8EE7-999A-34A4EDF8ECAA}"/>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2514484" y="2977119"/>
            <a:ext cx="274320" cy="274320"/>
          </a:xfrm>
          <a:prstGeom prst="rect">
            <a:avLst/>
          </a:prstGeom>
        </p:spPr>
      </p:pic>
      <p:pic>
        <p:nvPicPr>
          <p:cNvPr id="308" name="Graphic 307" descr="pause icon">
            <a:extLst>
              <a:ext uri="{FF2B5EF4-FFF2-40B4-BE49-F238E27FC236}">
                <a16:creationId xmlns:a16="http://schemas.microsoft.com/office/drawing/2014/main" id="{CD49E6BE-E721-FE90-8C0E-C4ED3498E077}"/>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2866357" y="2977119"/>
            <a:ext cx="274320" cy="274320"/>
          </a:xfrm>
          <a:prstGeom prst="rect">
            <a:avLst/>
          </a:prstGeom>
        </p:spPr>
      </p:pic>
      <p:pic>
        <p:nvPicPr>
          <p:cNvPr id="310" name="Graphic 309" descr="pencil icon">
            <a:extLst>
              <a:ext uri="{FF2B5EF4-FFF2-40B4-BE49-F238E27FC236}">
                <a16:creationId xmlns:a16="http://schemas.microsoft.com/office/drawing/2014/main" id="{CF336068-05C6-AAF5-C365-C6A0D6A6A5FA}"/>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3218230" y="2977119"/>
            <a:ext cx="274320" cy="274320"/>
          </a:xfrm>
          <a:prstGeom prst="rect">
            <a:avLst/>
          </a:prstGeom>
        </p:spPr>
      </p:pic>
      <p:pic>
        <p:nvPicPr>
          <p:cNvPr id="312" name="Graphic 311" descr="paintbrush icon">
            <a:extLst>
              <a:ext uri="{FF2B5EF4-FFF2-40B4-BE49-F238E27FC236}">
                <a16:creationId xmlns:a16="http://schemas.microsoft.com/office/drawing/2014/main" id="{2D54AFD8-7656-805F-DDD1-D7159851E8CF}"/>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3570103" y="2977119"/>
            <a:ext cx="274320" cy="274320"/>
          </a:xfrm>
          <a:prstGeom prst="rect">
            <a:avLst/>
          </a:prstGeom>
        </p:spPr>
      </p:pic>
      <p:pic>
        <p:nvPicPr>
          <p:cNvPr id="314" name="Graphic 313" descr="pen icon">
            <a:extLst>
              <a:ext uri="{FF2B5EF4-FFF2-40B4-BE49-F238E27FC236}">
                <a16:creationId xmlns:a16="http://schemas.microsoft.com/office/drawing/2014/main" id="{95E3A0DB-4DD4-204B-1872-2332B49338F7}"/>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3921976" y="2977119"/>
            <a:ext cx="274320" cy="274320"/>
          </a:xfrm>
          <a:prstGeom prst="rect">
            <a:avLst/>
          </a:prstGeom>
        </p:spPr>
      </p:pic>
      <p:sp>
        <p:nvSpPr>
          <p:cNvPr id="316" name="TextBox 315">
            <a:extLst>
              <a:ext uri="{FF2B5EF4-FFF2-40B4-BE49-F238E27FC236}">
                <a16:creationId xmlns:a16="http://schemas.microsoft.com/office/drawing/2014/main" id="{87117587-A573-D9ED-66A7-5248F8E7CA80}"/>
              </a:ext>
            </a:extLst>
          </p:cNvPr>
          <p:cNvSpPr txBox="1"/>
          <p:nvPr/>
        </p:nvSpPr>
        <p:spPr>
          <a:xfrm>
            <a:off x="609600" y="3485649"/>
            <a:ext cx="973343" cy="233013"/>
          </a:xfrm>
          <a:prstGeom prst="rect">
            <a:avLst/>
          </a:prstGeom>
          <a:noFill/>
        </p:spPr>
        <p:txBody>
          <a:bodyPr wrap="none" rtlCol="0">
            <a:spAutoFit/>
          </a:bodyPr>
          <a:lstStyle/>
          <a:p>
            <a:pPr algn="l">
              <a:lnSpc>
                <a:spcPct val="110000"/>
              </a:lnSpc>
              <a:spcBef>
                <a:spcPts val="900"/>
              </a:spcBef>
            </a:pPr>
            <a:r>
              <a:rPr lang="en-US" sz="900" b="1"/>
              <a:t>Charts &amp; </a:t>
            </a:r>
            <a:r>
              <a:rPr lang="en-US" sz="900" b="1" err="1"/>
              <a:t>dataviz</a:t>
            </a:r>
            <a:endParaRPr lang="en-US" sz="900" b="1"/>
          </a:p>
        </p:txBody>
      </p:sp>
      <p:pic>
        <p:nvPicPr>
          <p:cNvPr id="318" name="Graphic 317" descr="bar chart icon">
            <a:extLst>
              <a:ext uri="{FF2B5EF4-FFF2-40B4-BE49-F238E27FC236}">
                <a16:creationId xmlns:a16="http://schemas.microsoft.com/office/drawing/2014/main" id="{766C0376-2E51-323B-0468-77383E8548EC}"/>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1810738" y="3485649"/>
            <a:ext cx="274320" cy="274320"/>
          </a:xfrm>
          <a:prstGeom prst="rect">
            <a:avLst/>
          </a:prstGeom>
        </p:spPr>
      </p:pic>
      <p:pic>
        <p:nvPicPr>
          <p:cNvPr id="320" name="Graphic 319" descr="increase bar chart icon">
            <a:extLst>
              <a:ext uri="{FF2B5EF4-FFF2-40B4-BE49-F238E27FC236}">
                <a16:creationId xmlns:a16="http://schemas.microsoft.com/office/drawing/2014/main" id="{C1F5F3B9-0885-3FF7-1968-2AD8864CA44E}"/>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2162611" y="3485649"/>
            <a:ext cx="274320" cy="274320"/>
          </a:xfrm>
          <a:prstGeom prst="rect">
            <a:avLst/>
          </a:prstGeom>
        </p:spPr>
      </p:pic>
      <p:pic>
        <p:nvPicPr>
          <p:cNvPr id="322" name="Graphic 321" descr="pie chart icon">
            <a:extLst>
              <a:ext uri="{FF2B5EF4-FFF2-40B4-BE49-F238E27FC236}">
                <a16:creationId xmlns:a16="http://schemas.microsoft.com/office/drawing/2014/main" id="{33C90B16-8DCE-B908-910A-7B6ACDF6C16E}"/>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2514484" y="3485649"/>
            <a:ext cx="274320" cy="274320"/>
          </a:xfrm>
          <a:prstGeom prst="rect">
            <a:avLst/>
          </a:prstGeom>
        </p:spPr>
      </p:pic>
      <p:pic>
        <p:nvPicPr>
          <p:cNvPr id="324" name="Graphic 323" descr="donut chart icon">
            <a:extLst>
              <a:ext uri="{FF2B5EF4-FFF2-40B4-BE49-F238E27FC236}">
                <a16:creationId xmlns:a16="http://schemas.microsoft.com/office/drawing/2014/main" id="{E2F27302-B024-5AED-5D15-1B2642E47642}"/>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2866357" y="3485649"/>
            <a:ext cx="274320" cy="274320"/>
          </a:xfrm>
          <a:prstGeom prst="rect">
            <a:avLst/>
          </a:prstGeom>
        </p:spPr>
      </p:pic>
      <p:pic>
        <p:nvPicPr>
          <p:cNvPr id="326" name="Graphic 325" descr="venn diagram icon">
            <a:extLst>
              <a:ext uri="{FF2B5EF4-FFF2-40B4-BE49-F238E27FC236}">
                <a16:creationId xmlns:a16="http://schemas.microsoft.com/office/drawing/2014/main" id="{6F71792D-7482-3ACC-9F24-970062574AA3}"/>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3218230" y="3485649"/>
            <a:ext cx="274320" cy="274320"/>
          </a:xfrm>
          <a:prstGeom prst="rect">
            <a:avLst/>
          </a:prstGeom>
        </p:spPr>
      </p:pic>
      <p:pic>
        <p:nvPicPr>
          <p:cNvPr id="328" name="Graphic 327" descr="social network icon">
            <a:extLst>
              <a:ext uri="{FF2B5EF4-FFF2-40B4-BE49-F238E27FC236}">
                <a16:creationId xmlns:a16="http://schemas.microsoft.com/office/drawing/2014/main" id="{8BA18BF6-ECF1-F65F-ED00-D88A51A44B1F}"/>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3570103" y="3485649"/>
            <a:ext cx="274320" cy="274320"/>
          </a:xfrm>
          <a:prstGeom prst="rect">
            <a:avLst/>
          </a:prstGeom>
        </p:spPr>
      </p:pic>
      <p:pic>
        <p:nvPicPr>
          <p:cNvPr id="330" name="Graphic 329" descr="dashboard icon">
            <a:extLst>
              <a:ext uri="{FF2B5EF4-FFF2-40B4-BE49-F238E27FC236}">
                <a16:creationId xmlns:a16="http://schemas.microsoft.com/office/drawing/2014/main" id="{CB63EAA3-9BDF-8E80-4E10-13DDE24AB973}"/>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3921976" y="3485649"/>
            <a:ext cx="274320" cy="274320"/>
          </a:xfrm>
          <a:prstGeom prst="rect">
            <a:avLst/>
          </a:prstGeom>
        </p:spPr>
      </p:pic>
      <p:sp>
        <p:nvSpPr>
          <p:cNvPr id="332" name="TextBox 331">
            <a:extLst>
              <a:ext uri="{FF2B5EF4-FFF2-40B4-BE49-F238E27FC236}">
                <a16:creationId xmlns:a16="http://schemas.microsoft.com/office/drawing/2014/main" id="{B6F1702A-A40F-D41C-511C-07FC70D2127C}"/>
              </a:ext>
            </a:extLst>
          </p:cNvPr>
          <p:cNvSpPr txBox="1"/>
          <p:nvPr/>
        </p:nvSpPr>
        <p:spPr>
          <a:xfrm>
            <a:off x="609600" y="3994179"/>
            <a:ext cx="712054" cy="233013"/>
          </a:xfrm>
          <a:prstGeom prst="rect">
            <a:avLst/>
          </a:prstGeom>
          <a:noFill/>
        </p:spPr>
        <p:txBody>
          <a:bodyPr wrap="none" rtlCol="0">
            <a:spAutoFit/>
          </a:bodyPr>
          <a:lstStyle/>
          <a:p>
            <a:pPr algn="l">
              <a:lnSpc>
                <a:spcPct val="110000"/>
              </a:lnSpc>
              <a:spcBef>
                <a:spcPts val="900"/>
              </a:spcBef>
            </a:pPr>
            <a:r>
              <a:rPr lang="en-US" sz="900" b="1"/>
              <a:t>Commerce</a:t>
            </a:r>
          </a:p>
        </p:txBody>
      </p:sp>
      <p:pic>
        <p:nvPicPr>
          <p:cNvPr id="334" name="Graphic 333" descr="currency icon">
            <a:extLst>
              <a:ext uri="{FF2B5EF4-FFF2-40B4-BE49-F238E27FC236}">
                <a16:creationId xmlns:a16="http://schemas.microsoft.com/office/drawing/2014/main" id="{CE63F685-0CD5-DF82-EA6D-DC690969BCE3}"/>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1810738" y="3994179"/>
            <a:ext cx="274320" cy="274320"/>
          </a:xfrm>
          <a:prstGeom prst="rect">
            <a:avLst/>
          </a:prstGeom>
        </p:spPr>
      </p:pic>
      <p:pic>
        <p:nvPicPr>
          <p:cNvPr id="336" name="Graphic 335" descr="shopping cart icon">
            <a:extLst>
              <a:ext uri="{FF2B5EF4-FFF2-40B4-BE49-F238E27FC236}">
                <a16:creationId xmlns:a16="http://schemas.microsoft.com/office/drawing/2014/main" id="{7CE8EAC5-D2A7-FF5B-460B-D07C74F13DE6}"/>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2162611" y="3994179"/>
            <a:ext cx="274320" cy="274320"/>
          </a:xfrm>
          <a:prstGeom prst="rect">
            <a:avLst/>
          </a:prstGeom>
        </p:spPr>
      </p:pic>
      <p:pic>
        <p:nvPicPr>
          <p:cNvPr id="338" name="Graphic 337" descr="gift icon">
            <a:extLst>
              <a:ext uri="{FF2B5EF4-FFF2-40B4-BE49-F238E27FC236}">
                <a16:creationId xmlns:a16="http://schemas.microsoft.com/office/drawing/2014/main" id="{907E72A4-0659-8454-3B36-C7E8D5D9943A}"/>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2514484" y="3994179"/>
            <a:ext cx="274320" cy="274320"/>
          </a:xfrm>
          <a:prstGeom prst="rect">
            <a:avLst/>
          </a:prstGeom>
        </p:spPr>
      </p:pic>
      <p:sp>
        <p:nvSpPr>
          <p:cNvPr id="340" name="TextBox 339">
            <a:extLst>
              <a:ext uri="{FF2B5EF4-FFF2-40B4-BE49-F238E27FC236}">
                <a16:creationId xmlns:a16="http://schemas.microsoft.com/office/drawing/2014/main" id="{E50C5638-7094-B276-4B9E-34023367CFA2}"/>
              </a:ext>
            </a:extLst>
          </p:cNvPr>
          <p:cNvSpPr txBox="1"/>
          <p:nvPr/>
        </p:nvSpPr>
        <p:spPr>
          <a:xfrm>
            <a:off x="609600" y="4502709"/>
            <a:ext cx="1008609" cy="233013"/>
          </a:xfrm>
          <a:prstGeom prst="rect">
            <a:avLst/>
          </a:prstGeom>
          <a:noFill/>
        </p:spPr>
        <p:txBody>
          <a:bodyPr wrap="none" rtlCol="0">
            <a:spAutoFit/>
          </a:bodyPr>
          <a:lstStyle/>
          <a:p>
            <a:pPr algn="l">
              <a:lnSpc>
                <a:spcPct val="110000"/>
              </a:lnSpc>
              <a:spcBef>
                <a:spcPts val="900"/>
              </a:spcBef>
            </a:pPr>
            <a:r>
              <a:rPr lang="en-US" sz="900" b="1"/>
              <a:t>Communications</a:t>
            </a:r>
          </a:p>
        </p:txBody>
      </p:sp>
      <p:pic>
        <p:nvPicPr>
          <p:cNvPr id="342" name="Graphic 341" descr="speech icon">
            <a:extLst>
              <a:ext uri="{FF2B5EF4-FFF2-40B4-BE49-F238E27FC236}">
                <a16:creationId xmlns:a16="http://schemas.microsoft.com/office/drawing/2014/main" id="{18137C28-988C-EA4A-1776-D5FB41843D78}"/>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1810738" y="4502709"/>
            <a:ext cx="274320" cy="274320"/>
          </a:xfrm>
          <a:prstGeom prst="rect">
            <a:avLst/>
          </a:prstGeom>
        </p:spPr>
      </p:pic>
      <p:pic>
        <p:nvPicPr>
          <p:cNvPr id="344" name="Graphic 343" descr="conversation icon">
            <a:extLst>
              <a:ext uri="{FF2B5EF4-FFF2-40B4-BE49-F238E27FC236}">
                <a16:creationId xmlns:a16="http://schemas.microsoft.com/office/drawing/2014/main" id="{514682F1-BBAE-653A-81D2-D0E931A9AA47}"/>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2162611" y="4502709"/>
            <a:ext cx="274320" cy="274320"/>
          </a:xfrm>
          <a:prstGeom prst="rect">
            <a:avLst/>
          </a:prstGeom>
        </p:spPr>
      </p:pic>
      <p:pic>
        <p:nvPicPr>
          <p:cNvPr id="346" name="Graphic 345" descr="star icon">
            <a:extLst>
              <a:ext uri="{FF2B5EF4-FFF2-40B4-BE49-F238E27FC236}">
                <a16:creationId xmlns:a16="http://schemas.microsoft.com/office/drawing/2014/main" id="{E4BDBF49-0128-3002-8A7D-37FA85EB1573}"/>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2514484" y="4502709"/>
            <a:ext cx="274320" cy="274320"/>
          </a:xfrm>
          <a:prstGeom prst="rect">
            <a:avLst/>
          </a:prstGeom>
        </p:spPr>
      </p:pic>
      <p:pic>
        <p:nvPicPr>
          <p:cNvPr id="348" name="Graphic 347" descr="email icon">
            <a:extLst>
              <a:ext uri="{FF2B5EF4-FFF2-40B4-BE49-F238E27FC236}">
                <a16:creationId xmlns:a16="http://schemas.microsoft.com/office/drawing/2014/main" id="{0B0B0954-1A17-246B-A6BB-3A1382CA7062}"/>
              </a:ext>
            </a:extLst>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2866357" y="4502709"/>
            <a:ext cx="274320" cy="274320"/>
          </a:xfrm>
          <a:prstGeom prst="rect">
            <a:avLst/>
          </a:prstGeom>
        </p:spPr>
      </p:pic>
      <p:pic>
        <p:nvPicPr>
          <p:cNvPr id="350" name="Graphic 349" descr="emoji icon">
            <a:extLst>
              <a:ext uri="{FF2B5EF4-FFF2-40B4-BE49-F238E27FC236}">
                <a16:creationId xmlns:a16="http://schemas.microsoft.com/office/drawing/2014/main" id="{03801727-9C39-3200-8FEF-4B430150D7D9}"/>
              </a:ext>
            </a:extLst>
          </p:cNvPr>
          <p:cNvPicPr>
            <a:picLocks noChangeAspect="1"/>
          </p:cNvPicPr>
          <p:nvPr/>
        </p:nvPicPr>
        <p:blipFill>
          <a:blip r:embed="rId92">
            <a:extLst>
              <a:ext uri="{96DAC541-7B7A-43D3-8B79-37D633B846F1}">
                <asvg:svgBlip xmlns:asvg="http://schemas.microsoft.com/office/drawing/2016/SVG/main" r:embed="rId93"/>
              </a:ext>
            </a:extLst>
          </a:blip>
          <a:stretch>
            <a:fillRect/>
          </a:stretch>
        </p:blipFill>
        <p:spPr>
          <a:xfrm>
            <a:off x="3218230" y="4502709"/>
            <a:ext cx="274320" cy="274320"/>
          </a:xfrm>
          <a:prstGeom prst="rect">
            <a:avLst/>
          </a:prstGeom>
        </p:spPr>
      </p:pic>
      <p:pic>
        <p:nvPicPr>
          <p:cNvPr id="352" name="Graphic 351" descr="bell icon">
            <a:extLst>
              <a:ext uri="{FF2B5EF4-FFF2-40B4-BE49-F238E27FC236}">
                <a16:creationId xmlns:a16="http://schemas.microsoft.com/office/drawing/2014/main" id="{97544CD4-4C24-9D58-689E-3F0304275C86}"/>
              </a:ext>
            </a:extLst>
          </p:cNvPr>
          <p:cNvPicPr>
            <a:picLocks noChangeAspect="1"/>
          </p:cNvPicPr>
          <p:nvPr/>
        </p:nvPicPr>
        <p:blipFill>
          <a:blip r:embed="rId94">
            <a:extLst>
              <a:ext uri="{96DAC541-7B7A-43D3-8B79-37D633B846F1}">
                <asvg:svgBlip xmlns:asvg="http://schemas.microsoft.com/office/drawing/2016/SVG/main" r:embed="rId95"/>
              </a:ext>
            </a:extLst>
          </a:blip>
          <a:stretch>
            <a:fillRect/>
          </a:stretch>
        </p:blipFill>
        <p:spPr>
          <a:xfrm>
            <a:off x="3570103" y="4502709"/>
            <a:ext cx="274320" cy="274320"/>
          </a:xfrm>
          <a:prstGeom prst="rect">
            <a:avLst/>
          </a:prstGeom>
        </p:spPr>
      </p:pic>
      <p:pic>
        <p:nvPicPr>
          <p:cNvPr id="354" name="Graphic 353" descr="heart icon">
            <a:extLst>
              <a:ext uri="{FF2B5EF4-FFF2-40B4-BE49-F238E27FC236}">
                <a16:creationId xmlns:a16="http://schemas.microsoft.com/office/drawing/2014/main" id="{3BC9D3B2-42FA-1C72-CEAA-4461AFB6CBA5}"/>
              </a:ext>
            </a:extLst>
          </p:cNvPr>
          <p:cNvPicPr>
            <a:picLocks noChangeAspect="1"/>
          </p:cNvPicPr>
          <p:nvPr/>
        </p:nvPicPr>
        <p:blipFill>
          <a:blip r:embed="rId96">
            <a:extLst>
              <a:ext uri="{96DAC541-7B7A-43D3-8B79-37D633B846F1}">
                <asvg:svgBlip xmlns:asvg="http://schemas.microsoft.com/office/drawing/2016/SVG/main" r:embed="rId97"/>
              </a:ext>
            </a:extLst>
          </a:blip>
          <a:stretch>
            <a:fillRect/>
          </a:stretch>
        </p:blipFill>
        <p:spPr>
          <a:xfrm>
            <a:off x="3921976" y="4502709"/>
            <a:ext cx="274320" cy="274320"/>
          </a:xfrm>
          <a:prstGeom prst="rect">
            <a:avLst/>
          </a:prstGeom>
        </p:spPr>
      </p:pic>
      <p:pic>
        <p:nvPicPr>
          <p:cNvPr id="356" name="Graphic 355" descr="at sign icon">
            <a:extLst>
              <a:ext uri="{FF2B5EF4-FFF2-40B4-BE49-F238E27FC236}">
                <a16:creationId xmlns:a16="http://schemas.microsoft.com/office/drawing/2014/main" id="{8578CE13-0A3A-98B0-3766-CB88A1C5BC61}"/>
              </a:ext>
            </a:extLst>
          </p:cNvPr>
          <p:cNvPicPr>
            <a:picLocks noChangeAspect="1"/>
          </p:cNvPicPr>
          <p:nvPr/>
        </p:nvPicPr>
        <p:blipFill>
          <a:blip r:embed="rId98">
            <a:extLst>
              <a:ext uri="{96DAC541-7B7A-43D3-8B79-37D633B846F1}">
                <asvg:svgBlip xmlns:asvg="http://schemas.microsoft.com/office/drawing/2016/SVG/main" r:embed="rId99"/>
              </a:ext>
            </a:extLst>
          </a:blip>
          <a:stretch>
            <a:fillRect/>
          </a:stretch>
        </p:blipFill>
        <p:spPr>
          <a:xfrm>
            <a:off x="4273849" y="4502709"/>
            <a:ext cx="274320" cy="274320"/>
          </a:xfrm>
          <a:prstGeom prst="rect">
            <a:avLst/>
          </a:prstGeom>
        </p:spPr>
      </p:pic>
      <p:pic>
        <p:nvPicPr>
          <p:cNvPr id="358" name="Graphic 357" descr="thumbs up icon">
            <a:extLst>
              <a:ext uri="{FF2B5EF4-FFF2-40B4-BE49-F238E27FC236}">
                <a16:creationId xmlns:a16="http://schemas.microsoft.com/office/drawing/2014/main" id="{456BA2F0-D001-D5B7-EEDB-70038AFCB465}"/>
              </a:ext>
            </a:extLst>
          </p:cNvPr>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4625722" y="4502709"/>
            <a:ext cx="285750" cy="274320"/>
          </a:xfrm>
          <a:prstGeom prst="rect">
            <a:avLst/>
          </a:prstGeom>
        </p:spPr>
      </p:pic>
      <p:sp>
        <p:nvSpPr>
          <p:cNvPr id="359" name="TextBox 358">
            <a:extLst>
              <a:ext uri="{FF2B5EF4-FFF2-40B4-BE49-F238E27FC236}">
                <a16:creationId xmlns:a16="http://schemas.microsoft.com/office/drawing/2014/main" id="{1F781101-6D7E-AB4E-C2BD-2F43596DDA7E}"/>
              </a:ext>
            </a:extLst>
          </p:cNvPr>
          <p:cNvSpPr txBox="1"/>
          <p:nvPr/>
        </p:nvSpPr>
        <p:spPr>
          <a:xfrm>
            <a:off x="609600" y="5011239"/>
            <a:ext cx="628698" cy="233013"/>
          </a:xfrm>
          <a:prstGeom prst="rect">
            <a:avLst/>
          </a:prstGeom>
          <a:noFill/>
        </p:spPr>
        <p:txBody>
          <a:bodyPr wrap="none" rtlCol="0">
            <a:spAutoFit/>
          </a:bodyPr>
          <a:lstStyle/>
          <a:p>
            <a:pPr algn="l">
              <a:lnSpc>
                <a:spcPct val="110000"/>
              </a:lnSpc>
              <a:spcBef>
                <a:spcPts val="900"/>
              </a:spcBef>
            </a:pPr>
            <a:r>
              <a:rPr lang="en-US" sz="900" b="1"/>
              <a:t>Concepts</a:t>
            </a:r>
          </a:p>
        </p:txBody>
      </p:sp>
      <p:pic>
        <p:nvPicPr>
          <p:cNvPr id="360" name="Graphic 359" descr="lock icon">
            <a:extLst>
              <a:ext uri="{FF2B5EF4-FFF2-40B4-BE49-F238E27FC236}">
                <a16:creationId xmlns:a16="http://schemas.microsoft.com/office/drawing/2014/main" id="{F4BA5338-42BC-C5CB-BF10-3231DB7682DE}"/>
              </a:ext>
            </a:extLst>
          </p:cNvPr>
          <p:cNvPicPr>
            <a:picLocks noChangeAspect="1"/>
          </p:cNvPicPr>
          <p:nvPr/>
        </p:nvPicPr>
        <p:blipFill>
          <a:blip r:embed="rId102">
            <a:extLst>
              <a:ext uri="{96DAC541-7B7A-43D3-8B79-37D633B846F1}">
                <asvg:svgBlip xmlns:asvg="http://schemas.microsoft.com/office/drawing/2016/SVG/main" r:embed="rId103"/>
              </a:ext>
            </a:extLst>
          </a:blip>
          <a:stretch>
            <a:fillRect/>
          </a:stretch>
        </p:blipFill>
        <p:spPr>
          <a:xfrm>
            <a:off x="1810738" y="5011239"/>
            <a:ext cx="274320" cy="274320"/>
          </a:xfrm>
          <a:prstGeom prst="rect">
            <a:avLst/>
          </a:prstGeom>
        </p:spPr>
      </p:pic>
      <p:pic>
        <p:nvPicPr>
          <p:cNvPr id="361" name="Graphic 360" descr="unlock icon">
            <a:extLst>
              <a:ext uri="{FF2B5EF4-FFF2-40B4-BE49-F238E27FC236}">
                <a16:creationId xmlns:a16="http://schemas.microsoft.com/office/drawing/2014/main" id="{C60B3AD8-046A-14DA-A3EA-CC25C6A73C0C}"/>
              </a:ext>
            </a:extLst>
          </p:cNvPr>
          <p:cNvPicPr>
            <a:picLocks noChangeAspect="1"/>
          </p:cNvPicPr>
          <p:nvPr/>
        </p:nvPicPr>
        <p:blipFill>
          <a:blip r:embed="rId104">
            <a:extLst>
              <a:ext uri="{96DAC541-7B7A-43D3-8B79-37D633B846F1}">
                <asvg:svgBlip xmlns:asvg="http://schemas.microsoft.com/office/drawing/2016/SVG/main" r:embed="rId105"/>
              </a:ext>
            </a:extLst>
          </a:blip>
          <a:stretch>
            <a:fillRect/>
          </a:stretch>
        </p:blipFill>
        <p:spPr>
          <a:xfrm>
            <a:off x="2162611" y="5011239"/>
            <a:ext cx="274320" cy="274320"/>
          </a:xfrm>
          <a:prstGeom prst="rect">
            <a:avLst/>
          </a:prstGeom>
        </p:spPr>
      </p:pic>
      <p:pic>
        <p:nvPicPr>
          <p:cNvPr id="362" name="Graphic 361" descr="eye icon">
            <a:extLst>
              <a:ext uri="{FF2B5EF4-FFF2-40B4-BE49-F238E27FC236}">
                <a16:creationId xmlns:a16="http://schemas.microsoft.com/office/drawing/2014/main" id="{4368D7C9-50EB-0040-BD92-74BC58BD16A9}"/>
              </a:ext>
            </a:extLst>
          </p:cNvPr>
          <p:cNvPicPr>
            <a:picLocks noChangeAspect="1"/>
          </p:cNvPicPr>
          <p:nvPr/>
        </p:nvPicPr>
        <p:blipFill>
          <a:blip r:embed="rId106">
            <a:extLst>
              <a:ext uri="{96DAC541-7B7A-43D3-8B79-37D633B846F1}">
                <asvg:svgBlip xmlns:asvg="http://schemas.microsoft.com/office/drawing/2016/SVG/main" r:embed="rId107"/>
              </a:ext>
            </a:extLst>
          </a:blip>
          <a:stretch>
            <a:fillRect/>
          </a:stretch>
        </p:blipFill>
        <p:spPr>
          <a:xfrm>
            <a:off x="2514484" y="5011239"/>
            <a:ext cx="274320" cy="274320"/>
          </a:xfrm>
          <a:prstGeom prst="rect">
            <a:avLst/>
          </a:prstGeom>
        </p:spPr>
      </p:pic>
      <p:pic>
        <p:nvPicPr>
          <p:cNvPr id="363" name="Graphic 362" descr="no eye icon">
            <a:extLst>
              <a:ext uri="{FF2B5EF4-FFF2-40B4-BE49-F238E27FC236}">
                <a16:creationId xmlns:a16="http://schemas.microsoft.com/office/drawing/2014/main" id="{38314D3A-41FA-2A72-943E-D259C59051F8}"/>
              </a:ext>
            </a:extLst>
          </p:cNvPr>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a:off x="2866357" y="5011239"/>
            <a:ext cx="274320" cy="274320"/>
          </a:xfrm>
          <a:prstGeom prst="rect">
            <a:avLst/>
          </a:prstGeom>
        </p:spPr>
      </p:pic>
      <p:pic>
        <p:nvPicPr>
          <p:cNvPr id="364" name="Graphic 363" descr="binoculars icon">
            <a:extLst>
              <a:ext uri="{FF2B5EF4-FFF2-40B4-BE49-F238E27FC236}">
                <a16:creationId xmlns:a16="http://schemas.microsoft.com/office/drawing/2014/main" id="{86C33EC7-A7B5-E7FA-43D3-75421C027929}"/>
              </a:ext>
            </a:extLst>
          </p:cNvPr>
          <p:cNvPicPr>
            <a:picLocks noChangeAspect="1"/>
          </p:cNvPicPr>
          <p:nvPr/>
        </p:nvPicPr>
        <p:blipFill>
          <a:blip r:embed="rId110">
            <a:extLst>
              <a:ext uri="{96DAC541-7B7A-43D3-8B79-37D633B846F1}">
                <asvg:svgBlip xmlns:asvg="http://schemas.microsoft.com/office/drawing/2016/SVG/main" r:embed="rId111"/>
              </a:ext>
            </a:extLst>
          </a:blip>
          <a:stretch>
            <a:fillRect/>
          </a:stretch>
        </p:blipFill>
        <p:spPr>
          <a:xfrm>
            <a:off x="3218230" y="5011239"/>
            <a:ext cx="274320" cy="274320"/>
          </a:xfrm>
          <a:prstGeom prst="rect">
            <a:avLst/>
          </a:prstGeom>
        </p:spPr>
      </p:pic>
      <p:pic>
        <p:nvPicPr>
          <p:cNvPr id="365" name="Graphic 364" descr="magnifying glass icon">
            <a:extLst>
              <a:ext uri="{FF2B5EF4-FFF2-40B4-BE49-F238E27FC236}">
                <a16:creationId xmlns:a16="http://schemas.microsoft.com/office/drawing/2014/main" id="{22C810E9-E9CE-232A-A3CC-22D0D106CACF}"/>
              </a:ext>
            </a:extLst>
          </p:cNvPr>
          <p:cNvPicPr>
            <a:picLocks noChangeAspect="1"/>
          </p:cNvPicPr>
          <p:nvPr/>
        </p:nvPicPr>
        <p:blipFill>
          <a:blip r:embed="rId112">
            <a:extLst>
              <a:ext uri="{96DAC541-7B7A-43D3-8B79-37D633B846F1}">
                <asvg:svgBlip xmlns:asvg="http://schemas.microsoft.com/office/drawing/2016/SVG/main" r:embed="rId113"/>
              </a:ext>
            </a:extLst>
          </a:blip>
          <a:stretch>
            <a:fillRect/>
          </a:stretch>
        </p:blipFill>
        <p:spPr>
          <a:xfrm>
            <a:off x="3570103" y="5011239"/>
            <a:ext cx="274320" cy="274320"/>
          </a:xfrm>
          <a:prstGeom prst="rect">
            <a:avLst/>
          </a:prstGeom>
        </p:spPr>
      </p:pic>
      <p:pic>
        <p:nvPicPr>
          <p:cNvPr id="366" name="Graphic 365" descr="target icon">
            <a:extLst>
              <a:ext uri="{FF2B5EF4-FFF2-40B4-BE49-F238E27FC236}">
                <a16:creationId xmlns:a16="http://schemas.microsoft.com/office/drawing/2014/main" id="{894BCEA7-E730-B9BC-431D-4941D810C205}"/>
              </a:ext>
            </a:extLst>
          </p:cNvPr>
          <p:cNvPicPr>
            <a:picLocks noChangeAspect="1"/>
          </p:cNvPicPr>
          <p:nvPr/>
        </p:nvPicPr>
        <p:blipFill>
          <a:blip r:embed="rId114">
            <a:extLst>
              <a:ext uri="{96DAC541-7B7A-43D3-8B79-37D633B846F1}">
                <asvg:svgBlip xmlns:asvg="http://schemas.microsoft.com/office/drawing/2016/SVG/main" r:embed="rId115"/>
              </a:ext>
            </a:extLst>
          </a:blip>
          <a:stretch>
            <a:fillRect/>
          </a:stretch>
        </p:blipFill>
        <p:spPr>
          <a:xfrm>
            <a:off x="3921976" y="5011239"/>
            <a:ext cx="274320" cy="274320"/>
          </a:xfrm>
          <a:prstGeom prst="rect">
            <a:avLst/>
          </a:prstGeom>
        </p:spPr>
      </p:pic>
      <p:pic>
        <p:nvPicPr>
          <p:cNvPr id="367" name="Graphic 366" descr="reticle icon">
            <a:extLst>
              <a:ext uri="{FF2B5EF4-FFF2-40B4-BE49-F238E27FC236}">
                <a16:creationId xmlns:a16="http://schemas.microsoft.com/office/drawing/2014/main" id="{776BA056-8F49-FE98-E0A0-983D300579EC}"/>
              </a:ext>
            </a:extLst>
          </p:cNvPr>
          <p:cNvPicPr>
            <a:picLocks noChangeAspect="1"/>
          </p:cNvPicPr>
          <p:nvPr/>
        </p:nvPicPr>
        <p:blipFill>
          <a:blip r:embed="rId116">
            <a:extLst>
              <a:ext uri="{96DAC541-7B7A-43D3-8B79-37D633B846F1}">
                <asvg:svgBlip xmlns:asvg="http://schemas.microsoft.com/office/drawing/2016/SVG/main" r:embed="rId117"/>
              </a:ext>
            </a:extLst>
          </a:blip>
          <a:stretch>
            <a:fillRect/>
          </a:stretch>
        </p:blipFill>
        <p:spPr>
          <a:xfrm>
            <a:off x="4273849" y="5011239"/>
            <a:ext cx="274320" cy="274320"/>
          </a:xfrm>
          <a:prstGeom prst="rect">
            <a:avLst/>
          </a:prstGeom>
        </p:spPr>
      </p:pic>
      <p:pic>
        <p:nvPicPr>
          <p:cNvPr id="368" name="Graphic 367" descr="megaphone icon">
            <a:extLst>
              <a:ext uri="{FF2B5EF4-FFF2-40B4-BE49-F238E27FC236}">
                <a16:creationId xmlns:a16="http://schemas.microsoft.com/office/drawing/2014/main" id="{71D90132-D011-7D99-5574-1D95222CBAEB}"/>
              </a:ext>
            </a:extLst>
          </p:cNvPr>
          <p:cNvPicPr>
            <a:picLocks noChangeAspect="1"/>
          </p:cNvPicPr>
          <p:nvPr/>
        </p:nvPicPr>
        <p:blipFill>
          <a:blip r:embed="rId118">
            <a:extLst>
              <a:ext uri="{96DAC541-7B7A-43D3-8B79-37D633B846F1}">
                <asvg:svgBlip xmlns:asvg="http://schemas.microsoft.com/office/drawing/2016/SVG/main" r:embed="rId119"/>
              </a:ext>
            </a:extLst>
          </a:blip>
          <a:stretch>
            <a:fillRect/>
          </a:stretch>
        </p:blipFill>
        <p:spPr>
          <a:xfrm>
            <a:off x="4631437" y="5011239"/>
            <a:ext cx="274320" cy="274320"/>
          </a:xfrm>
          <a:prstGeom prst="rect">
            <a:avLst/>
          </a:prstGeom>
        </p:spPr>
      </p:pic>
      <p:pic>
        <p:nvPicPr>
          <p:cNvPr id="369" name="Graphic 368" descr="loud megaphone icon">
            <a:extLst>
              <a:ext uri="{FF2B5EF4-FFF2-40B4-BE49-F238E27FC236}">
                <a16:creationId xmlns:a16="http://schemas.microsoft.com/office/drawing/2014/main" id="{93E4CA14-2930-F781-7DA4-D32B0FA154B3}"/>
              </a:ext>
            </a:extLst>
          </p:cNvPr>
          <p:cNvPicPr>
            <a:picLocks noChangeAspect="1"/>
          </p:cNvPicPr>
          <p:nvPr/>
        </p:nvPicPr>
        <p:blipFill>
          <a:blip r:embed="rId120">
            <a:extLst>
              <a:ext uri="{96DAC541-7B7A-43D3-8B79-37D633B846F1}">
                <asvg:svgBlip xmlns:asvg="http://schemas.microsoft.com/office/drawing/2016/SVG/main" r:embed="rId121"/>
              </a:ext>
            </a:extLst>
          </a:blip>
          <a:stretch>
            <a:fillRect/>
          </a:stretch>
        </p:blipFill>
        <p:spPr>
          <a:xfrm>
            <a:off x="4989023" y="5011239"/>
            <a:ext cx="274320" cy="274320"/>
          </a:xfrm>
          <a:prstGeom prst="rect">
            <a:avLst/>
          </a:prstGeom>
        </p:spPr>
      </p:pic>
      <p:pic>
        <p:nvPicPr>
          <p:cNvPr id="370" name="Graphic 369" descr="gear icon">
            <a:extLst>
              <a:ext uri="{FF2B5EF4-FFF2-40B4-BE49-F238E27FC236}">
                <a16:creationId xmlns:a16="http://schemas.microsoft.com/office/drawing/2014/main" id="{4CCE6145-28F4-9497-F900-12B7358D048A}"/>
              </a:ext>
            </a:extLst>
          </p:cNvPr>
          <p:cNvPicPr>
            <a:picLocks noChangeAspect="1"/>
          </p:cNvPicPr>
          <p:nvPr/>
        </p:nvPicPr>
        <p:blipFill>
          <a:blip r:embed="rId122">
            <a:extLst>
              <a:ext uri="{96DAC541-7B7A-43D3-8B79-37D633B846F1}">
                <asvg:svgBlip xmlns:asvg="http://schemas.microsoft.com/office/drawing/2016/SVG/main" r:embed="rId123"/>
              </a:ext>
            </a:extLst>
          </a:blip>
          <a:stretch>
            <a:fillRect/>
          </a:stretch>
        </p:blipFill>
        <p:spPr>
          <a:xfrm>
            <a:off x="1810738" y="5466716"/>
            <a:ext cx="274320" cy="274320"/>
          </a:xfrm>
          <a:prstGeom prst="rect">
            <a:avLst/>
          </a:prstGeom>
        </p:spPr>
      </p:pic>
      <p:pic>
        <p:nvPicPr>
          <p:cNvPr id="371" name="Graphic 370" descr="circle slash icon">
            <a:extLst>
              <a:ext uri="{FF2B5EF4-FFF2-40B4-BE49-F238E27FC236}">
                <a16:creationId xmlns:a16="http://schemas.microsoft.com/office/drawing/2014/main" id="{13839A91-C365-91B2-5E25-38543DCBA5DE}"/>
              </a:ext>
            </a:extLst>
          </p:cNvPr>
          <p:cNvPicPr>
            <a:picLocks noChangeAspect="1"/>
          </p:cNvPicPr>
          <p:nvPr/>
        </p:nvPicPr>
        <p:blipFill>
          <a:blip r:embed="rId124">
            <a:extLst>
              <a:ext uri="{96DAC541-7B7A-43D3-8B79-37D633B846F1}">
                <asvg:svgBlip xmlns:asvg="http://schemas.microsoft.com/office/drawing/2016/SVG/main" r:embed="rId125"/>
              </a:ext>
            </a:extLst>
          </a:blip>
          <a:stretch>
            <a:fillRect/>
          </a:stretch>
        </p:blipFill>
        <p:spPr>
          <a:xfrm>
            <a:off x="2162611" y="5466716"/>
            <a:ext cx="274320" cy="274320"/>
          </a:xfrm>
          <a:prstGeom prst="rect">
            <a:avLst/>
          </a:prstGeom>
        </p:spPr>
      </p:pic>
      <p:pic>
        <p:nvPicPr>
          <p:cNvPr id="372" name="Graphic 371" descr="lightbulb icon">
            <a:extLst>
              <a:ext uri="{FF2B5EF4-FFF2-40B4-BE49-F238E27FC236}">
                <a16:creationId xmlns:a16="http://schemas.microsoft.com/office/drawing/2014/main" id="{BFCD8E82-C80F-94C5-F0DE-DBBF67EE414E}"/>
              </a:ext>
            </a:extLst>
          </p:cNvPr>
          <p:cNvPicPr>
            <a:picLocks noChangeAspect="1"/>
          </p:cNvPicPr>
          <p:nvPr/>
        </p:nvPicPr>
        <p:blipFill>
          <a:blip r:embed="rId126">
            <a:extLst>
              <a:ext uri="{96DAC541-7B7A-43D3-8B79-37D633B846F1}">
                <asvg:svgBlip xmlns:asvg="http://schemas.microsoft.com/office/drawing/2016/SVG/main" r:embed="rId127"/>
              </a:ext>
            </a:extLst>
          </a:blip>
          <a:stretch>
            <a:fillRect/>
          </a:stretch>
        </p:blipFill>
        <p:spPr>
          <a:xfrm>
            <a:off x="2514484" y="5466716"/>
            <a:ext cx="274320" cy="274320"/>
          </a:xfrm>
          <a:prstGeom prst="rect">
            <a:avLst/>
          </a:prstGeom>
        </p:spPr>
      </p:pic>
      <p:pic>
        <p:nvPicPr>
          <p:cNvPr id="373" name="Graphic 372" descr="bright lightbulb icon">
            <a:extLst>
              <a:ext uri="{FF2B5EF4-FFF2-40B4-BE49-F238E27FC236}">
                <a16:creationId xmlns:a16="http://schemas.microsoft.com/office/drawing/2014/main" id="{13343751-2142-E230-F3C0-68509FBDEAE5}"/>
              </a:ext>
            </a:extLst>
          </p:cNvPr>
          <p:cNvPicPr>
            <a:picLocks noChangeAspect="1"/>
          </p:cNvPicPr>
          <p:nvPr/>
        </p:nvPicPr>
        <p:blipFill>
          <a:blip r:embed="rId128">
            <a:extLst>
              <a:ext uri="{96DAC541-7B7A-43D3-8B79-37D633B846F1}">
                <asvg:svgBlip xmlns:asvg="http://schemas.microsoft.com/office/drawing/2016/SVG/main" r:embed="rId129"/>
              </a:ext>
            </a:extLst>
          </a:blip>
          <a:stretch>
            <a:fillRect/>
          </a:stretch>
        </p:blipFill>
        <p:spPr>
          <a:xfrm>
            <a:off x="2866357" y="5466716"/>
            <a:ext cx="274320" cy="274320"/>
          </a:xfrm>
          <a:prstGeom prst="rect">
            <a:avLst/>
          </a:prstGeom>
        </p:spPr>
      </p:pic>
      <p:pic>
        <p:nvPicPr>
          <p:cNvPr id="374" name="Graphic 373" descr="party icon">
            <a:extLst>
              <a:ext uri="{FF2B5EF4-FFF2-40B4-BE49-F238E27FC236}">
                <a16:creationId xmlns:a16="http://schemas.microsoft.com/office/drawing/2014/main" id="{5AAE09E7-218C-8765-2388-F35C5E75DF98}"/>
              </a:ext>
            </a:extLst>
          </p:cNvPr>
          <p:cNvPicPr>
            <a:picLocks noChangeAspect="1"/>
          </p:cNvPicPr>
          <p:nvPr/>
        </p:nvPicPr>
        <p:blipFill>
          <a:blip r:embed="rId130">
            <a:extLst>
              <a:ext uri="{96DAC541-7B7A-43D3-8B79-37D633B846F1}">
                <asvg:svgBlip xmlns:asvg="http://schemas.microsoft.com/office/drawing/2016/SVG/main" r:embed="rId131"/>
              </a:ext>
            </a:extLst>
          </a:blip>
          <a:stretch>
            <a:fillRect/>
          </a:stretch>
        </p:blipFill>
        <p:spPr>
          <a:xfrm>
            <a:off x="3218230" y="5466716"/>
            <a:ext cx="274320" cy="274320"/>
          </a:xfrm>
          <a:prstGeom prst="rect">
            <a:avLst/>
          </a:prstGeom>
        </p:spPr>
      </p:pic>
      <p:pic>
        <p:nvPicPr>
          <p:cNvPr id="375" name="Graphic 374" descr="rocket icon">
            <a:extLst>
              <a:ext uri="{FF2B5EF4-FFF2-40B4-BE49-F238E27FC236}">
                <a16:creationId xmlns:a16="http://schemas.microsoft.com/office/drawing/2014/main" id="{3BDB401B-B870-5355-4E40-9A1B0583F78A}"/>
              </a:ext>
            </a:extLst>
          </p:cNvPr>
          <p:cNvPicPr>
            <a:picLocks noChangeAspect="1"/>
          </p:cNvPicPr>
          <p:nvPr/>
        </p:nvPicPr>
        <p:blipFill>
          <a:blip r:embed="rId132">
            <a:extLst>
              <a:ext uri="{96DAC541-7B7A-43D3-8B79-37D633B846F1}">
                <asvg:svgBlip xmlns:asvg="http://schemas.microsoft.com/office/drawing/2016/SVG/main" r:embed="rId133"/>
              </a:ext>
            </a:extLst>
          </a:blip>
          <a:stretch>
            <a:fillRect/>
          </a:stretch>
        </p:blipFill>
        <p:spPr>
          <a:xfrm>
            <a:off x="3570103" y="5466716"/>
            <a:ext cx="274320" cy="274320"/>
          </a:xfrm>
          <a:prstGeom prst="rect">
            <a:avLst/>
          </a:prstGeom>
        </p:spPr>
      </p:pic>
      <p:pic>
        <p:nvPicPr>
          <p:cNvPr id="376" name="Graphic 375" descr="bolt icon">
            <a:extLst>
              <a:ext uri="{FF2B5EF4-FFF2-40B4-BE49-F238E27FC236}">
                <a16:creationId xmlns:a16="http://schemas.microsoft.com/office/drawing/2014/main" id="{45FD6272-8D05-46EA-F63B-1B3221F7C056}"/>
              </a:ext>
            </a:extLst>
          </p:cNvPr>
          <p:cNvPicPr>
            <a:picLocks noChangeAspect="1"/>
          </p:cNvPicPr>
          <p:nvPr/>
        </p:nvPicPr>
        <p:blipFill>
          <a:blip r:embed="rId134">
            <a:extLst>
              <a:ext uri="{96DAC541-7B7A-43D3-8B79-37D633B846F1}">
                <asvg:svgBlip xmlns:asvg="http://schemas.microsoft.com/office/drawing/2016/SVG/main" r:embed="rId135"/>
              </a:ext>
            </a:extLst>
          </a:blip>
          <a:stretch>
            <a:fillRect/>
          </a:stretch>
        </p:blipFill>
        <p:spPr>
          <a:xfrm>
            <a:off x="3921976" y="5466716"/>
            <a:ext cx="274320" cy="274320"/>
          </a:xfrm>
          <a:prstGeom prst="rect">
            <a:avLst/>
          </a:prstGeom>
        </p:spPr>
      </p:pic>
      <p:pic>
        <p:nvPicPr>
          <p:cNvPr id="377" name="Graphic 376" descr="sparkles icon">
            <a:extLst>
              <a:ext uri="{FF2B5EF4-FFF2-40B4-BE49-F238E27FC236}">
                <a16:creationId xmlns:a16="http://schemas.microsoft.com/office/drawing/2014/main" id="{F47EA081-7D45-9672-15BB-5FD046E22DF5}"/>
              </a:ext>
            </a:extLst>
          </p:cNvPr>
          <p:cNvPicPr>
            <a:picLocks noChangeAspect="1"/>
          </p:cNvPicPr>
          <p:nvPr/>
        </p:nvPicPr>
        <p:blipFill>
          <a:blip r:embed="rId136">
            <a:extLst>
              <a:ext uri="{96DAC541-7B7A-43D3-8B79-37D633B846F1}">
                <asvg:svgBlip xmlns:asvg="http://schemas.microsoft.com/office/drawing/2016/SVG/main" r:embed="rId137"/>
              </a:ext>
            </a:extLst>
          </a:blip>
          <a:stretch>
            <a:fillRect/>
          </a:stretch>
        </p:blipFill>
        <p:spPr>
          <a:xfrm>
            <a:off x="4273849" y="5466716"/>
            <a:ext cx="274320" cy="274320"/>
          </a:xfrm>
          <a:prstGeom prst="rect">
            <a:avLst/>
          </a:prstGeom>
        </p:spPr>
      </p:pic>
      <p:pic>
        <p:nvPicPr>
          <p:cNvPr id="378" name="Graphic 377" descr="paper plane icon">
            <a:extLst>
              <a:ext uri="{FF2B5EF4-FFF2-40B4-BE49-F238E27FC236}">
                <a16:creationId xmlns:a16="http://schemas.microsoft.com/office/drawing/2014/main" id="{018843D8-79E0-A64A-ABF5-3D0EBB60F47F}"/>
              </a:ext>
            </a:extLst>
          </p:cNvPr>
          <p:cNvPicPr>
            <a:picLocks noChangeAspect="1"/>
          </p:cNvPicPr>
          <p:nvPr/>
        </p:nvPicPr>
        <p:blipFill>
          <a:blip r:embed="rId138">
            <a:extLst>
              <a:ext uri="{96DAC541-7B7A-43D3-8B79-37D633B846F1}">
                <asvg:svgBlip xmlns:asvg="http://schemas.microsoft.com/office/drawing/2016/SVG/main" r:embed="rId139"/>
              </a:ext>
            </a:extLst>
          </a:blip>
          <a:stretch>
            <a:fillRect/>
          </a:stretch>
        </p:blipFill>
        <p:spPr>
          <a:xfrm>
            <a:off x="4631437" y="5466716"/>
            <a:ext cx="274320" cy="274320"/>
          </a:xfrm>
          <a:prstGeom prst="rect">
            <a:avLst/>
          </a:prstGeom>
        </p:spPr>
      </p:pic>
      <p:pic>
        <p:nvPicPr>
          <p:cNvPr id="379" name="Graphic 378" descr="award icon">
            <a:extLst>
              <a:ext uri="{FF2B5EF4-FFF2-40B4-BE49-F238E27FC236}">
                <a16:creationId xmlns:a16="http://schemas.microsoft.com/office/drawing/2014/main" id="{55D66300-19E8-28AB-C511-4A85F9600D0F}"/>
              </a:ext>
              <a:ext uri="{C183D7F6-B498-43B3-948B-1728B52AA6E4}">
                <adec:decorative xmlns:adec="http://schemas.microsoft.com/office/drawing/2017/decorative" val="0"/>
              </a:ext>
            </a:extLst>
          </p:cNvPr>
          <p:cNvPicPr>
            <a:picLocks noChangeAspect="1"/>
          </p:cNvPicPr>
          <p:nvPr/>
        </p:nvPicPr>
        <p:blipFill>
          <a:blip r:embed="rId140">
            <a:extLst>
              <a:ext uri="{96DAC541-7B7A-43D3-8B79-37D633B846F1}">
                <asvg:svgBlip xmlns:asvg="http://schemas.microsoft.com/office/drawing/2016/SVG/main" r:embed="rId141"/>
              </a:ext>
            </a:extLst>
          </a:blip>
          <a:stretch>
            <a:fillRect/>
          </a:stretch>
        </p:blipFill>
        <p:spPr>
          <a:xfrm>
            <a:off x="4989023" y="5466716"/>
            <a:ext cx="274320" cy="274320"/>
          </a:xfrm>
          <a:prstGeom prst="rect">
            <a:avLst/>
          </a:prstGeom>
        </p:spPr>
      </p:pic>
      <p:pic>
        <p:nvPicPr>
          <p:cNvPr id="380" name="Graphic 379" descr="toolbox icon">
            <a:extLst>
              <a:ext uri="{FF2B5EF4-FFF2-40B4-BE49-F238E27FC236}">
                <a16:creationId xmlns:a16="http://schemas.microsoft.com/office/drawing/2014/main" id="{B2785A53-461D-98EC-AB75-565B80F483E6}"/>
              </a:ext>
            </a:extLst>
          </p:cNvPr>
          <p:cNvPicPr>
            <a:picLocks noChangeAspect="1"/>
          </p:cNvPicPr>
          <p:nvPr/>
        </p:nvPicPr>
        <p:blipFill>
          <a:blip r:embed="rId142">
            <a:extLst>
              <a:ext uri="{96DAC541-7B7A-43D3-8B79-37D633B846F1}">
                <asvg:svgBlip xmlns:asvg="http://schemas.microsoft.com/office/drawing/2016/SVG/main" r:embed="rId143"/>
              </a:ext>
            </a:extLst>
          </a:blip>
          <a:stretch>
            <a:fillRect/>
          </a:stretch>
        </p:blipFill>
        <p:spPr>
          <a:xfrm>
            <a:off x="1810738" y="5922190"/>
            <a:ext cx="274320" cy="274320"/>
          </a:xfrm>
          <a:prstGeom prst="rect">
            <a:avLst/>
          </a:prstGeom>
        </p:spPr>
      </p:pic>
      <p:pic>
        <p:nvPicPr>
          <p:cNvPr id="381" name="Graphic 380" descr="clipboard icon">
            <a:extLst>
              <a:ext uri="{FF2B5EF4-FFF2-40B4-BE49-F238E27FC236}">
                <a16:creationId xmlns:a16="http://schemas.microsoft.com/office/drawing/2014/main" id="{3F310B71-FBF9-26A9-9F41-172309E6AAC5}"/>
              </a:ext>
            </a:extLst>
          </p:cNvPr>
          <p:cNvPicPr>
            <a:picLocks noChangeAspect="1"/>
          </p:cNvPicPr>
          <p:nvPr/>
        </p:nvPicPr>
        <p:blipFill>
          <a:blip r:embed="rId144">
            <a:extLst>
              <a:ext uri="{96DAC541-7B7A-43D3-8B79-37D633B846F1}">
                <asvg:svgBlip xmlns:asvg="http://schemas.microsoft.com/office/drawing/2016/SVG/main" r:embed="rId145"/>
              </a:ext>
            </a:extLst>
          </a:blip>
          <a:stretch>
            <a:fillRect/>
          </a:stretch>
        </p:blipFill>
        <p:spPr>
          <a:xfrm>
            <a:off x="2162611" y="5922190"/>
            <a:ext cx="274320" cy="274320"/>
          </a:xfrm>
          <a:prstGeom prst="rect">
            <a:avLst/>
          </a:prstGeom>
        </p:spPr>
      </p:pic>
      <p:pic>
        <p:nvPicPr>
          <p:cNvPr id="382" name="Graphic 381" descr="trashcan icon">
            <a:extLst>
              <a:ext uri="{FF2B5EF4-FFF2-40B4-BE49-F238E27FC236}">
                <a16:creationId xmlns:a16="http://schemas.microsoft.com/office/drawing/2014/main" id="{0949CB02-5058-51E5-542B-AA80C2C79F44}"/>
              </a:ext>
            </a:extLst>
          </p:cNvPr>
          <p:cNvPicPr>
            <a:picLocks noChangeAspect="1"/>
          </p:cNvPicPr>
          <p:nvPr/>
        </p:nvPicPr>
        <p:blipFill>
          <a:blip r:embed="rId146">
            <a:extLst>
              <a:ext uri="{96DAC541-7B7A-43D3-8B79-37D633B846F1}">
                <asvg:svgBlip xmlns:asvg="http://schemas.microsoft.com/office/drawing/2016/SVG/main" r:embed="rId147"/>
              </a:ext>
            </a:extLst>
          </a:blip>
          <a:stretch>
            <a:fillRect/>
          </a:stretch>
        </p:blipFill>
        <p:spPr>
          <a:xfrm>
            <a:off x="2514484" y="5922190"/>
            <a:ext cx="274320" cy="274320"/>
          </a:xfrm>
          <a:prstGeom prst="rect">
            <a:avLst/>
          </a:prstGeom>
        </p:spPr>
      </p:pic>
      <p:pic>
        <p:nvPicPr>
          <p:cNvPr id="383" name="Graphic 382" descr="paperclip icon">
            <a:extLst>
              <a:ext uri="{FF2B5EF4-FFF2-40B4-BE49-F238E27FC236}">
                <a16:creationId xmlns:a16="http://schemas.microsoft.com/office/drawing/2014/main" id="{FF7E64A1-C8CB-035D-B510-D9A4342AC842}"/>
              </a:ext>
            </a:extLst>
          </p:cNvPr>
          <p:cNvPicPr>
            <a:picLocks noChangeAspect="1"/>
          </p:cNvPicPr>
          <p:nvPr/>
        </p:nvPicPr>
        <p:blipFill>
          <a:blip r:embed="rId148">
            <a:extLst>
              <a:ext uri="{96DAC541-7B7A-43D3-8B79-37D633B846F1}">
                <asvg:svgBlip xmlns:asvg="http://schemas.microsoft.com/office/drawing/2016/SVG/main" r:embed="rId149"/>
              </a:ext>
            </a:extLst>
          </a:blip>
          <a:stretch>
            <a:fillRect/>
          </a:stretch>
        </p:blipFill>
        <p:spPr>
          <a:xfrm>
            <a:off x="2866357" y="5922190"/>
            <a:ext cx="274320" cy="274320"/>
          </a:xfrm>
          <a:prstGeom prst="rect">
            <a:avLst/>
          </a:prstGeom>
        </p:spPr>
      </p:pic>
      <p:pic>
        <p:nvPicPr>
          <p:cNvPr id="384" name="Graphic 383" descr="pushpin icon">
            <a:extLst>
              <a:ext uri="{FF2B5EF4-FFF2-40B4-BE49-F238E27FC236}">
                <a16:creationId xmlns:a16="http://schemas.microsoft.com/office/drawing/2014/main" id="{D468DC50-A9C2-F700-3B09-86AF13FA3122}"/>
              </a:ext>
            </a:extLst>
          </p:cNvPr>
          <p:cNvPicPr>
            <a:picLocks noChangeAspect="1"/>
          </p:cNvPicPr>
          <p:nvPr/>
        </p:nvPicPr>
        <p:blipFill>
          <a:blip r:embed="rId150">
            <a:extLst>
              <a:ext uri="{96DAC541-7B7A-43D3-8B79-37D633B846F1}">
                <asvg:svgBlip xmlns:asvg="http://schemas.microsoft.com/office/drawing/2016/SVG/main" r:embed="rId151"/>
              </a:ext>
            </a:extLst>
          </a:blip>
          <a:stretch>
            <a:fillRect/>
          </a:stretch>
        </p:blipFill>
        <p:spPr>
          <a:xfrm>
            <a:off x="3218230" y="5922190"/>
            <a:ext cx="274320" cy="274320"/>
          </a:xfrm>
          <a:prstGeom prst="rect">
            <a:avLst/>
          </a:prstGeom>
        </p:spPr>
      </p:pic>
      <p:pic>
        <p:nvPicPr>
          <p:cNvPr id="385" name="Graphic 384" descr="filter icon">
            <a:extLst>
              <a:ext uri="{FF2B5EF4-FFF2-40B4-BE49-F238E27FC236}">
                <a16:creationId xmlns:a16="http://schemas.microsoft.com/office/drawing/2014/main" id="{B1E0EBBB-7504-2D2F-D318-1B42895ED390}"/>
              </a:ext>
            </a:extLst>
          </p:cNvPr>
          <p:cNvPicPr>
            <a:picLocks noChangeAspect="1"/>
          </p:cNvPicPr>
          <p:nvPr/>
        </p:nvPicPr>
        <p:blipFill>
          <a:blip r:embed="rId152">
            <a:extLst>
              <a:ext uri="{96DAC541-7B7A-43D3-8B79-37D633B846F1}">
                <asvg:svgBlip xmlns:asvg="http://schemas.microsoft.com/office/drawing/2016/SVG/main" r:embed="rId153"/>
              </a:ext>
            </a:extLst>
          </a:blip>
          <a:stretch>
            <a:fillRect/>
          </a:stretch>
        </p:blipFill>
        <p:spPr>
          <a:xfrm>
            <a:off x="3570103" y="5922190"/>
            <a:ext cx="274320" cy="274320"/>
          </a:xfrm>
          <a:prstGeom prst="rect">
            <a:avLst/>
          </a:prstGeom>
        </p:spPr>
      </p:pic>
      <p:pic>
        <p:nvPicPr>
          <p:cNvPr id="386" name="Graphic 385" descr="layers icon">
            <a:extLst>
              <a:ext uri="{FF2B5EF4-FFF2-40B4-BE49-F238E27FC236}">
                <a16:creationId xmlns:a16="http://schemas.microsoft.com/office/drawing/2014/main" id="{71DCA8F1-8034-5BD2-B225-8BDA5C7CD5DF}"/>
              </a:ext>
            </a:extLst>
          </p:cNvPr>
          <p:cNvPicPr>
            <a:picLocks noChangeAspect="1"/>
          </p:cNvPicPr>
          <p:nvPr/>
        </p:nvPicPr>
        <p:blipFill>
          <a:blip r:embed="rId154">
            <a:extLst>
              <a:ext uri="{96DAC541-7B7A-43D3-8B79-37D633B846F1}">
                <asvg:svgBlip xmlns:asvg="http://schemas.microsoft.com/office/drawing/2016/SVG/main" r:embed="rId155"/>
              </a:ext>
            </a:extLst>
          </a:blip>
          <a:stretch>
            <a:fillRect/>
          </a:stretch>
        </p:blipFill>
        <p:spPr>
          <a:xfrm>
            <a:off x="3921976" y="5922190"/>
            <a:ext cx="274320" cy="274320"/>
          </a:xfrm>
          <a:prstGeom prst="rect">
            <a:avLst/>
          </a:prstGeom>
        </p:spPr>
      </p:pic>
      <p:pic>
        <p:nvPicPr>
          <p:cNvPr id="387" name="Graphic 386" descr="cc libraries icon">
            <a:extLst>
              <a:ext uri="{FF2B5EF4-FFF2-40B4-BE49-F238E27FC236}">
                <a16:creationId xmlns:a16="http://schemas.microsoft.com/office/drawing/2014/main" id="{8CA9468B-4B81-0E42-0019-7B2092E87BBC}"/>
              </a:ext>
            </a:extLst>
          </p:cNvPr>
          <p:cNvPicPr>
            <a:picLocks noChangeAspect="1"/>
          </p:cNvPicPr>
          <p:nvPr/>
        </p:nvPicPr>
        <p:blipFill>
          <a:blip r:embed="rId156">
            <a:extLst>
              <a:ext uri="{96DAC541-7B7A-43D3-8B79-37D633B846F1}">
                <asvg:svgBlip xmlns:asvg="http://schemas.microsoft.com/office/drawing/2016/SVG/main" r:embed="rId157"/>
              </a:ext>
            </a:extLst>
          </a:blip>
          <a:stretch>
            <a:fillRect/>
          </a:stretch>
        </p:blipFill>
        <p:spPr>
          <a:xfrm>
            <a:off x="4273849" y="5922190"/>
            <a:ext cx="274320" cy="274320"/>
          </a:xfrm>
          <a:prstGeom prst="rect">
            <a:avLst/>
          </a:prstGeom>
        </p:spPr>
      </p:pic>
      <p:pic>
        <p:nvPicPr>
          <p:cNvPr id="388" name="Graphic 387" descr="plugin icon">
            <a:extLst>
              <a:ext uri="{FF2B5EF4-FFF2-40B4-BE49-F238E27FC236}">
                <a16:creationId xmlns:a16="http://schemas.microsoft.com/office/drawing/2014/main" id="{ADA33E2E-D9C4-39C9-C6F6-34D7D6307CB8}"/>
              </a:ext>
            </a:extLst>
          </p:cNvPr>
          <p:cNvPicPr>
            <a:picLocks noChangeAspect="1"/>
          </p:cNvPicPr>
          <p:nvPr/>
        </p:nvPicPr>
        <p:blipFill>
          <a:blip r:embed="rId158">
            <a:extLst>
              <a:ext uri="{96DAC541-7B7A-43D3-8B79-37D633B846F1}">
                <asvg:svgBlip xmlns:asvg="http://schemas.microsoft.com/office/drawing/2016/SVG/main" r:embed="rId159"/>
              </a:ext>
            </a:extLst>
          </a:blip>
          <a:stretch>
            <a:fillRect/>
          </a:stretch>
        </p:blipFill>
        <p:spPr>
          <a:xfrm>
            <a:off x="4631437" y="5922190"/>
            <a:ext cx="274320" cy="274320"/>
          </a:xfrm>
          <a:prstGeom prst="rect">
            <a:avLst/>
          </a:prstGeom>
        </p:spPr>
      </p:pic>
      <p:pic>
        <p:nvPicPr>
          <p:cNvPr id="389" name="Graphic 388" descr="education icon">
            <a:extLst>
              <a:ext uri="{FF2B5EF4-FFF2-40B4-BE49-F238E27FC236}">
                <a16:creationId xmlns:a16="http://schemas.microsoft.com/office/drawing/2014/main" id="{8A34C06E-8A7E-A511-3184-B7884AA05F9D}"/>
              </a:ext>
            </a:extLst>
          </p:cNvPr>
          <p:cNvPicPr>
            <a:picLocks noChangeAspect="1"/>
          </p:cNvPicPr>
          <p:nvPr/>
        </p:nvPicPr>
        <p:blipFill>
          <a:blip r:embed="rId160">
            <a:extLst>
              <a:ext uri="{96DAC541-7B7A-43D3-8B79-37D633B846F1}">
                <asvg:svgBlip xmlns:asvg="http://schemas.microsoft.com/office/drawing/2016/SVG/main" r:embed="rId161"/>
              </a:ext>
            </a:extLst>
          </a:blip>
          <a:stretch>
            <a:fillRect/>
          </a:stretch>
        </p:blipFill>
        <p:spPr>
          <a:xfrm>
            <a:off x="4989023" y="5922190"/>
            <a:ext cx="274320" cy="274320"/>
          </a:xfrm>
          <a:prstGeom prst="rect">
            <a:avLst/>
          </a:prstGeom>
        </p:spPr>
      </p:pic>
      <p:sp>
        <p:nvSpPr>
          <p:cNvPr id="390" name="TextBox 389">
            <a:extLst>
              <a:ext uri="{FF2B5EF4-FFF2-40B4-BE49-F238E27FC236}">
                <a16:creationId xmlns:a16="http://schemas.microsoft.com/office/drawing/2014/main" id="{23E32B1B-6251-A787-E762-14C9BFC1531D}"/>
              </a:ext>
            </a:extLst>
          </p:cNvPr>
          <p:cNvSpPr txBox="1"/>
          <p:nvPr/>
        </p:nvSpPr>
        <p:spPr>
          <a:xfrm>
            <a:off x="6496341" y="1482078"/>
            <a:ext cx="784189" cy="233013"/>
          </a:xfrm>
          <a:prstGeom prst="rect">
            <a:avLst/>
          </a:prstGeom>
          <a:noFill/>
        </p:spPr>
        <p:txBody>
          <a:bodyPr wrap="none" rtlCol="0">
            <a:spAutoFit/>
          </a:bodyPr>
          <a:lstStyle/>
          <a:p>
            <a:pPr algn="l">
              <a:lnSpc>
                <a:spcPct val="110000"/>
              </a:lnSpc>
              <a:spcBef>
                <a:spcPts val="900"/>
              </a:spcBef>
            </a:pPr>
            <a:r>
              <a:rPr lang="en-US" sz="900" b="1"/>
              <a:t>Cursors &amp; UI</a:t>
            </a:r>
          </a:p>
        </p:txBody>
      </p:sp>
      <p:pic>
        <p:nvPicPr>
          <p:cNvPr id="391" name="Graphic 390" descr="touch icon">
            <a:extLst>
              <a:ext uri="{FF2B5EF4-FFF2-40B4-BE49-F238E27FC236}">
                <a16:creationId xmlns:a16="http://schemas.microsoft.com/office/drawing/2014/main" id="{F999AEA2-4BDF-B066-E78B-BF82C3097C90}"/>
              </a:ext>
            </a:extLst>
          </p:cNvPr>
          <p:cNvPicPr>
            <a:picLocks noChangeAspect="1"/>
          </p:cNvPicPr>
          <p:nvPr/>
        </p:nvPicPr>
        <p:blipFill>
          <a:blip r:embed="rId162">
            <a:extLst>
              <a:ext uri="{96DAC541-7B7A-43D3-8B79-37D633B846F1}">
                <asvg:svgBlip xmlns:asvg="http://schemas.microsoft.com/office/drawing/2016/SVG/main" r:embed="rId163"/>
              </a:ext>
            </a:extLst>
          </a:blip>
          <a:stretch>
            <a:fillRect/>
          </a:stretch>
        </p:blipFill>
        <p:spPr>
          <a:xfrm>
            <a:off x="7640941" y="1482078"/>
            <a:ext cx="274320" cy="274320"/>
          </a:xfrm>
          <a:prstGeom prst="rect">
            <a:avLst/>
          </a:prstGeom>
        </p:spPr>
      </p:pic>
      <p:pic>
        <p:nvPicPr>
          <p:cNvPr id="392" name="Graphic 391" descr="hand icon">
            <a:extLst>
              <a:ext uri="{FF2B5EF4-FFF2-40B4-BE49-F238E27FC236}">
                <a16:creationId xmlns:a16="http://schemas.microsoft.com/office/drawing/2014/main" id="{CB0988A1-354D-BDB3-A523-8F862BDE9EC2}"/>
              </a:ext>
            </a:extLst>
          </p:cNvPr>
          <p:cNvPicPr>
            <a:picLocks noChangeAspect="1"/>
          </p:cNvPicPr>
          <p:nvPr/>
        </p:nvPicPr>
        <p:blipFill>
          <a:blip r:embed="rId164">
            <a:extLst>
              <a:ext uri="{96DAC541-7B7A-43D3-8B79-37D633B846F1}">
                <asvg:svgBlip xmlns:asvg="http://schemas.microsoft.com/office/drawing/2016/SVG/main" r:embed="rId165"/>
              </a:ext>
            </a:extLst>
          </a:blip>
          <a:stretch>
            <a:fillRect/>
          </a:stretch>
        </p:blipFill>
        <p:spPr>
          <a:xfrm>
            <a:off x="7992814" y="1482078"/>
            <a:ext cx="274320" cy="274320"/>
          </a:xfrm>
          <a:prstGeom prst="rect">
            <a:avLst/>
          </a:prstGeom>
        </p:spPr>
      </p:pic>
      <p:pic>
        <p:nvPicPr>
          <p:cNvPr id="393" name="Graphic 392" descr="cursor icon">
            <a:extLst>
              <a:ext uri="{FF2B5EF4-FFF2-40B4-BE49-F238E27FC236}">
                <a16:creationId xmlns:a16="http://schemas.microsoft.com/office/drawing/2014/main" id="{23E58A2D-184E-85A3-AE19-0451809B7164}"/>
              </a:ext>
            </a:extLst>
          </p:cNvPr>
          <p:cNvPicPr>
            <a:picLocks noChangeAspect="1"/>
          </p:cNvPicPr>
          <p:nvPr/>
        </p:nvPicPr>
        <p:blipFill>
          <a:blip r:embed="rId166">
            <a:extLst>
              <a:ext uri="{96DAC541-7B7A-43D3-8B79-37D633B846F1}">
                <asvg:svgBlip xmlns:asvg="http://schemas.microsoft.com/office/drawing/2016/SVG/main" r:embed="rId167"/>
              </a:ext>
            </a:extLst>
          </a:blip>
          <a:stretch>
            <a:fillRect/>
          </a:stretch>
        </p:blipFill>
        <p:spPr>
          <a:xfrm>
            <a:off x="8344687" y="1482078"/>
            <a:ext cx="274320" cy="274320"/>
          </a:xfrm>
          <a:prstGeom prst="rect">
            <a:avLst/>
          </a:prstGeom>
        </p:spPr>
      </p:pic>
      <p:pic>
        <p:nvPicPr>
          <p:cNvPr id="394" name="Graphic 393" descr="layout icon">
            <a:extLst>
              <a:ext uri="{FF2B5EF4-FFF2-40B4-BE49-F238E27FC236}">
                <a16:creationId xmlns:a16="http://schemas.microsoft.com/office/drawing/2014/main" id="{A59E5973-969D-AD8F-F0B1-A440B7307C39}"/>
              </a:ext>
            </a:extLst>
          </p:cNvPr>
          <p:cNvPicPr>
            <a:picLocks noChangeAspect="1"/>
          </p:cNvPicPr>
          <p:nvPr/>
        </p:nvPicPr>
        <p:blipFill>
          <a:blip r:embed="rId168">
            <a:extLst>
              <a:ext uri="{96DAC541-7B7A-43D3-8B79-37D633B846F1}">
                <asvg:svgBlip xmlns:asvg="http://schemas.microsoft.com/office/drawing/2016/SVG/main" r:embed="rId169"/>
              </a:ext>
            </a:extLst>
          </a:blip>
          <a:stretch>
            <a:fillRect/>
          </a:stretch>
        </p:blipFill>
        <p:spPr>
          <a:xfrm>
            <a:off x="8696560" y="1482078"/>
            <a:ext cx="274320" cy="274320"/>
          </a:xfrm>
          <a:prstGeom prst="rect">
            <a:avLst/>
          </a:prstGeom>
        </p:spPr>
      </p:pic>
      <p:sp>
        <p:nvSpPr>
          <p:cNvPr id="395" name="TextBox 394">
            <a:extLst>
              <a:ext uri="{FF2B5EF4-FFF2-40B4-BE49-F238E27FC236}">
                <a16:creationId xmlns:a16="http://schemas.microsoft.com/office/drawing/2014/main" id="{87DCF7B7-A6C7-09D1-3E42-72CDB93DCDBF}"/>
              </a:ext>
            </a:extLst>
          </p:cNvPr>
          <p:cNvSpPr txBox="1"/>
          <p:nvPr/>
        </p:nvSpPr>
        <p:spPr>
          <a:xfrm>
            <a:off x="6496341" y="1988604"/>
            <a:ext cx="558166" cy="233013"/>
          </a:xfrm>
          <a:prstGeom prst="rect">
            <a:avLst/>
          </a:prstGeom>
          <a:noFill/>
        </p:spPr>
        <p:txBody>
          <a:bodyPr wrap="none" rtlCol="0">
            <a:spAutoFit/>
          </a:bodyPr>
          <a:lstStyle/>
          <a:p>
            <a:pPr algn="l">
              <a:lnSpc>
                <a:spcPct val="110000"/>
              </a:lnSpc>
              <a:spcBef>
                <a:spcPts val="900"/>
              </a:spcBef>
            </a:pPr>
            <a:r>
              <a:rPr lang="en-US" sz="900" b="1"/>
              <a:t>Devices</a:t>
            </a:r>
          </a:p>
        </p:txBody>
      </p:sp>
      <p:pic>
        <p:nvPicPr>
          <p:cNvPr id="396" name="Graphic 395" descr="phone icon">
            <a:extLst>
              <a:ext uri="{FF2B5EF4-FFF2-40B4-BE49-F238E27FC236}">
                <a16:creationId xmlns:a16="http://schemas.microsoft.com/office/drawing/2014/main" id="{CD9C7FAD-5C3A-4A1D-ACE1-72D3B0215866}"/>
              </a:ext>
            </a:extLst>
          </p:cNvPr>
          <p:cNvPicPr>
            <a:picLocks noChangeAspect="1"/>
          </p:cNvPicPr>
          <p:nvPr/>
        </p:nvPicPr>
        <p:blipFill>
          <a:blip r:embed="rId170">
            <a:extLst>
              <a:ext uri="{96DAC541-7B7A-43D3-8B79-37D633B846F1}">
                <asvg:svgBlip xmlns:asvg="http://schemas.microsoft.com/office/drawing/2016/SVG/main" r:embed="rId171"/>
              </a:ext>
            </a:extLst>
          </a:blip>
          <a:stretch>
            <a:fillRect/>
          </a:stretch>
        </p:blipFill>
        <p:spPr>
          <a:xfrm>
            <a:off x="7640941" y="1988604"/>
            <a:ext cx="274320" cy="274320"/>
          </a:xfrm>
          <a:prstGeom prst="rect">
            <a:avLst/>
          </a:prstGeom>
        </p:spPr>
      </p:pic>
      <p:pic>
        <p:nvPicPr>
          <p:cNvPr id="397" name="Graphic 396" descr="laptop icon">
            <a:extLst>
              <a:ext uri="{FF2B5EF4-FFF2-40B4-BE49-F238E27FC236}">
                <a16:creationId xmlns:a16="http://schemas.microsoft.com/office/drawing/2014/main" id="{68DE72E0-C0B7-1747-3375-6632DFD71D57}"/>
              </a:ext>
            </a:extLst>
          </p:cNvPr>
          <p:cNvPicPr>
            <a:picLocks noChangeAspect="1"/>
          </p:cNvPicPr>
          <p:nvPr/>
        </p:nvPicPr>
        <p:blipFill>
          <a:blip r:embed="rId172">
            <a:extLst>
              <a:ext uri="{96DAC541-7B7A-43D3-8B79-37D633B846F1}">
                <asvg:svgBlip xmlns:asvg="http://schemas.microsoft.com/office/drawing/2016/SVG/main" r:embed="rId173"/>
              </a:ext>
            </a:extLst>
          </a:blip>
          <a:stretch>
            <a:fillRect/>
          </a:stretch>
        </p:blipFill>
        <p:spPr>
          <a:xfrm>
            <a:off x="7992814" y="1988604"/>
            <a:ext cx="274320" cy="274320"/>
          </a:xfrm>
          <a:prstGeom prst="rect">
            <a:avLst/>
          </a:prstGeom>
        </p:spPr>
      </p:pic>
      <p:pic>
        <p:nvPicPr>
          <p:cNvPr id="398" name="Graphic 397" descr="monitor icon">
            <a:extLst>
              <a:ext uri="{FF2B5EF4-FFF2-40B4-BE49-F238E27FC236}">
                <a16:creationId xmlns:a16="http://schemas.microsoft.com/office/drawing/2014/main" id="{205DB5EA-EABC-1285-DD48-D2810039E885}"/>
              </a:ext>
            </a:extLst>
          </p:cNvPr>
          <p:cNvPicPr>
            <a:picLocks noChangeAspect="1"/>
          </p:cNvPicPr>
          <p:nvPr/>
        </p:nvPicPr>
        <p:blipFill>
          <a:blip r:embed="rId174">
            <a:extLst>
              <a:ext uri="{96DAC541-7B7A-43D3-8B79-37D633B846F1}">
                <asvg:svgBlip xmlns:asvg="http://schemas.microsoft.com/office/drawing/2016/SVG/main" r:embed="rId175"/>
              </a:ext>
            </a:extLst>
          </a:blip>
          <a:stretch>
            <a:fillRect/>
          </a:stretch>
        </p:blipFill>
        <p:spPr>
          <a:xfrm>
            <a:off x="8344687" y="1988604"/>
            <a:ext cx="274320" cy="274320"/>
          </a:xfrm>
          <a:prstGeom prst="rect">
            <a:avLst/>
          </a:prstGeom>
        </p:spPr>
      </p:pic>
      <p:pic>
        <p:nvPicPr>
          <p:cNvPr id="399" name="Graphic 398" descr="tablet icon">
            <a:extLst>
              <a:ext uri="{FF2B5EF4-FFF2-40B4-BE49-F238E27FC236}">
                <a16:creationId xmlns:a16="http://schemas.microsoft.com/office/drawing/2014/main" id="{4CA554BD-0A3E-D8BD-201A-A08F30C791CD}"/>
              </a:ext>
            </a:extLst>
          </p:cNvPr>
          <p:cNvPicPr>
            <a:picLocks noChangeAspect="1"/>
          </p:cNvPicPr>
          <p:nvPr/>
        </p:nvPicPr>
        <p:blipFill>
          <a:blip r:embed="rId176">
            <a:extLst>
              <a:ext uri="{96DAC541-7B7A-43D3-8B79-37D633B846F1}">
                <asvg:svgBlip xmlns:asvg="http://schemas.microsoft.com/office/drawing/2016/SVG/main" r:embed="rId177"/>
              </a:ext>
            </a:extLst>
          </a:blip>
          <a:stretch>
            <a:fillRect/>
          </a:stretch>
        </p:blipFill>
        <p:spPr>
          <a:xfrm>
            <a:off x="8696560" y="1988604"/>
            <a:ext cx="274320" cy="274320"/>
          </a:xfrm>
          <a:prstGeom prst="rect">
            <a:avLst/>
          </a:prstGeom>
        </p:spPr>
      </p:pic>
      <p:pic>
        <p:nvPicPr>
          <p:cNvPr id="400" name="Graphic 399" descr="server icon">
            <a:extLst>
              <a:ext uri="{FF2B5EF4-FFF2-40B4-BE49-F238E27FC236}">
                <a16:creationId xmlns:a16="http://schemas.microsoft.com/office/drawing/2014/main" id="{F0B9A918-3FEA-5404-67EC-7E08085F1BAC}"/>
              </a:ext>
            </a:extLst>
          </p:cNvPr>
          <p:cNvPicPr>
            <a:picLocks noChangeAspect="1"/>
          </p:cNvPicPr>
          <p:nvPr/>
        </p:nvPicPr>
        <p:blipFill>
          <a:blip r:embed="rId178">
            <a:extLst>
              <a:ext uri="{96DAC541-7B7A-43D3-8B79-37D633B846F1}">
                <asvg:svgBlip xmlns:asvg="http://schemas.microsoft.com/office/drawing/2016/SVG/main" r:embed="rId179"/>
              </a:ext>
            </a:extLst>
          </a:blip>
          <a:stretch>
            <a:fillRect/>
          </a:stretch>
        </p:blipFill>
        <p:spPr>
          <a:xfrm>
            <a:off x="9048433" y="1988604"/>
            <a:ext cx="274320" cy="274320"/>
          </a:xfrm>
          <a:prstGeom prst="rect">
            <a:avLst/>
          </a:prstGeom>
        </p:spPr>
      </p:pic>
      <p:sp>
        <p:nvSpPr>
          <p:cNvPr id="401" name="TextBox 400">
            <a:extLst>
              <a:ext uri="{FF2B5EF4-FFF2-40B4-BE49-F238E27FC236}">
                <a16:creationId xmlns:a16="http://schemas.microsoft.com/office/drawing/2014/main" id="{0FD49B26-6469-3546-A98F-ECD2B1B66FD6}"/>
              </a:ext>
            </a:extLst>
          </p:cNvPr>
          <p:cNvSpPr txBox="1"/>
          <p:nvPr/>
        </p:nvSpPr>
        <p:spPr>
          <a:xfrm>
            <a:off x="6496341" y="2495129"/>
            <a:ext cx="821059" cy="233013"/>
          </a:xfrm>
          <a:prstGeom prst="rect">
            <a:avLst/>
          </a:prstGeom>
          <a:noFill/>
        </p:spPr>
        <p:txBody>
          <a:bodyPr wrap="none" rtlCol="0">
            <a:spAutoFit/>
          </a:bodyPr>
          <a:lstStyle/>
          <a:p>
            <a:pPr algn="l">
              <a:lnSpc>
                <a:spcPct val="110000"/>
              </a:lnSpc>
              <a:spcBef>
                <a:spcPts val="900"/>
              </a:spcBef>
            </a:pPr>
            <a:r>
              <a:rPr lang="en-US" sz="900" b="1"/>
              <a:t>Files &amp; Cloud</a:t>
            </a:r>
          </a:p>
        </p:txBody>
      </p:sp>
      <p:pic>
        <p:nvPicPr>
          <p:cNvPr id="402" name="Graphic 401" descr="file icon">
            <a:extLst>
              <a:ext uri="{FF2B5EF4-FFF2-40B4-BE49-F238E27FC236}">
                <a16:creationId xmlns:a16="http://schemas.microsoft.com/office/drawing/2014/main" id="{5CF0E650-1102-EE9F-005D-C09CFB129444}"/>
              </a:ext>
            </a:extLst>
          </p:cNvPr>
          <p:cNvPicPr>
            <a:picLocks noChangeAspect="1"/>
          </p:cNvPicPr>
          <p:nvPr/>
        </p:nvPicPr>
        <p:blipFill>
          <a:blip r:embed="rId180">
            <a:extLst>
              <a:ext uri="{96DAC541-7B7A-43D3-8B79-37D633B846F1}">
                <asvg:svgBlip xmlns:asvg="http://schemas.microsoft.com/office/drawing/2016/SVG/main" r:embed="rId181"/>
              </a:ext>
            </a:extLst>
          </a:blip>
          <a:stretch>
            <a:fillRect/>
          </a:stretch>
        </p:blipFill>
        <p:spPr>
          <a:xfrm>
            <a:off x="7640941" y="2495129"/>
            <a:ext cx="274320" cy="274320"/>
          </a:xfrm>
          <a:prstGeom prst="rect">
            <a:avLst/>
          </a:prstGeom>
        </p:spPr>
      </p:pic>
      <p:pic>
        <p:nvPicPr>
          <p:cNvPr id="403" name="Graphic 402" descr="file alert icon">
            <a:extLst>
              <a:ext uri="{FF2B5EF4-FFF2-40B4-BE49-F238E27FC236}">
                <a16:creationId xmlns:a16="http://schemas.microsoft.com/office/drawing/2014/main" id="{C1353028-FA6F-E542-864B-86C3A7D20F43}"/>
              </a:ext>
            </a:extLst>
          </p:cNvPr>
          <p:cNvPicPr>
            <a:picLocks noChangeAspect="1"/>
          </p:cNvPicPr>
          <p:nvPr/>
        </p:nvPicPr>
        <p:blipFill>
          <a:blip r:embed="rId182">
            <a:extLst>
              <a:ext uri="{96DAC541-7B7A-43D3-8B79-37D633B846F1}">
                <asvg:svgBlip xmlns:asvg="http://schemas.microsoft.com/office/drawing/2016/SVG/main" r:embed="rId183"/>
              </a:ext>
            </a:extLst>
          </a:blip>
          <a:stretch>
            <a:fillRect/>
          </a:stretch>
        </p:blipFill>
        <p:spPr>
          <a:xfrm>
            <a:off x="7992814" y="2495129"/>
            <a:ext cx="274320" cy="274320"/>
          </a:xfrm>
          <a:prstGeom prst="rect">
            <a:avLst/>
          </a:prstGeom>
        </p:spPr>
      </p:pic>
      <p:pic>
        <p:nvPicPr>
          <p:cNvPr id="404" name="Graphic 403" descr="new file icon">
            <a:extLst>
              <a:ext uri="{FF2B5EF4-FFF2-40B4-BE49-F238E27FC236}">
                <a16:creationId xmlns:a16="http://schemas.microsoft.com/office/drawing/2014/main" id="{CA3E2B48-91DF-7784-96F3-DB56D3BD508D}"/>
              </a:ext>
            </a:extLst>
          </p:cNvPr>
          <p:cNvPicPr>
            <a:picLocks noChangeAspect="1"/>
          </p:cNvPicPr>
          <p:nvPr/>
        </p:nvPicPr>
        <p:blipFill>
          <a:blip r:embed="rId184">
            <a:extLst>
              <a:ext uri="{96DAC541-7B7A-43D3-8B79-37D633B846F1}">
                <asvg:svgBlip xmlns:asvg="http://schemas.microsoft.com/office/drawing/2016/SVG/main" r:embed="rId185"/>
              </a:ext>
            </a:extLst>
          </a:blip>
          <a:stretch>
            <a:fillRect/>
          </a:stretch>
        </p:blipFill>
        <p:spPr>
          <a:xfrm>
            <a:off x="8344687" y="2495129"/>
            <a:ext cx="274320" cy="274320"/>
          </a:xfrm>
          <a:prstGeom prst="rect">
            <a:avLst/>
          </a:prstGeom>
        </p:spPr>
      </p:pic>
      <p:pic>
        <p:nvPicPr>
          <p:cNvPr id="405" name="Graphic 404" descr="image file icon">
            <a:extLst>
              <a:ext uri="{FF2B5EF4-FFF2-40B4-BE49-F238E27FC236}">
                <a16:creationId xmlns:a16="http://schemas.microsoft.com/office/drawing/2014/main" id="{0FAE257F-C9E7-A28A-EB56-8456000058F4}"/>
              </a:ext>
            </a:extLst>
          </p:cNvPr>
          <p:cNvPicPr>
            <a:picLocks noChangeAspect="1"/>
          </p:cNvPicPr>
          <p:nvPr/>
        </p:nvPicPr>
        <p:blipFill>
          <a:blip r:embed="rId186">
            <a:extLst>
              <a:ext uri="{96DAC541-7B7A-43D3-8B79-37D633B846F1}">
                <asvg:svgBlip xmlns:asvg="http://schemas.microsoft.com/office/drawing/2016/SVG/main" r:embed="rId187"/>
              </a:ext>
            </a:extLst>
          </a:blip>
          <a:stretch>
            <a:fillRect/>
          </a:stretch>
        </p:blipFill>
        <p:spPr>
          <a:xfrm>
            <a:off x="8696560" y="2495129"/>
            <a:ext cx="274320" cy="274320"/>
          </a:xfrm>
          <a:prstGeom prst="rect">
            <a:avLst/>
          </a:prstGeom>
        </p:spPr>
      </p:pic>
      <p:pic>
        <p:nvPicPr>
          <p:cNvPr id="406" name="Graphic 405" descr="text file icon">
            <a:extLst>
              <a:ext uri="{FF2B5EF4-FFF2-40B4-BE49-F238E27FC236}">
                <a16:creationId xmlns:a16="http://schemas.microsoft.com/office/drawing/2014/main" id="{CA3502C0-C6BD-7E3B-2F57-00F0874BE2F4}"/>
              </a:ext>
            </a:extLst>
          </p:cNvPr>
          <p:cNvPicPr>
            <a:picLocks noChangeAspect="1"/>
          </p:cNvPicPr>
          <p:nvPr/>
        </p:nvPicPr>
        <p:blipFill>
          <a:blip r:embed="rId188">
            <a:extLst>
              <a:ext uri="{96DAC541-7B7A-43D3-8B79-37D633B846F1}">
                <asvg:svgBlip xmlns:asvg="http://schemas.microsoft.com/office/drawing/2016/SVG/main" r:embed="rId189"/>
              </a:ext>
            </a:extLst>
          </a:blip>
          <a:stretch>
            <a:fillRect/>
          </a:stretch>
        </p:blipFill>
        <p:spPr>
          <a:xfrm>
            <a:off x="9048433" y="2495129"/>
            <a:ext cx="274320" cy="274320"/>
          </a:xfrm>
          <a:prstGeom prst="rect">
            <a:avLst/>
          </a:prstGeom>
        </p:spPr>
      </p:pic>
      <p:pic>
        <p:nvPicPr>
          <p:cNvPr id="407" name="Graphic 406" descr="video file icon">
            <a:extLst>
              <a:ext uri="{FF2B5EF4-FFF2-40B4-BE49-F238E27FC236}">
                <a16:creationId xmlns:a16="http://schemas.microsoft.com/office/drawing/2014/main" id="{9486E23A-FE69-EA48-0D30-C257B1E32E94}"/>
              </a:ext>
            </a:extLst>
          </p:cNvPr>
          <p:cNvPicPr>
            <a:picLocks noChangeAspect="1"/>
          </p:cNvPicPr>
          <p:nvPr/>
        </p:nvPicPr>
        <p:blipFill>
          <a:blip r:embed="rId190">
            <a:extLst>
              <a:ext uri="{96DAC541-7B7A-43D3-8B79-37D633B846F1}">
                <asvg:svgBlip xmlns:asvg="http://schemas.microsoft.com/office/drawing/2016/SVG/main" r:embed="rId191"/>
              </a:ext>
            </a:extLst>
          </a:blip>
          <a:stretch>
            <a:fillRect/>
          </a:stretch>
        </p:blipFill>
        <p:spPr>
          <a:xfrm>
            <a:off x="9400306" y="2495129"/>
            <a:ext cx="274320" cy="274320"/>
          </a:xfrm>
          <a:prstGeom prst="rect">
            <a:avLst/>
          </a:prstGeom>
        </p:spPr>
      </p:pic>
      <p:pic>
        <p:nvPicPr>
          <p:cNvPr id="408" name="Graphic 407" descr="zip file icon">
            <a:extLst>
              <a:ext uri="{FF2B5EF4-FFF2-40B4-BE49-F238E27FC236}">
                <a16:creationId xmlns:a16="http://schemas.microsoft.com/office/drawing/2014/main" id="{D3FCF914-346E-8635-10C8-21137C4469D2}"/>
              </a:ext>
            </a:extLst>
          </p:cNvPr>
          <p:cNvPicPr>
            <a:picLocks noChangeAspect="1"/>
          </p:cNvPicPr>
          <p:nvPr/>
        </p:nvPicPr>
        <p:blipFill>
          <a:blip r:embed="rId192">
            <a:extLst>
              <a:ext uri="{96DAC541-7B7A-43D3-8B79-37D633B846F1}">
                <asvg:svgBlip xmlns:asvg="http://schemas.microsoft.com/office/drawing/2016/SVG/main" r:embed="rId193"/>
              </a:ext>
            </a:extLst>
          </a:blip>
          <a:stretch>
            <a:fillRect/>
          </a:stretch>
        </p:blipFill>
        <p:spPr>
          <a:xfrm>
            <a:off x="9752179" y="2495129"/>
            <a:ext cx="274320" cy="274320"/>
          </a:xfrm>
          <a:prstGeom prst="rect">
            <a:avLst/>
          </a:prstGeom>
        </p:spPr>
      </p:pic>
      <p:pic>
        <p:nvPicPr>
          <p:cNvPr id="409" name="Graphic 408" descr="folder icon">
            <a:extLst>
              <a:ext uri="{FF2B5EF4-FFF2-40B4-BE49-F238E27FC236}">
                <a16:creationId xmlns:a16="http://schemas.microsoft.com/office/drawing/2014/main" id="{32696679-6575-8095-1B77-2AAD5BE46BE4}"/>
              </a:ext>
            </a:extLst>
          </p:cNvPr>
          <p:cNvPicPr>
            <a:picLocks noChangeAspect="1"/>
          </p:cNvPicPr>
          <p:nvPr/>
        </p:nvPicPr>
        <p:blipFill>
          <a:blip r:embed="rId194">
            <a:extLst>
              <a:ext uri="{96DAC541-7B7A-43D3-8B79-37D633B846F1}">
                <asvg:svgBlip xmlns:asvg="http://schemas.microsoft.com/office/drawing/2016/SVG/main" r:embed="rId195"/>
              </a:ext>
            </a:extLst>
          </a:blip>
          <a:stretch>
            <a:fillRect/>
          </a:stretch>
        </p:blipFill>
        <p:spPr>
          <a:xfrm>
            <a:off x="10104052" y="2495129"/>
            <a:ext cx="274320" cy="274320"/>
          </a:xfrm>
          <a:prstGeom prst="rect">
            <a:avLst/>
          </a:prstGeom>
        </p:spPr>
      </p:pic>
      <p:pic>
        <p:nvPicPr>
          <p:cNvPr id="410" name="Graphic 409" descr="folder open icon">
            <a:extLst>
              <a:ext uri="{FF2B5EF4-FFF2-40B4-BE49-F238E27FC236}">
                <a16:creationId xmlns:a16="http://schemas.microsoft.com/office/drawing/2014/main" id="{06E5B3C3-9388-5043-E875-21031AE9DBD6}"/>
              </a:ext>
            </a:extLst>
          </p:cNvPr>
          <p:cNvPicPr>
            <a:picLocks noChangeAspect="1"/>
          </p:cNvPicPr>
          <p:nvPr/>
        </p:nvPicPr>
        <p:blipFill>
          <a:blip r:embed="rId196">
            <a:extLst>
              <a:ext uri="{96DAC541-7B7A-43D3-8B79-37D633B846F1}">
                <asvg:svgBlip xmlns:asvg="http://schemas.microsoft.com/office/drawing/2016/SVG/main" r:embed="rId197"/>
              </a:ext>
            </a:extLst>
          </a:blip>
          <a:stretch>
            <a:fillRect/>
          </a:stretch>
        </p:blipFill>
        <p:spPr>
          <a:xfrm>
            <a:off x="10461640" y="2495129"/>
            <a:ext cx="274320" cy="274320"/>
          </a:xfrm>
          <a:prstGeom prst="rect">
            <a:avLst/>
          </a:prstGeom>
        </p:spPr>
      </p:pic>
      <p:pic>
        <p:nvPicPr>
          <p:cNvPr id="411" name="Graphic 410" descr="cloud icon">
            <a:extLst>
              <a:ext uri="{FF2B5EF4-FFF2-40B4-BE49-F238E27FC236}">
                <a16:creationId xmlns:a16="http://schemas.microsoft.com/office/drawing/2014/main" id="{B5CB3972-CB58-B575-6388-F0356AE00ECF}"/>
              </a:ext>
            </a:extLst>
          </p:cNvPr>
          <p:cNvPicPr>
            <a:picLocks noChangeAspect="1"/>
          </p:cNvPicPr>
          <p:nvPr/>
        </p:nvPicPr>
        <p:blipFill>
          <a:blip r:embed="rId198">
            <a:extLst>
              <a:ext uri="{96DAC541-7B7A-43D3-8B79-37D633B846F1}">
                <asvg:svgBlip xmlns:asvg="http://schemas.microsoft.com/office/drawing/2016/SVG/main" r:embed="rId199"/>
              </a:ext>
            </a:extLst>
          </a:blip>
          <a:stretch>
            <a:fillRect/>
          </a:stretch>
        </p:blipFill>
        <p:spPr>
          <a:xfrm>
            <a:off x="7640941" y="2950606"/>
            <a:ext cx="274320" cy="274320"/>
          </a:xfrm>
          <a:prstGeom prst="rect">
            <a:avLst/>
          </a:prstGeom>
        </p:spPr>
      </p:pic>
      <p:pic>
        <p:nvPicPr>
          <p:cNvPr id="412" name="Graphic 411" descr="cloud error icon">
            <a:extLst>
              <a:ext uri="{FF2B5EF4-FFF2-40B4-BE49-F238E27FC236}">
                <a16:creationId xmlns:a16="http://schemas.microsoft.com/office/drawing/2014/main" id="{514E9F91-C9D8-B2A8-3D7B-D469C974AA59}"/>
              </a:ext>
            </a:extLst>
          </p:cNvPr>
          <p:cNvPicPr>
            <a:picLocks noChangeAspect="1"/>
          </p:cNvPicPr>
          <p:nvPr/>
        </p:nvPicPr>
        <p:blipFill>
          <a:blip r:embed="rId200">
            <a:extLst>
              <a:ext uri="{96DAC541-7B7A-43D3-8B79-37D633B846F1}">
                <asvg:svgBlip xmlns:asvg="http://schemas.microsoft.com/office/drawing/2016/SVG/main" r:embed="rId201"/>
              </a:ext>
            </a:extLst>
          </a:blip>
          <a:stretch>
            <a:fillRect/>
          </a:stretch>
        </p:blipFill>
        <p:spPr>
          <a:xfrm>
            <a:off x="7992814" y="2950606"/>
            <a:ext cx="274320" cy="274320"/>
          </a:xfrm>
          <a:prstGeom prst="rect">
            <a:avLst/>
          </a:prstGeom>
        </p:spPr>
      </p:pic>
      <p:pic>
        <p:nvPicPr>
          <p:cNvPr id="413" name="Graphic 412" descr="cloud info icon">
            <a:extLst>
              <a:ext uri="{FF2B5EF4-FFF2-40B4-BE49-F238E27FC236}">
                <a16:creationId xmlns:a16="http://schemas.microsoft.com/office/drawing/2014/main" id="{5B0AAA58-5C59-E58F-CFCC-331092728CDA}"/>
              </a:ext>
            </a:extLst>
          </p:cNvPr>
          <p:cNvPicPr>
            <a:picLocks noChangeAspect="1"/>
          </p:cNvPicPr>
          <p:nvPr/>
        </p:nvPicPr>
        <p:blipFill>
          <a:blip r:embed="rId202">
            <a:extLst>
              <a:ext uri="{96DAC541-7B7A-43D3-8B79-37D633B846F1}">
                <asvg:svgBlip xmlns:asvg="http://schemas.microsoft.com/office/drawing/2016/SVG/main" r:embed="rId203"/>
              </a:ext>
            </a:extLst>
          </a:blip>
          <a:stretch>
            <a:fillRect/>
          </a:stretch>
        </p:blipFill>
        <p:spPr>
          <a:xfrm>
            <a:off x="8344687" y="2950606"/>
            <a:ext cx="274320" cy="274320"/>
          </a:xfrm>
          <a:prstGeom prst="rect">
            <a:avLst/>
          </a:prstGeom>
        </p:spPr>
      </p:pic>
      <p:pic>
        <p:nvPicPr>
          <p:cNvPr id="414" name="Graphic 413" descr="cloud upload icon">
            <a:extLst>
              <a:ext uri="{FF2B5EF4-FFF2-40B4-BE49-F238E27FC236}">
                <a16:creationId xmlns:a16="http://schemas.microsoft.com/office/drawing/2014/main" id="{F14CB486-764B-019D-768B-B692A22AB909}"/>
              </a:ext>
            </a:extLst>
          </p:cNvPr>
          <p:cNvPicPr>
            <a:picLocks noChangeAspect="1"/>
          </p:cNvPicPr>
          <p:nvPr/>
        </p:nvPicPr>
        <p:blipFill>
          <a:blip r:embed="rId204">
            <a:extLst>
              <a:ext uri="{96DAC541-7B7A-43D3-8B79-37D633B846F1}">
                <asvg:svgBlip xmlns:asvg="http://schemas.microsoft.com/office/drawing/2016/SVG/main" r:embed="rId205"/>
              </a:ext>
            </a:extLst>
          </a:blip>
          <a:stretch>
            <a:fillRect/>
          </a:stretch>
        </p:blipFill>
        <p:spPr>
          <a:xfrm>
            <a:off x="8696560" y="2950606"/>
            <a:ext cx="274320" cy="274320"/>
          </a:xfrm>
          <a:prstGeom prst="rect">
            <a:avLst/>
          </a:prstGeom>
        </p:spPr>
      </p:pic>
      <p:pic>
        <p:nvPicPr>
          <p:cNvPr id="415" name="Graphic 414" descr="upload icon">
            <a:extLst>
              <a:ext uri="{FF2B5EF4-FFF2-40B4-BE49-F238E27FC236}">
                <a16:creationId xmlns:a16="http://schemas.microsoft.com/office/drawing/2014/main" id="{3ACD5FDC-F49B-4E92-EBA5-477DF150A8D4}"/>
              </a:ext>
            </a:extLst>
          </p:cNvPr>
          <p:cNvPicPr>
            <a:picLocks noChangeAspect="1"/>
          </p:cNvPicPr>
          <p:nvPr/>
        </p:nvPicPr>
        <p:blipFill>
          <a:blip r:embed="rId206">
            <a:extLst>
              <a:ext uri="{96DAC541-7B7A-43D3-8B79-37D633B846F1}">
                <asvg:svgBlip xmlns:asvg="http://schemas.microsoft.com/office/drawing/2016/SVG/main" r:embed="rId207"/>
              </a:ext>
            </a:extLst>
          </a:blip>
          <a:stretch>
            <a:fillRect/>
          </a:stretch>
        </p:blipFill>
        <p:spPr>
          <a:xfrm>
            <a:off x="9048433" y="2950606"/>
            <a:ext cx="274320" cy="274320"/>
          </a:xfrm>
          <a:prstGeom prst="rect">
            <a:avLst/>
          </a:prstGeom>
        </p:spPr>
      </p:pic>
      <p:pic>
        <p:nvPicPr>
          <p:cNvPr id="416" name="Graphic 415" descr="download i">
            <a:extLst>
              <a:ext uri="{FF2B5EF4-FFF2-40B4-BE49-F238E27FC236}">
                <a16:creationId xmlns:a16="http://schemas.microsoft.com/office/drawing/2014/main" id="{E3A2D58E-03A5-2AA7-57AC-1CD6EA000E54}"/>
              </a:ext>
            </a:extLst>
          </p:cNvPr>
          <p:cNvPicPr>
            <a:picLocks noChangeAspect="1"/>
          </p:cNvPicPr>
          <p:nvPr/>
        </p:nvPicPr>
        <p:blipFill>
          <a:blip r:embed="rId208">
            <a:extLst>
              <a:ext uri="{96DAC541-7B7A-43D3-8B79-37D633B846F1}">
                <asvg:svgBlip xmlns:asvg="http://schemas.microsoft.com/office/drawing/2016/SVG/main" r:embed="rId209"/>
              </a:ext>
            </a:extLst>
          </a:blip>
          <a:stretch>
            <a:fillRect/>
          </a:stretch>
        </p:blipFill>
        <p:spPr>
          <a:xfrm>
            <a:off x="9400306" y="2950606"/>
            <a:ext cx="274320" cy="274320"/>
          </a:xfrm>
          <a:prstGeom prst="rect">
            <a:avLst/>
          </a:prstGeom>
        </p:spPr>
      </p:pic>
      <p:pic>
        <p:nvPicPr>
          <p:cNvPr id="417" name="Graphic 416" descr="dropzone icon">
            <a:extLst>
              <a:ext uri="{FF2B5EF4-FFF2-40B4-BE49-F238E27FC236}">
                <a16:creationId xmlns:a16="http://schemas.microsoft.com/office/drawing/2014/main" id="{69F24AFD-BD91-7267-4F8B-F7EFB1C9A4A4}"/>
              </a:ext>
            </a:extLst>
          </p:cNvPr>
          <p:cNvPicPr>
            <a:picLocks noChangeAspect="1"/>
          </p:cNvPicPr>
          <p:nvPr/>
        </p:nvPicPr>
        <p:blipFill>
          <a:blip r:embed="rId210">
            <a:extLst>
              <a:ext uri="{96DAC541-7B7A-43D3-8B79-37D633B846F1}">
                <asvg:svgBlip xmlns:asvg="http://schemas.microsoft.com/office/drawing/2016/SVG/main" r:embed="rId211"/>
              </a:ext>
            </a:extLst>
          </a:blip>
          <a:stretch>
            <a:fillRect/>
          </a:stretch>
        </p:blipFill>
        <p:spPr>
          <a:xfrm>
            <a:off x="9752179" y="2950606"/>
            <a:ext cx="274320" cy="274320"/>
          </a:xfrm>
          <a:prstGeom prst="rect">
            <a:avLst/>
          </a:prstGeom>
        </p:spPr>
      </p:pic>
      <p:pic>
        <p:nvPicPr>
          <p:cNvPr id="418" name="Graphic 417" descr="share icon">
            <a:extLst>
              <a:ext uri="{FF2B5EF4-FFF2-40B4-BE49-F238E27FC236}">
                <a16:creationId xmlns:a16="http://schemas.microsoft.com/office/drawing/2014/main" id="{91607F67-8D2E-10EB-65B5-95AB865AA308}"/>
              </a:ext>
            </a:extLst>
          </p:cNvPr>
          <p:cNvPicPr>
            <a:picLocks noChangeAspect="1"/>
          </p:cNvPicPr>
          <p:nvPr/>
        </p:nvPicPr>
        <p:blipFill>
          <a:blip r:embed="rId212">
            <a:extLst>
              <a:ext uri="{96DAC541-7B7A-43D3-8B79-37D633B846F1}">
                <asvg:svgBlip xmlns:asvg="http://schemas.microsoft.com/office/drawing/2016/SVG/main" r:embed="rId213"/>
              </a:ext>
            </a:extLst>
          </a:blip>
          <a:stretch>
            <a:fillRect/>
          </a:stretch>
        </p:blipFill>
        <p:spPr>
          <a:xfrm>
            <a:off x="10104052" y="2950606"/>
            <a:ext cx="274320" cy="274320"/>
          </a:xfrm>
          <a:prstGeom prst="rect">
            <a:avLst/>
          </a:prstGeom>
        </p:spPr>
      </p:pic>
      <p:pic>
        <p:nvPicPr>
          <p:cNvPr id="419" name="Graphic 418" descr="database icon">
            <a:extLst>
              <a:ext uri="{FF2B5EF4-FFF2-40B4-BE49-F238E27FC236}">
                <a16:creationId xmlns:a16="http://schemas.microsoft.com/office/drawing/2014/main" id="{445958E5-2A40-06E9-D26C-8A7FC37CE0EC}"/>
              </a:ext>
            </a:extLst>
          </p:cNvPr>
          <p:cNvPicPr>
            <a:picLocks noChangeAspect="1"/>
          </p:cNvPicPr>
          <p:nvPr/>
        </p:nvPicPr>
        <p:blipFill>
          <a:blip r:embed="rId214">
            <a:extLst>
              <a:ext uri="{96DAC541-7B7A-43D3-8B79-37D633B846F1}">
                <asvg:svgBlip xmlns:asvg="http://schemas.microsoft.com/office/drawing/2016/SVG/main" r:embed="rId215"/>
              </a:ext>
            </a:extLst>
          </a:blip>
          <a:stretch>
            <a:fillRect/>
          </a:stretch>
        </p:blipFill>
        <p:spPr>
          <a:xfrm>
            <a:off x="10461640" y="2950606"/>
            <a:ext cx="274320" cy="274320"/>
          </a:xfrm>
          <a:prstGeom prst="rect">
            <a:avLst/>
          </a:prstGeom>
        </p:spPr>
      </p:pic>
      <p:sp>
        <p:nvSpPr>
          <p:cNvPr id="420" name="TextBox 419">
            <a:extLst>
              <a:ext uri="{FF2B5EF4-FFF2-40B4-BE49-F238E27FC236}">
                <a16:creationId xmlns:a16="http://schemas.microsoft.com/office/drawing/2014/main" id="{7A09404A-3A14-6E67-C509-2CB8163256B9}"/>
              </a:ext>
            </a:extLst>
          </p:cNvPr>
          <p:cNvSpPr txBox="1"/>
          <p:nvPr/>
        </p:nvSpPr>
        <p:spPr>
          <a:xfrm>
            <a:off x="6496341" y="3457132"/>
            <a:ext cx="716863" cy="233013"/>
          </a:xfrm>
          <a:prstGeom prst="rect">
            <a:avLst/>
          </a:prstGeom>
          <a:noFill/>
        </p:spPr>
        <p:txBody>
          <a:bodyPr wrap="none" rtlCol="0">
            <a:spAutoFit/>
          </a:bodyPr>
          <a:lstStyle/>
          <a:p>
            <a:pPr algn="l">
              <a:lnSpc>
                <a:spcPct val="110000"/>
              </a:lnSpc>
              <a:spcBef>
                <a:spcPts val="900"/>
              </a:spcBef>
            </a:pPr>
            <a:r>
              <a:rPr lang="en-US" sz="900" b="1"/>
              <a:t>Generative</a:t>
            </a:r>
          </a:p>
        </p:txBody>
      </p:sp>
      <p:pic>
        <p:nvPicPr>
          <p:cNvPr id="421" name="Graphic 420" descr="generate icon">
            <a:extLst>
              <a:ext uri="{FF2B5EF4-FFF2-40B4-BE49-F238E27FC236}">
                <a16:creationId xmlns:a16="http://schemas.microsoft.com/office/drawing/2014/main" id="{534D15F2-1086-24B8-C481-736133E88EF2}"/>
              </a:ext>
            </a:extLst>
          </p:cNvPr>
          <p:cNvPicPr>
            <a:picLocks noChangeAspect="1"/>
          </p:cNvPicPr>
          <p:nvPr/>
        </p:nvPicPr>
        <p:blipFill>
          <a:blip r:embed="rId216">
            <a:extLst>
              <a:ext uri="{96DAC541-7B7A-43D3-8B79-37D633B846F1}">
                <asvg:svgBlip xmlns:asvg="http://schemas.microsoft.com/office/drawing/2016/SVG/main" r:embed="rId217"/>
              </a:ext>
            </a:extLst>
          </a:blip>
          <a:stretch>
            <a:fillRect/>
          </a:stretch>
        </p:blipFill>
        <p:spPr>
          <a:xfrm>
            <a:off x="7640941" y="3457132"/>
            <a:ext cx="274320" cy="274320"/>
          </a:xfrm>
          <a:prstGeom prst="rect">
            <a:avLst/>
          </a:prstGeom>
        </p:spPr>
      </p:pic>
      <p:pic>
        <p:nvPicPr>
          <p:cNvPr id="422" name="Graphic 421" descr="prompt icon">
            <a:extLst>
              <a:ext uri="{FF2B5EF4-FFF2-40B4-BE49-F238E27FC236}">
                <a16:creationId xmlns:a16="http://schemas.microsoft.com/office/drawing/2014/main" id="{CAA66719-1AF2-F1D5-9D5B-9D4310ADFD7F}"/>
              </a:ext>
            </a:extLst>
          </p:cNvPr>
          <p:cNvPicPr>
            <a:picLocks noChangeAspect="1"/>
          </p:cNvPicPr>
          <p:nvPr/>
        </p:nvPicPr>
        <p:blipFill>
          <a:blip r:embed="rId218">
            <a:extLst>
              <a:ext uri="{96DAC541-7B7A-43D3-8B79-37D633B846F1}">
                <asvg:svgBlip xmlns:asvg="http://schemas.microsoft.com/office/drawing/2016/SVG/main" r:embed="rId219"/>
              </a:ext>
            </a:extLst>
          </a:blip>
          <a:stretch>
            <a:fillRect/>
          </a:stretch>
        </p:blipFill>
        <p:spPr>
          <a:xfrm>
            <a:off x="7992814" y="3457132"/>
            <a:ext cx="274320" cy="274320"/>
          </a:xfrm>
          <a:prstGeom prst="rect">
            <a:avLst/>
          </a:prstGeom>
        </p:spPr>
      </p:pic>
      <p:pic>
        <p:nvPicPr>
          <p:cNvPr id="423" name="Graphic 422" descr="generative speech icon">
            <a:extLst>
              <a:ext uri="{FF2B5EF4-FFF2-40B4-BE49-F238E27FC236}">
                <a16:creationId xmlns:a16="http://schemas.microsoft.com/office/drawing/2014/main" id="{1AC4833F-ECE3-29DB-B688-4E781CCF82CE}"/>
              </a:ext>
            </a:extLst>
          </p:cNvPr>
          <p:cNvPicPr>
            <a:picLocks noChangeAspect="1"/>
          </p:cNvPicPr>
          <p:nvPr/>
        </p:nvPicPr>
        <p:blipFill>
          <a:blip r:embed="rId220">
            <a:extLst>
              <a:ext uri="{96DAC541-7B7A-43D3-8B79-37D633B846F1}">
                <asvg:svgBlip xmlns:asvg="http://schemas.microsoft.com/office/drawing/2016/SVG/main" r:embed="rId221"/>
              </a:ext>
            </a:extLst>
          </a:blip>
          <a:stretch>
            <a:fillRect/>
          </a:stretch>
        </p:blipFill>
        <p:spPr>
          <a:xfrm>
            <a:off x="8344687" y="3457132"/>
            <a:ext cx="274320" cy="274320"/>
          </a:xfrm>
          <a:prstGeom prst="rect">
            <a:avLst/>
          </a:prstGeom>
        </p:spPr>
      </p:pic>
      <p:pic>
        <p:nvPicPr>
          <p:cNvPr id="424" name="Graphic 423" descr="generative image icon">
            <a:extLst>
              <a:ext uri="{FF2B5EF4-FFF2-40B4-BE49-F238E27FC236}">
                <a16:creationId xmlns:a16="http://schemas.microsoft.com/office/drawing/2014/main" id="{7F66AF20-7C27-699D-AEE5-2B0EE0930F52}"/>
              </a:ext>
            </a:extLst>
          </p:cNvPr>
          <p:cNvPicPr>
            <a:picLocks noChangeAspect="1"/>
          </p:cNvPicPr>
          <p:nvPr/>
        </p:nvPicPr>
        <p:blipFill>
          <a:blip r:embed="rId222">
            <a:extLst>
              <a:ext uri="{96DAC541-7B7A-43D3-8B79-37D633B846F1}">
                <asvg:svgBlip xmlns:asvg="http://schemas.microsoft.com/office/drawing/2016/SVG/main" r:embed="rId223"/>
              </a:ext>
            </a:extLst>
          </a:blip>
          <a:stretch>
            <a:fillRect/>
          </a:stretch>
        </p:blipFill>
        <p:spPr>
          <a:xfrm>
            <a:off x="8696560" y="3457132"/>
            <a:ext cx="274320" cy="274320"/>
          </a:xfrm>
          <a:prstGeom prst="rect">
            <a:avLst/>
          </a:prstGeom>
        </p:spPr>
      </p:pic>
      <p:sp>
        <p:nvSpPr>
          <p:cNvPr id="425" name="TextBox 424">
            <a:extLst>
              <a:ext uri="{FF2B5EF4-FFF2-40B4-BE49-F238E27FC236}">
                <a16:creationId xmlns:a16="http://schemas.microsoft.com/office/drawing/2014/main" id="{927ED52F-F4B9-CB44-E478-76DC29CD368F}"/>
              </a:ext>
            </a:extLst>
          </p:cNvPr>
          <p:cNvSpPr txBox="1"/>
          <p:nvPr/>
        </p:nvSpPr>
        <p:spPr>
          <a:xfrm>
            <a:off x="6496341" y="3963658"/>
            <a:ext cx="957313" cy="233013"/>
          </a:xfrm>
          <a:prstGeom prst="rect">
            <a:avLst/>
          </a:prstGeom>
          <a:noFill/>
        </p:spPr>
        <p:txBody>
          <a:bodyPr wrap="none" rtlCol="0">
            <a:spAutoFit/>
          </a:bodyPr>
          <a:lstStyle/>
          <a:p>
            <a:pPr algn="l">
              <a:lnSpc>
                <a:spcPct val="110000"/>
              </a:lnSpc>
              <a:spcBef>
                <a:spcPts val="900"/>
              </a:spcBef>
            </a:pPr>
            <a:r>
              <a:rPr lang="en-US" sz="900" b="1"/>
              <a:t>Location &amp; time</a:t>
            </a:r>
          </a:p>
        </p:txBody>
      </p:sp>
      <p:pic>
        <p:nvPicPr>
          <p:cNvPr id="426" name="Graphic 425" descr="clock icon">
            <a:extLst>
              <a:ext uri="{FF2B5EF4-FFF2-40B4-BE49-F238E27FC236}">
                <a16:creationId xmlns:a16="http://schemas.microsoft.com/office/drawing/2014/main" id="{6CC195CB-47EF-5ACD-71A5-0602F250603F}"/>
              </a:ext>
            </a:extLst>
          </p:cNvPr>
          <p:cNvPicPr>
            <a:picLocks noChangeAspect="1"/>
          </p:cNvPicPr>
          <p:nvPr/>
        </p:nvPicPr>
        <p:blipFill>
          <a:blip r:embed="rId224">
            <a:extLst>
              <a:ext uri="{96DAC541-7B7A-43D3-8B79-37D633B846F1}">
                <asvg:svgBlip xmlns:asvg="http://schemas.microsoft.com/office/drawing/2016/SVG/main" r:embed="rId225"/>
              </a:ext>
            </a:extLst>
          </a:blip>
          <a:stretch>
            <a:fillRect/>
          </a:stretch>
        </p:blipFill>
        <p:spPr>
          <a:xfrm>
            <a:off x="7640941" y="3963658"/>
            <a:ext cx="274320" cy="274320"/>
          </a:xfrm>
          <a:prstGeom prst="rect">
            <a:avLst/>
          </a:prstGeom>
        </p:spPr>
      </p:pic>
      <p:pic>
        <p:nvPicPr>
          <p:cNvPr id="427" name="Graphic 426" descr="stopwatch icon">
            <a:extLst>
              <a:ext uri="{FF2B5EF4-FFF2-40B4-BE49-F238E27FC236}">
                <a16:creationId xmlns:a16="http://schemas.microsoft.com/office/drawing/2014/main" id="{BE79920A-7C8E-E4F9-828B-1A79F5542DE0}"/>
              </a:ext>
            </a:extLst>
          </p:cNvPr>
          <p:cNvPicPr>
            <a:picLocks noChangeAspect="1"/>
          </p:cNvPicPr>
          <p:nvPr/>
        </p:nvPicPr>
        <p:blipFill>
          <a:blip r:embed="rId226">
            <a:extLst>
              <a:ext uri="{96DAC541-7B7A-43D3-8B79-37D633B846F1}">
                <asvg:svgBlip xmlns:asvg="http://schemas.microsoft.com/office/drawing/2016/SVG/main" r:embed="rId227"/>
              </a:ext>
            </a:extLst>
          </a:blip>
          <a:stretch>
            <a:fillRect/>
          </a:stretch>
        </p:blipFill>
        <p:spPr>
          <a:xfrm>
            <a:off x="7992814" y="3963658"/>
            <a:ext cx="274320" cy="274320"/>
          </a:xfrm>
          <a:prstGeom prst="rect">
            <a:avLst/>
          </a:prstGeom>
        </p:spPr>
      </p:pic>
      <p:pic>
        <p:nvPicPr>
          <p:cNvPr id="428" name="Graphic 427" descr="calendar icon">
            <a:extLst>
              <a:ext uri="{FF2B5EF4-FFF2-40B4-BE49-F238E27FC236}">
                <a16:creationId xmlns:a16="http://schemas.microsoft.com/office/drawing/2014/main" id="{CE11CEED-67BA-7660-E4BC-230856515F48}"/>
              </a:ext>
            </a:extLst>
          </p:cNvPr>
          <p:cNvPicPr>
            <a:picLocks noChangeAspect="1"/>
          </p:cNvPicPr>
          <p:nvPr/>
        </p:nvPicPr>
        <p:blipFill>
          <a:blip r:embed="rId228">
            <a:extLst>
              <a:ext uri="{96DAC541-7B7A-43D3-8B79-37D633B846F1}">
                <asvg:svgBlip xmlns:asvg="http://schemas.microsoft.com/office/drawing/2016/SVG/main" r:embed="rId229"/>
              </a:ext>
            </a:extLst>
          </a:blip>
          <a:stretch>
            <a:fillRect/>
          </a:stretch>
        </p:blipFill>
        <p:spPr>
          <a:xfrm>
            <a:off x="8344687" y="3963658"/>
            <a:ext cx="274320" cy="274320"/>
          </a:xfrm>
          <a:prstGeom prst="rect">
            <a:avLst/>
          </a:prstGeom>
        </p:spPr>
      </p:pic>
      <p:pic>
        <p:nvPicPr>
          <p:cNvPr id="429" name="Graphic 428" descr="location icon">
            <a:extLst>
              <a:ext uri="{FF2B5EF4-FFF2-40B4-BE49-F238E27FC236}">
                <a16:creationId xmlns:a16="http://schemas.microsoft.com/office/drawing/2014/main" id="{01B3BDD9-6C5F-DCD2-E9E8-A004BC63FDD2}"/>
              </a:ext>
            </a:extLst>
          </p:cNvPr>
          <p:cNvPicPr>
            <a:picLocks noChangeAspect="1"/>
          </p:cNvPicPr>
          <p:nvPr/>
        </p:nvPicPr>
        <p:blipFill>
          <a:blip r:embed="rId230">
            <a:extLst>
              <a:ext uri="{96DAC541-7B7A-43D3-8B79-37D633B846F1}">
                <asvg:svgBlip xmlns:asvg="http://schemas.microsoft.com/office/drawing/2016/SVG/main" r:embed="rId231"/>
              </a:ext>
            </a:extLst>
          </a:blip>
          <a:stretch>
            <a:fillRect/>
          </a:stretch>
        </p:blipFill>
        <p:spPr>
          <a:xfrm>
            <a:off x="8696560" y="3963658"/>
            <a:ext cx="274320" cy="274320"/>
          </a:xfrm>
          <a:prstGeom prst="rect">
            <a:avLst/>
          </a:prstGeom>
        </p:spPr>
      </p:pic>
      <p:pic>
        <p:nvPicPr>
          <p:cNvPr id="430" name="Graphic 429" descr="home icon">
            <a:extLst>
              <a:ext uri="{FF2B5EF4-FFF2-40B4-BE49-F238E27FC236}">
                <a16:creationId xmlns:a16="http://schemas.microsoft.com/office/drawing/2014/main" id="{6CF6EEE8-6E09-2092-376C-076609135056}"/>
              </a:ext>
            </a:extLst>
          </p:cNvPr>
          <p:cNvPicPr>
            <a:picLocks noChangeAspect="1"/>
          </p:cNvPicPr>
          <p:nvPr/>
        </p:nvPicPr>
        <p:blipFill>
          <a:blip r:embed="rId232">
            <a:extLst>
              <a:ext uri="{96DAC541-7B7A-43D3-8B79-37D633B846F1}">
                <asvg:svgBlip xmlns:asvg="http://schemas.microsoft.com/office/drawing/2016/SVG/main" r:embed="rId233"/>
              </a:ext>
            </a:extLst>
          </a:blip>
          <a:stretch>
            <a:fillRect/>
          </a:stretch>
        </p:blipFill>
        <p:spPr>
          <a:xfrm>
            <a:off x="9048433" y="3963658"/>
            <a:ext cx="274320" cy="274320"/>
          </a:xfrm>
          <a:prstGeom prst="rect">
            <a:avLst/>
          </a:prstGeom>
        </p:spPr>
      </p:pic>
      <p:pic>
        <p:nvPicPr>
          <p:cNvPr id="431" name="Graphic 430" descr="enterprise icon">
            <a:extLst>
              <a:ext uri="{FF2B5EF4-FFF2-40B4-BE49-F238E27FC236}">
                <a16:creationId xmlns:a16="http://schemas.microsoft.com/office/drawing/2014/main" id="{1C04A07B-3B83-BDF0-8833-9B2562F61AFF}"/>
              </a:ext>
            </a:extLst>
          </p:cNvPr>
          <p:cNvPicPr>
            <a:picLocks noChangeAspect="1"/>
          </p:cNvPicPr>
          <p:nvPr/>
        </p:nvPicPr>
        <p:blipFill>
          <a:blip r:embed="rId234">
            <a:extLst>
              <a:ext uri="{96DAC541-7B7A-43D3-8B79-37D633B846F1}">
                <asvg:svgBlip xmlns:asvg="http://schemas.microsoft.com/office/drawing/2016/SVG/main" r:embed="rId235"/>
              </a:ext>
            </a:extLst>
          </a:blip>
          <a:stretch>
            <a:fillRect/>
          </a:stretch>
        </p:blipFill>
        <p:spPr>
          <a:xfrm>
            <a:off x="9400306" y="3963658"/>
            <a:ext cx="274320" cy="274320"/>
          </a:xfrm>
          <a:prstGeom prst="rect">
            <a:avLst/>
          </a:prstGeom>
        </p:spPr>
      </p:pic>
      <p:pic>
        <p:nvPicPr>
          <p:cNvPr id="432" name="Graphic 431" descr="small business icon">
            <a:extLst>
              <a:ext uri="{FF2B5EF4-FFF2-40B4-BE49-F238E27FC236}">
                <a16:creationId xmlns:a16="http://schemas.microsoft.com/office/drawing/2014/main" id="{1A40A08D-B204-B74D-AC7D-6AD570C9BA5E}"/>
              </a:ext>
            </a:extLst>
          </p:cNvPr>
          <p:cNvPicPr>
            <a:picLocks noChangeAspect="1"/>
          </p:cNvPicPr>
          <p:nvPr/>
        </p:nvPicPr>
        <p:blipFill>
          <a:blip r:embed="rId236">
            <a:extLst>
              <a:ext uri="{96DAC541-7B7A-43D3-8B79-37D633B846F1}">
                <asvg:svgBlip xmlns:asvg="http://schemas.microsoft.com/office/drawing/2016/SVG/main" r:embed="rId237"/>
              </a:ext>
            </a:extLst>
          </a:blip>
          <a:stretch>
            <a:fillRect/>
          </a:stretch>
        </p:blipFill>
        <p:spPr>
          <a:xfrm>
            <a:off x="9752179" y="3963658"/>
            <a:ext cx="274320" cy="274320"/>
          </a:xfrm>
          <a:prstGeom prst="rect">
            <a:avLst/>
          </a:prstGeom>
        </p:spPr>
      </p:pic>
      <p:pic>
        <p:nvPicPr>
          <p:cNvPr id="433" name="Graphic 432" descr="earth icon">
            <a:extLst>
              <a:ext uri="{FF2B5EF4-FFF2-40B4-BE49-F238E27FC236}">
                <a16:creationId xmlns:a16="http://schemas.microsoft.com/office/drawing/2014/main" id="{067F67C1-0B23-D267-28F8-A7408F4AB250}"/>
              </a:ext>
            </a:extLst>
          </p:cNvPr>
          <p:cNvPicPr>
            <a:picLocks noChangeAspect="1"/>
          </p:cNvPicPr>
          <p:nvPr/>
        </p:nvPicPr>
        <p:blipFill>
          <a:blip r:embed="rId238">
            <a:extLst>
              <a:ext uri="{96DAC541-7B7A-43D3-8B79-37D633B846F1}">
                <asvg:svgBlip xmlns:asvg="http://schemas.microsoft.com/office/drawing/2016/SVG/main" r:embed="rId239"/>
              </a:ext>
            </a:extLst>
          </a:blip>
          <a:stretch>
            <a:fillRect/>
          </a:stretch>
        </p:blipFill>
        <p:spPr>
          <a:xfrm>
            <a:off x="10104052" y="3963658"/>
            <a:ext cx="274320" cy="274320"/>
          </a:xfrm>
          <a:prstGeom prst="rect">
            <a:avLst/>
          </a:prstGeom>
        </p:spPr>
      </p:pic>
      <p:sp>
        <p:nvSpPr>
          <p:cNvPr id="434" name="TextBox 433">
            <a:extLst>
              <a:ext uri="{FF2B5EF4-FFF2-40B4-BE49-F238E27FC236}">
                <a16:creationId xmlns:a16="http://schemas.microsoft.com/office/drawing/2014/main" id="{DE6129B3-182C-E7A6-9967-9AC2645FC7BB}"/>
              </a:ext>
            </a:extLst>
          </p:cNvPr>
          <p:cNvSpPr txBox="1"/>
          <p:nvPr/>
        </p:nvSpPr>
        <p:spPr>
          <a:xfrm>
            <a:off x="6496341" y="4470184"/>
            <a:ext cx="450764" cy="233013"/>
          </a:xfrm>
          <a:prstGeom prst="rect">
            <a:avLst/>
          </a:prstGeom>
          <a:noFill/>
        </p:spPr>
        <p:txBody>
          <a:bodyPr wrap="none" rtlCol="0">
            <a:spAutoFit/>
          </a:bodyPr>
          <a:lstStyle/>
          <a:p>
            <a:pPr algn="l">
              <a:lnSpc>
                <a:spcPct val="110000"/>
              </a:lnSpc>
              <a:spcBef>
                <a:spcPts val="900"/>
              </a:spcBef>
            </a:pPr>
            <a:r>
              <a:rPr lang="en-US" sz="900" b="1"/>
              <a:t>Users</a:t>
            </a:r>
          </a:p>
        </p:txBody>
      </p:sp>
      <p:pic>
        <p:nvPicPr>
          <p:cNvPr id="435" name="Graphic 434" descr="user icon">
            <a:extLst>
              <a:ext uri="{FF2B5EF4-FFF2-40B4-BE49-F238E27FC236}">
                <a16:creationId xmlns:a16="http://schemas.microsoft.com/office/drawing/2014/main" id="{1C6FF307-C0D9-CECD-F71E-0F81604B55D9}"/>
              </a:ext>
            </a:extLst>
          </p:cNvPr>
          <p:cNvPicPr>
            <a:picLocks noChangeAspect="1"/>
          </p:cNvPicPr>
          <p:nvPr/>
        </p:nvPicPr>
        <p:blipFill>
          <a:blip r:embed="rId240">
            <a:extLst>
              <a:ext uri="{96DAC541-7B7A-43D3-8B79-37D633B846F1}">
                <asvg:svgBlip xmlns:asvg="http://schemas.microsoft.com/office/drawing/2016/SVG/main" r:embed="rId241"/>
              </a:ext>
            </a:extLst>
          </a:blip>
          <a:stretch>
            <a:fillRect/>
          </a:stretch>
        </p:blipFill>
        <p:spPr>
          <a:xfrm>
            <a:off x="7640941" y="4470184"/>
            <a:ext cx="274320" cy="274320"/>
          </a:xfrm>
          <a:prstGeom prst="rect">
            <a:avLst/>
          </a:prstGeom>
        </p:spPr>
      </p:pic>
      <p:pic>
        <p:nvPicPr>
          <p:cNvPr id="436" name="Graphic 435" descr="two users icon">
            <a:extLst>
              <a:ext uri="{FF2B5EF4-FFF2-40B4-BE49-F238E27FC236}">
                <a16:creationId xmlns:a16="http://schemas.microsoft.com/office/drawing/2014/main" id="{F25333FE-71E8-78BC-1B25-A0AB4D9D5BA7}"/>
              </a:ext>
            </a:extLst>
          </p:cNvPr>
          <p:cNvPicPr>
            <a:picLocks noChangeAspect="1"/>
          </p:cNvPicPr>
          <p:nvPr/>
        </p:nvPicPr>
        <p:blipFill>
          <a:blip r:embed="rId242">
            <a:extLst>
              <a:ext uri="{96DAC541-7B7A-43D3-8B79-37D633B846F1}">
                <asvg:svgBlip xmlns:asvg="http://schemas.microsoft.com/office/drawing/2016/SVG/main" r:embed="rId243"/>
              </a:ext>
            </a:extLst>
          </a:blip>
          <a:stretch>
            <a:fillRect/>
          </a:stretch>
        </p:blipFill>
        <p:spPr>
          <a:xfrm>
            <a:off x="7992814" y="4470184"/>
            <a:ext cx="274320" cy="274320"/>
          </a:xfrm>
          <a:prstGeom prst="rect">
            <a:avLst/>
          </a:prstGeom>
        </p:spPr>
      </p:pic>
      <p:pic>
        <p:nvPicPr>
          <p:cNvPr id="437" name="Graphic 436" descr="team icon">
            <a:extLst>
              <a:ext uri="{FF2B5EF4-FFF2-40B4-BE49-F238E27FC236}">
                <a16:creationId xmlns:a16="http://schemas.microsoft.com/office/drawing/2014/main" id="{A7D3B88C-7003-6DDE-6C7D-5170B7804FA2}"/>
              </a:ext>
            </a:extLst>
          </p:cNvPr>
          <p:cNvPicPr>
            <a:picLocks noChangeAspect="1"/>
          </p:cNvPicPr>
          <p:nvPr/>
        </p:nvPicPr>
        <p:blipFill>
          <a:blip r:embed="rId244">
            <a:extLst>
              <a:ext uri="{96DAC541-7B7A-43D3-8B79-37D633B846F1}">
                <asvg:svgBlip xmlns:asvg="http://schemas.microsoft.com/office/drawing/2016/SVG/main" r:embed="rId245"/>
              </a:ext>
            </a:extLst>
          </a:blip>
          <a:stretch>
            <a:fillRect/>
          </a:stretch>
        </p:blipFill>
        <p:spPr>
          <a:xfrm>
            <a:off x="8344687" y="4470184"/>
            <a:ext cx="274320" cy="274320"/>
          </a:xfrm>
          <a:prstGeom prst="rect">
            <a:avLst/>
          </a:prstGeom>
        </p:spPr>
      </p:pic>
      <p:pic>
        <p:nvPicPr>
          <p:cNvPr id="438" name="Graphic 437" descr="avatar icon">
            <a:extLst>
              <a:ext uri="{FF2B5EF4-FFF2-40B4-BE49-F238E27FC236}">
                <a16:creationId xmlns:a16="http://schemas.microsoft.com/office/drawing/2014/main" id="{60CF3D03-4063-29D4-2441-44ECF7F433BA}"/>
              </a:ext>
            </a:extLst>
          </p:cNvPr>
          <p:cNvPicPr>
            <a:picLocks noChangeAspect="1"/>
          </p:cNvPicPr>
          <p:nvPr/>
        </p:nvPicPr>
        <p:blipFill>
          <a:blip r:embed="rId246">
            <a:extLst>
              <a:ext uri="{96DAC541-7B7A-43D3-8B79-37D633B846F1}">
                <asvg:svgBlip xmlns:asvg="http://schemas.microsoft.com/office/drawing/2016/SVG/main" r:embed="rId247"/>
              </a:ext>
            </a:extLst>
          </a:blip>
          <a:stretch>
            <a:fillRect/>
          </a:stretch>
        </p:blipFill>
        <p:spPr>
          <a:xfrm>
            <a:off x="8696560" y="4470184"/>
            <a:ext cx="274320" cy="274320"/>
          </a:xfrm>
          <a:prstGeom prst="rect">
            <a:avLst/>
          </a:prstGeom>
        </p:spPr>
      </p:pic>
      <p:sp>
        <p:nvSpPr>
          <p:cNvPr id="439" name="TextBox 438">
            <a:extLst>
              <a:ext uri="{FF2B5EF4-FFF2-40B4-BE49-F238E27FC236}">
                <a16:creationId xmlns:a16="http://schemas.microsoft.com/office/drawing/2014/main" id="{E629B5D7-B30D-E869-55E8-E28099FB5BA1}"/>
              </a:ext>
            </a:extLst>
          </p:cNvPr>
          <p:cNvSpPr txBox="1"/>
          <p:nvPr/>
        </p:nvSpPr>
        <p:spPr>
          <a:xfrm>
            <a:off x="6496341" y="4976708"/>
            <a:ext cx="404278" cy="233013"/>
          </a:xfrm>
          <a:prstGeom prst="rect">
            <a:avLst/>
          </a:prstGeom>
          <a:noFill/>
        </p:spPr>
        <p:txBody>
          <a:bodyPr wrap="none" rtlCol="0">
            <a:spAutoFit/>
          </a:bodyPr>
          <a:lstStyle/>
          <a:p>
            <a:pPr algn="l">
              <a:lnSpc>
                <a:spcPct val="110000"/>
              </a:lnSpc>
              <a:spcBef>
                <a:spcPts val="900"/>
              </a:spcBef>
            </a:pPr>
            <a:r>
              <a:rPr lang="en-US" sz="900" b="1"/>
              <a:t>Web</a:t>
            </a:r>
          </a:p>
        </p:txBody>
      </p:sp>
      <p:pic>
        <p:nvPicPr>
          <p:cNvPr id="440" name="Graphic 439" descr="code icon">
            <a:extLst>
              <a:ext uri="{FF2B5EF4-FFF2-40B4-BE49-F238E27FC236}">
                <a16:creationId xmlns:a16="http://schemas.microsoft.com/office/drawing/2014/main" id="{8D4023B7-8D86-86A0-81E5-97262380143F}"/>
              </a:ext>
            </a:extLst>
          </p:cNvPr>
          <p:cNvPicPr>
            <a:picLocks noChangeAspect="1"/>
          </p:cNvPicPr>
          <p:nvPr/>
        </p:nvPicPr>
        <p:blipFill>
          <a:blip r:embed="rId248">
            <a:extLst>
              <a:ext uri="{96DAC541-7B7A-43D3-8B79-37D633B846F1}">
                <asvg:svgBlip xmlns:asvg="http://schemas.microsoft.com/office/drawing/2016/SVG/main" r:embed="rId249"/>
              </a:ext>
            </a:extLst>
          </a:blip>
          <a:stretch>
            <a:fillRect/>
          </a:stretch>
        </p:blipFill>
        <p:spPr>
          <a:xfrm>
            <a:off x="7640941" y="4976708"/>
            <a:ext cx="274320" cy="274320"/>
          </a:xfrm>
          <a:prstGeom prst="rect">
            <a:avLst/>
          </a:prstGeom>
        </p:spPr>
      </p:pic>
      <p:pic>
        <p:nvPicPr>
          <p:cNvPr id="441" name="Graphic 440" descr="tag icon">
            <a:extLst>
              <a:ext uri="{FF2B5EF4-FFF2-40B4-BE49-F238E27FC236}">
                <a16:creationId xmlns:a16="http://schemas.microsoft.com/office/drawing/2014/main" id="{22BCD141-18A5-CAF3-866A-2F22E3A0DEBB}"/>
              </a:ext>
            </a:extLst>
          </p:cNvPr>
          <p:cNvPicPr>
            <a:picLocks noChangeAspect="1"/>
          </p:cNvPicPr>
          <p:nvPr/>
        </p:nvPicPr>
        <p:blipFill>
          <a:blip r:embed="rId250">
            <a:extLst>
              <a:ext uri="{96DAC541-7B7A-43D3-8B79-37D633B846F1}">
                <asvg:svgBlip xmlns:asvg="http://schemas.microsoft.com/office/drawing/2016/SVG/main" r:embed="rId251"/>
              </a:ext>
            </a:extLst>
          </a:blip>
          <a:stretch>
            <a:fillRect/>
          </a:stretch>
        </p:blipFill>
        <p:spPr>
          <a:xfrm>
            <a:off x="7992814" y="4976708"/>
            <a:ext cx="274320" cy="274320"/>
          </a:xfrm>
          <a:prstGeom prst="rect">
            <a:avLst/>
          </a:prstGeom>
        </p:spPr>
      </p:pic>
      <p:pic>
        <p:nvPicPr>
          <p:cNvPr id="442" name="Graphic 441" descr="page icon">
            <a:extLst>
              <a:ext uri="{FF2B5EF4-FFF2-40B4-BE49-F238E27FC236}">
                <a16:creationId xmlns:a16="http://schemas.microsoft.com/office/drawing/2014/main" id="{6ECD314A-1D6F-D342-98D4-B5E69372A95F}"/>
              </a:ext>
            </a:extLst>
          </p:cNvPr>
          <p:cNvPicPr>
            <a:picLocks noChangeAspect="1"/>
          </p:cNvPicPr>
          <p:nvPr/>
        </p:nvPicPr>
        <p:blipFill>
          <a:blip r:embed="rId252">
            <a:extLst>
              <a:ext uri="{96DAC541-7B7A-43D3-8B79-37D633B846F1}">
                <asvg:svgBlip xmlns:asvg="http://schemas.microsoft.com/office/drawing/2016/SVG/main" r:embed="rId253"/>
              </a:ext>
            </a:extLst>
          </a:blip>
          <a:stretch>
            <a:fillRect/>
          </a:stretch>
        </p:blipFill>
        <p:spPr>
          <a:xfrm>
            <a:off x="8344687" y="4976708"/>
            <a:ext cx="274320" cy="274320"/>
          </a:xfrm>
          <a:prstGeom prst="rect">
            <a:avLst/>
          </a:prstGeom>
        </p:spPr>
      </p:pic>
      <p:pic>
        <p:nvPicPr>
          <p:cNvPr id="443" name="Graphic 442" descr="app icon">
            <a:extLst>
              <a:ext uri="{FF2B5EF4-FFF2-40B4-BE49-F238E27FC236}">
                <a16:creationId xmlns:a16="http://schemas.microsoft.com/office/drawing/2014/main" id="{1D7C857F-467C-78C1-E539-F585919305DB}"/>
              </a:ext>
            </a:extLst>
          </p:cNvPr>
          <p:cNvPicPr>
            <a:picLocks noChangeAspect="1"/>
          </p:cNvPicPr>
          <p:nvPr/>
        </p:nvPicPr>
        <p:blipFill>
          <a:blip r:embed="rId254">
            <a:extLst>
              <a:ext uri="{96DAC541-7B7A-43D3-8B79-37D633B846F1}">
                <asvg:svgBlip xmlns:asvg="http://schemas.microsoft.com/office/drawing/2016/SVG/main" r:embed="rId255"/>
              </a:ext>
            </a:extLst>
          </a:blip>
          <a:stretch>
            <a:fillRect/>
          </a:stretch>
        </p:blipFill>
        <p:spPr>
          <a:xfrm>
            <a:off x="8696560" y="4976708"/>
            <a:ext cx="274320" cy="274320"/>
          </a:xfrm>
          <a:prstGeom prst="rect">
            <a:avLst/>
          </a:prstGeom>
        </p:spPr>
      </p:pic>
      <p:pic>
        <p:nvPicPr>
          <p:cNvPr id="444" name="Graphic 443" descr="wire globe icon">
            <a:extLst>
              <a:ext uri="{FF2B5EF4-FFF2-40B4-BE49-F238E27FC236}">
                <a16:creationId xmlns:a16="http://schemas.microsoft.com/office/drawing/2014/main" id="{0A942F55-F7BB-BD15-20A4-B3F0117C05DD}"/>
              </a:ext>
            </a:extLst>
          </p:cNvPr>
          <p:cNvPicPr>
            <a:picLocks noChangeAspect="1"/>
          </p:cNvPicPr>
          <p:nvPr/>
        </p:nvPicPr>
        <p:blipFill>
          <a:blip r:embed="rId256">
            <a:extLst>
              <a:ext uri="{96DAC541-7B7A-43D3-8B79-37D633B846F1}">
                <asvg:svgBlip xmlns:asvg="http://schemas.microsoft.com/office/drawing/2016/SVG/main" r:embed="rId257"/>
              </a:ext>
            </a:extLst>
          </a:blip>
          <a:stretch>
            <a:fillRect/>
          </a:stretch>
        </p:blipFill>
        <p:spPr>
          <a:xfrm>
            <a:off x="9048433" y="4976708"/>
            <a:ext cx="274320" cy="274320"/>
          </a:xfrm>
          <a:prstGeom prst="rect">
            <a:avLst/>
          </a:prstGeom>
        </p:spPr>
      </p:pic>
      <p:pic>
        <p:nvPicPr>
          <p:cNvPr id="445" name="Graphic 444" descr="link icon">
            <a:extLst>
              <a:ext uri="{FF2B5EF4-FFF2-40B4-BE49-F238E27FC236}">
                <a16:creationId xmlns:a16="http://schemas.microsoft.com/office/drawing/2014/main" id="{D0BD5E67-3FDD-C657-D7BC-EFCD9507C57C}"/>
              </a:ext>
            </a:extLst>
          </p:cNvPr>
          <p:cNvPicPr>
            <a:picLocks noChangeAspect="1"/>
          </p:cNvPicPr>
          <p:nvPr/>
        </p:nvPicPr>
        <p:blipFill>
          <a:blip r:embed="rId258">
            <a:extLst>
              <a:ext uri="{96DAC541-7B7A-43D3-8B79-37D633B846F1}">
                <asvg:svgBlip xmlns:asvg="http://schemas.microsoft.com/office/drawing/2016/SVG/main" r:embed="rId259"/>
              </a:ext>
            </a:extLst>
          </a:blip>
          <a:stretch>
            <a:fillRect/>
          </a:stretch>
        </p:blipFill>
        <p:spPr>
          <a:xfrm>
            <a:off x="9400306" y="4976708"/>
            <a:ext cx="274320" cy="274320"/>
          </a:xfrm>
          <a:prstGeom prst="rect">
            <a:avLst/>
          </a:prstGeom>
        </p:spPr>
      </p:pic>
    </p:spTree>
    <p:extLst>
      <p:ext uri="{BB962C8B-B14F-4D97-AF65-F5344CB8AC3E}">
        <p14:creationId xmlns:p14="http://schemas.microsoft.com/office/powerpoint/2010/main" val="1911330176"/>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98D9-AB25-A6BF-F169-16B02444D93D}"/>
              </a:ext>
            </a:extLst>
          </p:cNvPr>
          <p:cNvSpPr>
            <a:spLocks noGrp="1"/>
          </p:cNvSpPr>
          <p:nvPr>
            <p:ph type="title"/>
          </p:nvPr>
        </p:nvSpPr>
        <p:spPr/>
        <p:txBody>
          <a:bodyPr/>
          <a:lstStyle/>
          <a:p>
            <a:r>
              <a:rPr lang="en-US"/>
              <a:t>Light icons for dark backgrounds</a:t>
            </a:r>
          </a:p>
        </p:txBody>
      </p:sp>
      <p:sp>
        <p:nvSpPr>
          <p:cNvPr id="248" name="TextBox 247">
            <a:extLst>
              <a:ext uri="{FF2B5EF4-FFF2-40B4-BE49-F238E27FC236}">
                <a16:creationId xmlns:a16="http://schemas.microsoft.com/office/drawing/2014/main" id="{707FE76F-7858-5328-A389-95599CE6CC9F}"/>
              </a:ext>
            </a:extLst>
          </p:cNvPr>
          <p:cNvSpPr txBox="1"/>
          <p:nvPr/>
        </p:nvSpPr>
        <p:spPr>
          <a:xfrm>
            <a:off x="609600" y="1504582"/>
            <a:ext cx="944489"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Alerts &amp; actions</a:t>
            </a:r>
          </a:p>
        </p:txBody>
      </p:sp>
      <p:pic>
        <p:nvPicPr>
          <p:cNvPr id="250" name="Graphic 249" descr="Alert notice icon">
            <a:extLst>
              <a:ext uri="{FF2B5EF4-FFF2-40B4-BE49-F238E27FC236}">
                <a16:creationId xmlns:a16="http://schemas.microsoft.com/office/drawing/2014/main" id="{DC0EC477-C38A-DD3B-1301-C745E92F3D6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10738" y="1504582"/>
            <a:ext cx="274320" cy="274320"/>
          </a:xfrm>
          <a:prstGeom prst="rect">
            <a:avLst/>
          </a:prstGeom>
        </p:spPr>
      </p:pic>
      <p:pic>
        <p:nvPicPr>
          <p:cNvPr id="252" name="Graphic 251" descr="check circle icon">
            <a:extLst>
              <a:ext uri="{FF2B5EF4-FFF2-40B4-BE49-F238E27FC236}">
                <a16:creationId xmlns:a16="http://schemas.microsoft.com/office/drawing/2014/main" id="{B396E55C-3C48-BF56-A593-8273C5381D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62611" y="1504582"/>
            <a:ext cx="274320" cy="274320"/>
          </a:xfrm>
          <a:prstGeom prst="rect">
            <a:avLst/>
          </a:prstGeom>
        </p:spPr>
      </p:pic>
      <p:pic>
        <p:nvPicPr>
          <p:cNvPr id="254" name="Graphic 253" descr="x circle icon">
            <a:extLst>
              <a:ext uri="{FF2B5EF4-FFF2-40B4-BE49-F238E27FC236}">
                <a16:creationId xmlns:a16="http://schemas.microsoft.com/office/drawing/2014/main" id="{D272A74F-26B7-9C9D-C871-28636340C9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14484" y="1504582"/>
            <a:ext cx="274320" cy="274320"/>
          </a:xfrm>
          <a:prstGeom prst="rect">
            <a:avLst/>
          </a:prstGeom>
        </p:spPr>
      </p:pic>
      <p:pic>
        <p:nvPicPr>
          <p:cNvPr id="256" name="Graphic 255" descr="question mark circle icon">
            <a:extLst>
              <a:ext uri="{FF2B5EF4-FFF2-40B4-BE49-F238E27FC236}">
                <a16:creationId xmlns:a16="http://schemas.microsoft.com/office/drawing/2014/main" id="{518DE13D-E83D-79CF-20CD-0A03E9F3F18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66357" y="1504582"/>
            <a:ext cx="274320" cy="274320"/>
          </a:xfrm>
          <a:prstGeom prst="rect">
            <a:avLst/>
          </a:prstGeom>
        </p:spPr>
      </p:pic>
      <p:pic>
        <p:nvPicPr>
          <p:cNvPr id="258" name="Graphic 257" descr="info circle icon">
            <a:extLst>
              <a:ext uri="{FF2B5EF4-FFF2-40B4-BE49-F238E27FC236}">
                <a16:creationId xmlns:a16="http://schemas.microsoft.com/office/drawing/2014/main" id="{E99C56B4-E5A8-9B7D-330F-E94884A8D03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18230" y="1504582"/>
            <a:ext cx="274320" cy="274320"/>
          </a:xfrm>
          <a:prstGeom prst="rect">
            <a:avLst/>
          </a:prstGeom>
        </p:spPr>
      </p:pic>
      <p:pic>
        <p:nvPicPr>
          <p:cNvPr id="260" name="Graphic 259" descr="warning icon">
            <a:extLst>
              <a:ext uri="{FF2B5EF4-FFF2-40B4-BE49-F238E27FC236}">
                <a16:creationId xmlns:a16="http://schemas.microsoft.com/office/drawing/2014/main" id="{769BD613-E2B6-CD21-5F8F-9C1D41F8DDA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570103" y="1504582"/>
            <a:ext cx="274320" cy="274320"/>
          </a:xfrm>
          <a:prstGeom prst="rect">
            <a:avLst/>
          </a:prstGeom>
        </p:spPr>
      </p:pic>
      <p:sp>
        <p:nvSpPr>
          <p:cNvPr id="262" name="TextBox 261">
            <a:extLst>
              <a:ext uri="{FF2B5EF4-FFF2-40B4-BE49-F238E27FC236}">
                <a16:creationId xmlns:a16="http://schemas.microsoft.com/office/drawing/2014/main" id="{57BD9DF8-3AED-FD0D-C21D-FAEB5BF57DB7}"/>
              </a:ext>
            </a:extLst>
          </p:cNvPr>
          <p:cNvSpPr txBox="1"/>
          <p:nvPr/>
        </p:nvSpPr>
        <p:spPr>
          <a:xfrm>
            <a:off x="609600" y="2013112"/>
            <a:ext cx="529312"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Arrows</a:t>
            </a:r>
          </a:p>
        </p:txBody>
      </p:sp>
      <p:pic>
        <p:nvPicPr>
          <p:cNvPr id="264" name="Graphic 263" descr="arrow up icon">
            <a:extLst>
              <a:ext uri="{FF2B5EF4-FFF2-40B4-BE49-F238E27FC236}">
                <a16:creationId xmlns:a16="http://schemas.microsoft.com/office/drawing/2014/main" id="{D0D4DA5A-584E-8303-F899-6E7DA5CCEC8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810738" y="2013112"/>
            <a:ext cx="274320" cy="274320"/>
          </a:xfrm>
          <a:prstGeom prst="rect">
            <a:avLst/>
          </a:prstGeom>
        </p:spPr>
      </p:pic>
      <p:pic>
        <p:nvPicPr>
          <p:cNvPr id="266" name="Graphic 265" descr="arrow left icon">
            <a:extLst>
              <a:ext uri="{FF2B5EF4-FFF2-40B4-BE49-F238E27FC236}">
                <a16:creationId xmlns:a16="http://schemas.microsoft.com/office/drawing/2014/main" id="{A166896F-F525-AD4A-961F-A82A87771C1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162611" y="2013112"/>
            <a:ext cx="274320" cy="274320"/>
          </a:xfrm>
          <a:prstGeom prst="rect">
            <a:avLst/>
          </a:prstGeom>
        </p:spPr>
      </p:pic>
      <p:pic>
        <p:nvPicPr>
          <p:cNvPr id="268" name="Graphic 267" descr="arrow down icon">
            <a:extLst>
              <a:ext uri="{FF2B5EF4-FFF2-40B4-BE49-F238E27FC236}">
                <a16:creationId xmlns:a16="http://schemas.microsoft.com/office/drawing/2014/main" id="{0C461054-B17D-9C9D-1F20-1931CD65DE0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514484" y="2013112"/>
            <a:ext cx="274320" cy="274320"/>
          </a:xfrm>
          <a:prstGeom prst="rect">
            <a:avLst/>
          </a:prstGeom>
        </p:spPr>
      </p:pic>
      <p:pic>
        <p:nvPicPr>
          <p:cNvPr id="270" name="Graphic 269" descr="arrow right icon">
            <a:extLst>
              <a:ext uri="{FF2B5EF4-FFF2-40B4-BE49-F238E27FC236}">
                <a16:creationId xmlns:a16="http://schemas.microsoft.com/office/drawing/2014/main" id="{F9E5BD5B-7A49-60E0-0293-3550EBEBDB99}"/>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866357" y="2013112"/>
            <a:ext cx="274320" cy="274320"/>
          </a:xfrm>
          <a:prstGeom prst="rect">
            <a:avLst/>
          </a:prstGeom>
        </p:spPr>
      </p:pic>
      <p:pic>
        <p:nvPicPr>
          <p:cNvPr id="272" name="Graphic 271" descr="switch arrows icon">
            <a:extLst>
              <a:ext uri="{FF2B5EF4-FFF2-40B4-BE49-F238E27FC236}">
                <a16:creationId xmlns:a16="http://schemas.microsoft.com/office/drawing/2014/main" id="{1E0649EF-2D45-1DF2-A15A-8684AD8C0AC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218230" y="2013112"/>
            <a:ext cx="274320" cy="274320"/>
          </a:xfrm>
          <a:prstGeom prst="rect">
            <a:avLst/>
          </a:prstGeom>
        </p:spPr>
      </p:pic>
      <p:pic>
        <p:nvPicPr>
          <p:cNvPr id="274" name="Graphic 273" descr="update icon">
            <a:extLst>
              <a:ext uri="{FF2B5EF4-FFF2-40B4-BE49-F238E27FC236}">
                <a16:creationId xmlns:a16="http://schemas.microsoft.com/office/drawing/2014/main" id="{18431F24-85CD-4C15-1279-88E20D72B426}"/>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3570103" y="2013112"/>
            <a:ext cx="274320" cy="274320"/>
          </a:xfrm>
          <a:prstGeom prst="rect">
            <a:avLst/>
          </a:prstGeom>
        </p:spPr>
      </p:pic>
      <p:pic>
        <p:nvPicPr>
          <p:cNvPr id="276" name="Graphic 275" descr="rotate cw icon">
            <a:extLst>
              <a:ext uri="{FF2B5EF4-FFF2-40B4-BE49-F238E27FC236}">
                <a16:creationId xmlns:a16="http://schemas.microsoft.com/office/drawing/2014/main" id="{AB7725A9-4B8D-CE75-A32D-C7FF848AB944}"/>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921976" y="2013112"/>
            <a:ext cx="274320" cy="274320"/>
          </a:xfrm>
          <a:prstGeom prst="rect">
            <a:avLst/>
          </a:prstGeom>
        </p:spPr>
      </p:pic>
      <p:pic>
        <p:nvPicPr>
          <p:cNvPr id="278" name="Graphic 277" descr="rotate ccw icon">
            <a:extLst>
              <a:ext uri="{FF2B5EF4-FFF2-40B4-BE49-F238E27FC236}">
                <a16:creationId xmlns:a16="http://schemas.microsoft.com/office/drawing/2014/main" id="{E0FBB132-817D-C4D0-7439-3ED0B98E4FF9}"/>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4273849" y="2013112"/>
            <a:ext cx="274320" cy="274320"/>
          </a:xfrm>
          <a:prstGeom prst="rect">
            <a:avLst/>
          </a:prstGeom>
        </p:spPr>
      </p:pic>
      <p:pic>
        <p:nvPicPr>
          <p:cNvPr id="280" name="Graphic 279" descr="remix icon">
            <a:extLst>
              <a:ext uri="{FF2B5EF4-FFF2-40B4-BE49-F238E27FC236}">
                <a16:creationId xmlns:a16="http://schemas.microsoft.com/office/drawing/2014/main" id="{D68CBA29-7C6E-7DBC-E33B-5A37A7930786}"/>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4631437" y="2013112"/>
            <a:ext cx="274320" cy="274320"/>
          </a:xfrm>
          <a:prstGeom prst="rect">
            <a:avLst/>
          </a:prstGeom>
        </p:spPr>
      </p:pic>
      <p:sp>
        <p:nvSpPr>
          <p:cNvPr id="282" name="TextBox 281">
            <a:extLst>
              <a:ext uri="{FF2B5EF4-FFF2-40B4-BE49-F238E27FC236}">
                <a16:creationId xmlns:a16="http://schemas.microsoft.com/office/drawing/2014/main" id="{EDB45DAC-8A1B-3E6A-F95E-03FED23D4B7E}"/>
              </a:ext>
            </a:extLst>
          </p:cNvPr>
          <p:cNvSpPr txBox="1"/>
          <p:nvPr/>
        </p:nvSpPr>
        <p:spPr>
          <a:xfrm>
            <a:off x="609600" y="2521642"/>
            <a:ext cx="768159"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Art &amp; media</a:t>
            </a:r>
          </a:p>
        </p:txBody>
      </p:sp>
      <p:pic>
        <p:nvPicPr>
          <p:cNvPr id="284" name="Graphic 283" descr="3d icon">
            <a:extLst>
              <a:ext uri="{FF2B5EF4-FFF2-40B4-BE49-F238E27FC236}">
                <a16:creationId xmlns:a16="http://schemas.microsoft.com/office/drawing/2014/main" id="{DA9A2C25-7801-877A-8FC9-03A25495F3FC}"/>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1810738" y="2521642"/>
            <a:ext cx="274320" cy="274320"/>
          </a:xfrm>
          <a:prstGeom prst="rect">
            <a:avLst/>
          </a:prstGeom>
        </p:spPr>
      </p:pic>
      <p:pic>
        <p:nvPicPr>
          <p:cNvPr id="286" name="Graphic 285" descr="mic icon">
            <a:extLst>
              <a:ext uri="{FF2B5EF4-FFF2-40B4-BE49-F238E27FC236}">
                <a16:creationId xmlns:a16="http://schemas.microsoft.com/office/drawing/2014/main" id="{4DFBE491-DA8F-E424-D5F0-575B41C6B4A9}"/>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2162611" y="2521642"/>
            <a:ext cx="274320" cy="274320"/>
          </a:xfrm>
          <a:prstGeom prst="rect">
            <a:avLst/>
          </a:prstGeom>
        </p:spPr>
      </p:pic>
      <p:pic>
        <p:nvPicPr>
          <p:cNvPr id="288" name="Graphic 287" descr="camera icon">
            <a:extLst>
              <a:ext uri="{FF2B5EF4-FFF2-40B4-BE49-F238E27FC236}">
                <a16:creationId xmlns:a16="http://schemas.microsoft.com/office/drawing/2014/main" id="{17BB1BB4-3CBC-9E78-88FC-84BECF2F5418}"/>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2514484" y="2521642"/>
            <a:ext cx="274320" cy="274320"/>
          </a:xfrm>
          <a:prstGeom prst="rect">
            <a:avLst/>
          </a:prstGeom>
        </p:spPr>
      </p:pic>
      <p:pic>
        <p:nvPicPr>
          <p:cNvPr id="290" name="Graphic 289" descr="video camera icon">
            <a:extLst>
              <a:ext uri="{FF2B5EF4-FFF2-40B4-BE49-F238E27FC236}">
                <a16:creationId xmlns:a16="http://schemas.microsoft.com/office/drawing/2014/main" id="{C5AD98A8-8570-D215-E41D-1ED0068F3FA9}"/>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2866357" y="2521642"/>
            <a:ext cx="274320" cy="274320"/>
          </a:xfrm>
          <a:prstGeom prst="rect">
            <a:avLst/>
          </a:prstGeom>
        </p:spPr>
      </p:pic>
      <p:pic>
        <p:nvPicPr>
          <p:cNvPr id="292" name="Graphic 291" descr="palette icon">
            <a:extLst>
              <a:ext uri="{FF2B5EF4-FFF2-40B4-BE49-F238E27FC236}">
                <a16:creationId xmlns:a16="http://schemas.microsoft.com/office/drawing/2014/main" id="{9E7E6FE5-DC55-54B0-788C-24374906DC83}"/>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3218230" y="2521642"/>
            <a:ext cx="274320" cy="274320"/>
          </a:xfrm>
          <a:prstGeom prst="rect">
            <a:avLst/>
          </a:prstGeom>
        </p:spPr>
      </p:pic>
      <p:pic>
        <p:nvPicPr>
          <p:cNvPr id="294" name="Graphic 293" descr="play video icon">
            <a:extLst>
              <a:ext uri="{FF2B5EF4-FFF2-40B4-BE49-F238E27FC236}">
                <a16:creationId xmlns:a16="http://schemas.microsoft.com/office/drawing/2014/main" id="{89870158-0946-2ABF-1ADA-79D1EC88B4F6}"/>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3570103" y="2521642"/>
            <a:ext cx="274320" cy="274320"/>
          </a:xfrm>
          <a:prstGeom prst="rect">
            <a:avLst/>
          </a:prstGeom>
        </p:spPr>
      </p:pic>
      <p:pic>
        <p:nvPicPr>
          <p:cNvPr id="296" name="Graphic 295" descr="image icon">
            <a:extLst>
              <a:ext uri="{FF2B5EF4-FFF2-40B4-BE49-F238E27FC236}">
                <a16:creationId xmlns:a16="http://schemas.microsoft.com/office/drawing/2014/main" id="{6490C513-2250-6145-31E0-37C047B725F4}"/>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3921976" y="2521642"/>
            <a:ext cx="274320" cy="274320"/>
          </a:xfrm>
          <a:prstGeom prst="rect">
            <a:avLst/>
          </a:prstGeom>
        </p:spPr>
      </p:pic>
      <p:pic>
        <p:nvPicPr>
          <p:cNvPr id="298" name="Graphic 297" descr="image stack icon">
            <a:extLst>
              <a:ext uri="{FF2B5EF4-FFF2-40B4-BE49-F238E27FC236}">
                <a16:creationId xmlns:a16="http://schemas.microsoft.com/office/drawing/2014/main" id="{04D8988A-1FAE-53B9-704A-F167619966D5}"/>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4273849" y="2521642"/>
            <a:ext cx="274320" cy="274320"/>
          </a:xfrm>
          <a:prstGeom prst="rect">
            <a:avLst/>
          </a:prstGeom>
        </p:spPr>
      </p:pic>
      <p:pic>
        <p:nvPicPr>
          <p:cNvPr id="300" name="Graphic 299" descr="crop icon">
            <a:extLst>
              <a:ext uri="{FF2B5EF4-FFF2-40B4-BE49-F238E27FC236}">
                <a16:creationId xmlns:a16="http://schemas.microsoft.com/office/drawing/2014/main" id="{302A93C7-54E3-5BB3-9121-D0ED2B695B17}"/>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4631437" y="2521642"/>
            <a:ext cx="274320" cy="274320"/>
          </a:xfrm>
          <a:prstGeom prst="rect">
            <a:avLst/>
          </a:prstGeom>
        </p:spPr>
      </p:pic>
      <p:pic>
        <p:nvPicPr>
          <p:cNvPr id="302" name="Graphic 301" descr="record icon">
            <a:extLst>
              <a:ext uri="{FF2B5EF4-FFF2-40B4-BE49-F238E27FC236}">
                <a16:creationId xmlns:a16="http://schemas.microsoft.com/office/drawing/2014/main" id="{FEA17995-513B-1DB0-B5AA-0B524982FA34}"/>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1810738" y="2977119"/>
            <a:ext cx="274320" cy="274320"/>
          </a:xfrm>
          <a:prstGeom prst="rect">
            <a:avLst/>
          </a:prstGeom>
        </p:spPr>
      </p:pic>
      <p:pic>
        <p:nvPicPr>
          <p:cNvPr id="304" name="Graphic 303" descr="play icon">
            <a:extLst>
              <a:ext uri="{FF2B5EF4-FFF2-40B4-BE49-F238E27FC236}">
                <a16:creationId xmlns:a16="http://schemas.microsoft.com/office/drawing/2014/main" id="{AA9DDDC6-B6BA-57B9-8990-54E0A34060BA}"/>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2162611" y="2977119"/>
            <a:ext cx="274320" cy="274320"/>
          </a:xfrm>
          <a:prstGeom prst="rect">
            <a:avLst/>
          </a:prstGeom>
        </p:spPr>
      </p:pic>
      <p:pic>
        <p:nvPicPr>
          <p:cNvPr id="306" name="Graphic 305" descr="step forward icon">
            <a:extLst>
              <a:ext uri="{FF2B5EF4-FFF2-40B4-BE49-F238E27FC236}">
                <a16:creationId xmlns:a16="http://schemas.microsoft.com/office/drawing/2014/main" id="{53537FBA-A715-8EE7-999A-34A4EDF8ECAA}"/>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2514484" y="2977119"/>
            <a:ext cx="274320" cy="274320"/>
          </a:xfrm>
          <a:prstGeom prst="rect">
            <a:avLst/>
          </a:prstGeom>
        </p:spPr>
      </p:pic>
      <p:pic>
        <p:nvPicPr>
          <p:cNvPr id="308" name="Graphic 307" descr="pause icon">
            <a:extLst>
              <a:ext uri="{FF2B5EF4-FFF2-40B4-BE49-F238E27FC236}">
                <a16:creationId xmlns:a16="http://schemas.microsoft.com/office/drawing/2014/main" id="{CD49E6BE-E721-FE90-8C0E-C4ED3498E077}"/>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2866357" y="2977119"/>
            <a:ext cx="274320" cy="274320"/>
          </a:xfrm>
          <a:prstGeom prst="rect">
            <a:avLst/>
          </a:prstGeom>
        </p:spPr>
      </p:pic>
      <p:pic>
        <p:nvPicPr>
          <p:cNvPr id="310" name="Graphic 309" descr="pencil icon">
            <a:extLst>
              <a:ext uri="{FF2B5EF4-FFF2-40B4-BE49-F238E27FC236}">
                <a16:creationId xmlns:a16="http://schemas.microsoft.com/office/drawing/2014/main" id="{CF336068-05C6-AAF5-C365-C6A0D6A6A5FA}"/>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3218230" y="2977119"/>
            <a:ext cx="274320" cy="274320"/>
          </a:xfrm>
          <a:prstGeom prst="rect">
            <a:avLst/>
          </a:prstGeom>
        </p:spPr>
      </p:pic>
      <p:pic>
        <p:nvPicPr>
          <p:cNvPr id="312" name="Graphic 311" descr="paintbrush icon">
            <a:extLst>
              <a:ext uri="{FF2B5EF4-FFF2-40B4-BE49-F238E27FC236}">
                <a16:creationId xmlns:a16="http://schemas.microsoft.com/office/drawing/2014/main" id="{2D54AFD8-7656-805F-DDD1-D7159851E8CF}"/>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3570103" y="2977119"/>
            <a:ext cx="274320" cy="274320"/>
          </a:xfrm>
          <a:prstGeom prst="rect">
            <a:avLst/>
          </a:prstGeom>
        </p:spPr>
      </p:pic>
      <p:pic>
        <p:nvPicPr>
          <p:cNvPr id="314" name="Graphic 313" descr="pen icon">
            <a:extLst>
              <a:ext uri="{FF2B5EF4-FFF2-40B4-BE49-F238E27FC236}">
                <a16:creationId xmlns:a16="http://schemas.microsoft.com/office/drawing/2014/main" id="{95E3A0DB-4DD4-204B-1872-2332B49338F7}"/>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3921976" y="2977119"/>
            <a:ext cx="274320" cy="274320"/>
          </a:xfrm>
          <a:prstGeom prst="rect">
            <a:avLst/>
          </a:prstGeom>
        </p:spPr>
      </p:pic>
      <p:sp>
        <p:nvSpPr>
          <p:cNvPr id="316" name="TextBox 315">
            <a:extLst>
              <a:ext uri="{FF2B5EF4-FFF2-40B4-BE49-F238E27FC236}">
                <a16:creationId xmlns:a16="http://schemas.microsoft.com/office/drawing/2014/main" id="{87117587-A573-D9ED-66A7-5248F8E7CA80}"/>
              </a:ext>
            </a:extLst>
          </p:cNvPr>
          <p:cNvSpPr txBox="1"/>
          <p:nvPr/>
        </p:nvSpPr>
        <p:spPr>
          <a:xfrm>
            <a:off x="609600" y="3485649"/>
            <a:ext cx="973343"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Charts &amp; </a:t>
            </a:r>
            <a:r>
              <a:rPr lang="en-US" sz="900" b="1" err="1">
                <a:solidFill>
                  <a:schemeClr val="bg1"/>
                </a:solidFill>
              </a:rPr>
              <a:t>dataviz</a:t>
            </a:r>
            <a:endParaRPr lang="en-US" sz="900" b="1">
              <a:solidFill>
                <a:schemeClr val="bg1"/>
              </a:solidFill>
            </a:endParaRPr>
          </a:p>
        </p:txBody>
      </p:sp>
      <p:pic>
        <p:nvPicPr>
          <p:cNvPr id="318" name="Graphic 317" descr="bar chart icon">
            <a:extLst>
              <a:ext uri="{FF2B5EF4-FFF2-40B4-BE49-F238E27FC236}">
                <a16:creationId xmlns:a16="http://schemas.microsoft.com/office/drawing/2014/main" id="{766C0376-2E51-323B-0468-77383E8548EC}"/>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1810738" y="3485649"/>
            <a:ext cx="274320" cy="274320"/>
          </a:xfrm>
          <a:prstGeom prst="rect">
            <a:avLst/>
          </a:prstGeom>
        </p:spPr>
      </p:pic>
      <p:pic>
        <p:nvPicPr>
          <p:cNvPr id="320" name="Graphic 319" descr="increase bar chart icon">
            <a:extLst>
              <a:ext uri="{FF2B5EF4-FFF2-40B4-BE49-F238E27FC236}">
                <a16:creationId xmlns:a16="http://schemas.microsoft.com/office/drawing/2014/main" id="{C1F5F3B9-0885-3FF7-1968-2AD8864CA44E}"/>
              </a:ext>
            </a:extLst>
          </p:cNvPr>
          <p:cNvPicPr>
            <a:picLocks noChangeAspect="1"/>
          </p:cNvPicPr>
          <p:nvPr/>
        </p:nvPicPr>
        <p:blipFill>
          <a:blip r:embed="rId66">
            <a:extLst>
              <a:ext uri="{96DAC541-7B7A-43D3-8B79-37D633B846F1}">
                <asvg:svgBlip xmlns:asvg="http://schemas.microsoft.com/office/drawing/2016/SVG/main" r:embed="rId67"/>
              </a:ext>
            </a:extLst>
          </a:blip>
          <a:stretch>
            <a:fillRect/>
          </a:stretch>
        </p:blipFill>
        <p:spPr>
          <a:xfrm>
            <a:off x="2162611" y="3485649"/>
            <a:ext cx="274320" cy="274320"/>
          </a:xfrm>
          <a:prstGeom prst="rect">
            <a:avLst/>
          </a:prstGeom>
        </p:spPr>
      </p:pic>
      <p:pic>
        <p:nvPicPr>
          <p:cNvPr id="322" name="Graphic 321" descr="pie chart icon">
            <a:extLst>
              <a:ext uri="{FF2B5EF4-FFF2-40B4-BE49-F238E27FC236}">
                <a16:creationId xmlns:a16="http://schemas.microsoft.com/office/drawing/2014/main" id="{33C90B16-8DCE-B908-910A-7B6ACDF6C16E}"/>
              </a:ext>
            </a:extLst>
          </p:cNvPr>
          <p:cNvPicPr>
            <a:picLocks noChangeAspect="1"/>
          </p:cNvPicPr>
          <p:nvPr/>
        </p:nvPicPr>
        <p:blipFill>
          <a:blip r:embed="rId68">
            <a:extLst>
              <a:ext uri="{96DAC541-7B7A-43D3-8B79-37D633B846F1}">
                <asvg:svgBlip xmlns:asvg="http://schemas.microsoft.com/office/drawing/2016/SVG/main" r:embed="rId69"/>
              </a:ext>
            </a:extLst>
          </a:blip>
          <a:stretch>
            <a:fillRect/>
          </a:stretch>
        </p:blipFill>
        <p:spPr>
          <a:xfrm>
            <a:off x="2514484" y="3485649"/>
            <a:ext cx="274320" cy="274320"/>
          </a:xfrm>
          <a:prstGeom prst="rect">
            <a:avLst/>
          </a:prstGeom>
        </p:spPr>
      </p:pic>
      <p:pic>
        <p:nvPicPr>
          <p:cNvPr id="324" name="Graphic 323" descr="donut chart icon">
            <a:extLst>
              <a:ext uri="{FF2B5EF4-FFF2-40B4-BE49-F238E27FC236}">
                <a16:creationId xmlns:a16="http://schemas.microsoft.com/office/drawing/2014/main" id="{E2F27302-B024-5AED-5D15-1B2642E47642}"/>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2866357" y="3485649"/>
            <a:ext cx="274320" cy="274320"/>
          </a:xfrm>
          <a:prstGeom prst="rect">
            <a:avLst/>
          </a:prstGeom>
        </p:spPr>
      </p:pic>
      <p:pic>
        <p:nvPicPr>
          <p:cNvPr id="326" name="Graphic 325" descr="venn diagram icon">
            <a:extLst>
              <a:ext uri="{FF2B5EF4-FFF2-40B4-BE49-F238E27FC236}">
                <a16:creationId xmlns:a16="http://schemas.microsoft.com/office/drawing/2014/main" id="{6F71792D-7482-3ACC-9F24-970062574AA3}"/>
              </a:ext>
            </a:extLst>
          </p:cNvPr>
          <p:cNvPicPr>
            <a:picLocks noChangeAspect="1"/>
          </p:cNvPicPr>
          <p:nvPr/>
        </p:nvPicPr>
        <p:blipFill>
          <a:blip r:embed="rId72">
            <a:extLst>
              <a:ext uri="{96DAC541-7B7A-43D3-8B79-37D633B846F1}">
                <asvg:svgBlip xmlns:asvg="http://schemas.microsoft.com/office/drawing/2016/SVG/main" r:embed="rId73"/>
              </a:ext>
            </a:extLst>
          </a:blip>
          <a:stretch>
            <a:fillRect/>
          </a:stretch>
        </p:blipFill>
        <p:spPr>
          <a:xfrm>
            <a:off x="3218230" y="3485649"/>
            <a:ext cx="274320" cy="274320"/>
          </a:xfrm>
          <a:prstGeom prst="rect">
            <a:avLst/>
          </a:prstGeom>
        </p:spPr>
      </p:pic>
      <p:pic>
        <p:nvPicPr>
          <p:cNvPr id="328" name="Graphic 327" descr="social network icon">
            <a:extLst>
              <a:ext uri="{FF2B5EF4-FFF2-40B4-BE49-F238E27FC236}">
                <a16:creationId xmlns:a16="http://schemas.microsoft.com/office/drawing/2014/main" id="{8BA18BF6-ECF1-F65F-ED00-D88A51A44B1F}"/>
              </a:ext>
            </a:extLst>
          </p:cNvPr>
          <p:cNvPicPr>
            <a:picLocks noChangeAspect="1"/>
          </p:cNvPicPr>
          <p:nvPr/>
        </p:nvPicPr>
        <p:blipFill>
          <a:blip r:embed="rId74">
            <a:extLst>
              <a:ext uri="{96DAC541-7B7A-43D3-8B79-37D633B846F1}">
                <asvg:svgBlip xmlns:asvg="http://schemas.microsoft.com/office/drawing/2016/SVG/main" r:embed="rId75"/>
              </a:ext>
            </a:extLst>
          </a:blip>
          <a:stretch>
            <a:fillRect/>
          </a:stretch>
        </p:blipFill>
        <p:spPr>
          <a:xfrm>
            <a:off x="3570103" y="3485649"/>
            <a:ext cx="274320" cy="274320"/>
          </a:xfrm>
          <a:prstGeom prst="rect">
            <a:avLst/>
          </a:prstGeom>
        </p:spPr>
      </p:pic>
      <p:pic>
        <p:nvPicPr>
          <p:cNvPr id="330" name="Graphic 329" descr="dashboard icon">
            <a:extLst>
              <a:ext uri="{FF2B5EF4-FFF2-40B4-BE49-F238E27FC236}">
                <a16:creationId xmlns:a16="http://schemas.microsoft.com/office/drawing/2014/main" id="{CB63EAA3-9BDF-8E80-4E10-13DDE24AB973}"/>
              </a:ext>
            </a:extLst>
          </p:cNvPr>
          <p:cNvPicPr>
            <a:picLocks noChangeAspect="1"/>
          </p:cNvPicPr>
          <p:nvPr/>
        </p:nvPicPr>
        <p:blipFill>
          <a:blip r:embed="rId76">
            <a:extLst>
              <a:ext uri="{96DAC541-7B7A-43D3-8B79-37D633B846F1}">
                <asvg:svgBlip xmlns:asvg="http://schemas.microsoft.com/office/drawing/2016/SVG/main" r:embed="rId77"/>
              </a:ext>
            </a:extLst>
          </a:blip>
          <a:stretch>
            <a:fillRect/>
          </a:stretch>
        </p:blipFill>
        <p:spPr>
          <a:xfrm>
            <a:off x="3921976" y="3485649"/>
            <a:ext cx="274320" cy="274320"/>
          </a:xfrm>
          <a:prstGeom prst="rect">
            <a:avLst/>
          </a:prstGeom>
        </p:spPr>
      </p:pic>
      <p:sp>
        <p:nvSpPr>
          <p:cNvPr id="332" name="TextBox 331">
            <a:extLst>
              <a:ext uri="{FF2B5EF4-FFF2-40B4-BE49-F238E27FC236}">
                <a16:creationId xmlns:a16="http://schemas.microsoft.com/office/drawing/2014/main" id="{B6F1702A-A40F-D41C-511C-07FC70D2127C}"/>
              </a:ext>
            </a:extLst>
          </p:cNvPr>
          <p:cNvSpPr txBox="1"/>
          <p:nvPr/>
        </p:nvSpPr>
        <p:spPr>
          <a:xfrm>
            <a:off x="609600" y="3994179"/>
            <a:ext cx="712054"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Commerce</a:t>
            </a:r>
          </a:p>
        </p:txBody>
      </p:sp>
      <p:pic>
        <p:nvPicPr>
          <p:cNvPr id="334" name="Graphic 333" descr="currency icon">
            <a:extLst>
              <a:ext uri="{FF2B5EF4-FFF2-40B4-BE49-F238E27FC236}">
                <a16:creationId xmlns:a16="http://schemas.microsoft.com/office/drawing/2014/main" id="{CE63F685-0CD5-DF82-EA6D-DC690969BCE3}"/>
              </a:ext>
            </a:extLst>
          </p:cNvPr>
          <p:cNvPicPr>
            <a:picLocks noChangeAspect="1"/>
          </p:cNvPicPr>
          <p:nvPr/>
        </p:nvPicPr>
        <p:blipFill>
          <a:blip r:embed="rId78">
            <a:extLst>
              <a:ext uri="{96DAC541-7B7A-43D3-8B79-37D633B846F1}">
                <asvg:svgBlip xmlns:asvg="http://schemas.microsoft.com/office/drawing/2016/SVG/main" r:embed="rId79"/>
              </a:ext>
            </a:extLst>
          </a:blip>
          <a:stretch>
            <a:fillRect/>
          </a:stretch>
        </p:blipFill>
        <p:spPr>
          <a:xfrm>
            <a:off x="1810738" y="3994179"/>
            <a:ext cx="274320" cy="274320"/>
          </a:xfrm>
          <a:prstGeom prst="rect">
            <a:avLst/>
          </a:prstGeom>
        </p:spPr>
      </p:pic>
      <p:pic>
        <p:nvPicPr>
          <p:cNvPr id="336" name="Graphic 335" descr="shopping cart icon">
            <a:extLst>
              <a:ext uri="{FF2B5EF4-FFF2-40B4-BE49-F238E27FC236}">
                <a16:creationId xmlns:a16="http://schemas.microsoft.com/office/drawing/2014/main" id="{7CE8EAC5-D2A7-FF5B-460B-D07C74F13DE6}"/>
              </a:ext>
            </a:extLst>
          </p:cNvPr>
          <p:cNvPicPr>
            <a:picLocks noChangeAspect="1"/>
          </p:cNvPicPr>
          <p:nvPr/>
        </p:nvPicPr>
        <p:blipFill>
          <a:blip r:embed="rId80">
            <a:extLst>
              <a:ext uri="{96DAC541-7B7A-43D3-8B79-37D633B846F1}">
                <asvg:svgBlip xmlns:asvg="http://schemas.microsoft.com/office/drawing/2016/SVG/main" r:embed="rId81"/>
              </a:ext>
            </a:extLst>
          </a:blip>
          <a:stretch>
            <a:fillRect/>
          </a:stretch>
        </p:blipFill>
        <p:spPr>
          <a:xfrm>
            <a:off x="2162611" y="3994179"/>
            <a:ext cx="274320" cy="274320"/>
          </a:xfrm>
          <a:prstGeom prst="rect">
            <a:avLst/>
          </a:prstGeom>
        </p:spPr>
      </p:pic>
      <p:pic>
        <p:nvPicPr>
          <p:cNvPr id="338" name="Graphic 337" descr="gift icon">
            <a:extLst>
              <a:ext uri="{FF2B5EF4-FFF2-40B4-BE49-F238E27FC236}">
                <a16:creationId xmlns:a16="http://schemas.microsoft.com/office/drawing/2014/main" id="{907E72A4-0659-8454-3B36-C7E8D5D9943A}"/>
              </a:ext>
            </a:extLst>
          </p:cNvPr>
          <p:cNvPicPr>
            <a:picLocks noChangeAspect="1"/>
          </p:cNvPicPr>
          <p:nvPr/>
        </p:nvPicPr>
        <p:blipFill>
          <a:blip r:embed="rId82">
            <a:extLst>
              <a:ext uri="{96DAC541-7B7A-43D3-8B79-37D633B846F1}">
                <asvg:svgBlip xmlns:asvg="http://schemas.microsoft.com/office/drawing/2016/SVG/main" r:embed="rId83"/>
              </a:ext>
            </a:extLst>
          </a:blip>
          <a:stretch>
            <a:fillRect/>
          </a:stretch>
        </p:blipFill>
        <p:spPr>
          <a:xfrm>
            <a:off x="2514484" y="3994179"/>
            <a:ext cx="274320" cy="274320"/>
          </a:xfrm>
          <a:prstGeom prst="rect">
            <a:avLst/>
          </a:prstGeom>
        </p:spPr>
      </p:pic>
      <p:sp>
        <p:nvSpPr>
          <p:cNvPr id="340" name="TextBox 339">
            <a:extLst>
              <a:ext uri="{FF2B5EF4-FFF2-40B4-BE49-F238E27FC236}">
                <a16:creationId xmlns:a16="http://schemas.microsoft.com/office/drawing/2014/main" id="{E50C5638-7094-B276-4B9E-34023367CFA2}"/>
              </a:ext>
            </a:extLst>
          </p:cNvPr>
          <p:cNvSpPr txBox="1"/>
          <p:nvPr/>
        </p:nvSpPr>
        <p:spPr>
          <a:xfrm>
            <a:off x="609600" y="4502709"/>
            <a:ext cx="1008609"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Communications</a:t>
            </a:r>
          </a:p>
        </p:txBody>
      </p:sp>
      <p:pic>
        <p:nvPicPr>
          <p:cNvPr id="342" name="Graphic 341" descr="speech icon">
            <a:extLst>
              <a:ext uri="{FF2B5EF4-FFF2-40B4-BE49-F238E27FC236}">
                <a16:creationId xmlns:a16="http://schemas.microsoft.com/office/drawing/2014/main" id="{18137C28-988C-EA4A-1776-D5FB41843D78}"/>
              </a:ext>
            </a:extLst>
          </p:cNvPr>
          <p:cNvPicPr>
            <a:picLocks noChangeAspect="1"/>
          </p:cNvPicPr>
          <p:nvPr/>
        </p:nvPicPr>
        <p:blipFill>
          <a:blip r:embed="rId84">
            <a:extLst>
              <a:ext uri="{96DAC541-7B7A-43D3-8B79-37D633B846F1}">
                <asvg:svgBlip xmlns:asvg="http://schemas.microsoft.com/office/drawing/2016/SVG/main" r:embed="rId85"/>
              </a:ext>
            </a:extLst>
          </a:blip>
          <a:stretch>
            <a:fillRect/>
          </a:stretch>
        </p:blipFill>
        <p:spPr>
          <a:xfrm>
            <a:off x="1810738" y="4502709"/>
            <a:ext cx="274320" cy="274320"/>
          </a:xfrm>
          <a:prstGeom prst="rect">
            <a:avLst/>
          </a:prstGeom>
        </p:spPr>
      </p:pic>
      <p:pic>
        <p:nvPicPr>
          <p:cNvPr id="344" name="Graphic 343" descr="conversation icon">
            <a:extLst>
              <a:ext uri="{FF2B5EF4-FFF2-40B4-BE49-F238E27FC236}">
                <a16:creationId xmlns:a16="http://schemas.microsoft.com/office/drawing/2014/main" id="{514682F1-BBAE-653A-81D2-D0E931A9AA47}"/>
              </a:ext>
            </a:extLst>
          </p:cNvPr>
          <p:cNvPicPr>
            <a:picLocks noChangeAspect="1"/>
          </p:cNvPicPr>
          <p:nvPr/>
        </p:nvPicPr>
        <p:blipFill>
          <a:blip r:embed="rId86">
            <a:extLst>
              <a:ext uri="{96DAC541-7B7A-43D3-8B79-37D633B846F1}">
                <asvg:svgBlip xmlns:asvg="http://schemas.microsoft.com/office/drawing/2016/SVG/main" r:embed="rId87"/>
              </a:ext>
            </a:extLst>
          </a:blip>
          <a:stretch>
            <a:fillRect/>
          </a:stretch>
        </p:blipFill>
        <p:spPr>
          <a:xfrm>
            <a:off x="2162611" y="4502709"/>
            <a:ext cx="274320" cy="274320"/>
          </a:xfrm>
          <a:prstGeom prst="rect">
            <a:avLst/>
          </a:prstGeom>
        </p:spPr>
      </p:pic>
      <p:pic>
        <p:nvPicPr>
          <p:cNvPr id="346" name="Graphic 345" descr="star icon">
            <a:extLst>
              <a:ext uri="{FF2B5EF4-FFF2-40B4-BE49-F238E27FC236}">
                <a16:creationId xmlns:a16="http://schemas.microsoft.com/office/drawing/2014/main" id="{E4BDBF49-0128-3002-8A7D-37FA85EB1573}"/>
              </a:ext>
            </a:extLst>
          </p:cNvPr>
          <p:cNvPicPr>
            <a:picLocks noChangeAspect="1"/>
          </p:cNvPicPr>
          <p:nvPr/>
        </p:nvPicPr>
        <p:blipFill>
          <a:blip r:embed="rId88">
            <a:extLst>
              <a:ext uri="{96DAC541-7B7A-43D3-8B79-37D633B846F1}">
                <asvg:svgBlip xmlns:asvg="http://schemas.microsoft.com/office/drawing/2016/SVG/main" r:embed="rId89"/>
              </a:ext>
            </a:extLst>
          </a:blip>
          <a:stretch>
            <a:fillRect/>
          </a:stretch>
        </p:blipFill>
        <p:spPr>
          <a:xfrm>
            <a:off x="2514484" y="4502709"/>
            <a:ext cx="274320" cy="274320"/>
          </a:xfrm>
          <a:prstGeom prst="rect">
            <a:avLst/>
          </a:prstGeom>
        </p:spPr>
      </p:pic>
      <p:pic>
        <p:nvPicPr>
          <p:cNvPr id="348" name="Graphic 347" descr="email icon">
            <a:extLst>
              <a:ext uri="{FF2B5EF4-FFF2-40B4-BE49-F238E27FC236}">
                <a16:creationId xmlns:a16="http://schemas.microsoft.com/office/drawing/2014/main" id="{0B0B0954-1A17-246B-A6BB-3A1382CA7062}"/>
              </a:ext>
            </a:extLst>
          </p:cNvPr>
          <p:cNvPicPr>
            <a:picLocks noChangeAspect="1"/>
          </p:cNvPicPr>
          <p:nvPr/>
        </p:nvPicPr>
        <p:blipFill>
          <a:blip r:embed="rId90">
            <a:extLst>
              <a:ext uri="{96DAC541-7B7A-43D3-8B79-37D633B846F1}">
                <asvg:svgBlip xmlns:asvg="http://schemas.microsoft.com/office/drawing/2016/SVG/main" r:embed="rId91"/>
              </a:ext>
            </a:extLst>
          </a:blip>
          <a:stretch>
            <a:fillRect/>
          </a:stretch>
        </p:blipFill>
        <p:spPr>
          <a:xfrm>
            <a:off x="2866357" y="4502709"/>
            <a:ext cx="274320" cy="274320"/>
          </a:xfrm>
          <a:prstGeom prst="rect">
            <a:avLst/>
          </a:prstGeom>
        </p:spPr>
      </p:pic>
      <p:pic>
        <p:nvPicPr>
          <p:cNvPr id="350" name="Graphic 349" descr="emoji icon">
            <a:extLst>
              <a:ext uri="{FF2B5EF4-FFF2-40B4-BE49-F238E27FC236}">
                <a16:creationId xmlns:a16="http://schemas.microsoft.com/office/drawing/2014/main" id="{03801727-9C39-3200-8FEF-4B430150D7D9}"/>
              </a:ext>
            </a:extLst>
          </p:cNvPr>
          <p:cNvPicPr>
            <a:picLocks noChangeAspect="1"/>
          </p:cNvPicPr>
          <p:nvPr/>
        </p:nvPicPr>
        <p:blipFill>
          <a:blip r:embed="rId92">
            <a:extLst>
              <a:ext uri="{96DAC541-7B7A-43D3-8B79-37D633B846F1}">
                <asvg:svgBlip xmlns:asvg="http://schemas.microsoft.com/office/drawing/2016/SVG/main" r:embed="rId93"/>
              </a:ext>
            </a:extLst>
          </a:blip>
          <a:stretch>
            <a:fillRect/>
          </a:stretch>
        </p:blipFill>
        <p:spPr>
          <a:xfrm>
            <a:off x="3218230" y="4502709"/>
            <a:ext cx="274320" cy="274320"/>
          </a:xfrm>
          <a:prstGeom prst="rect">
            <a:avLst/>
          </a:prstGeom>
        </p:spPr>
      </p:pic>
      <p:pic>
        <p:nvPicPr>
          <p:cNvPr id="352" name="Graphic 351" descr="bell icon">
            <a:extLst>
              <a:ext uri="{FF2B5EF4-FFF2-40B4-BE49-F238E27FC236}">
                <a16:creationId xmlns:a16="http://schemas.microsoft.com/office/drawing/2014/main" id="{97544CD4-4C24-9D58-689E-3F0304275C86}"/>
              </a:ext>
            </a:extLst>
          </p:cNvPr>
          <p:cNvPicPr>
            <a:picLocks noChangeAspect="1"/>
          </p:cNvPicPr>
          <p:nvPr/>
        </p:nvPicPr>
        <p:blipFill>
          <a:blip r:embed="rId94">
            <a:extLst>
              <a:ext uri="{96DAC541-7B7A-43D3-8B79-37D633B846F1}">
                <asvg:svgBlip xmlns:asvg="http://schemas.microsoft.com/office/drawing/2016/SVG/main" r:embed="rId95"/>
              </a:ext>
            </a:extLst>
          </a:blip>
          <a:stretch>
            <a:fillRect/>
          </a:stretch>
        </p:blipFill>
        <p:spPr>
          <a:xfrm>
            <a:off x="3570103" y="4502709"/>
            <a:ext cx="274320" cy="274320"/>
          </a:xfrm>
          <a:prstGeom prst="rect">
            <a:avLst/>
          </a:prstGeom>
        </p:spPr>
      </p:pic>
      <p:pic>
        <p:nvPicPr>
          <p:cNvPr id="354" name="Graphic 353" descr="heart icon">
            <a:extLst>
              <a:ext uri="{FF2B5EF4-FFF2-40B4-BE49-F238E27FC236}">
                <a16:creationId xmlns:a16="http://schemas.microsoft.com/office/drawing/2014/main" id="{3BC9D3B2-42FA-1C72-CEAA-4461AFB6CBA5}"/>
              </a:ext>
            </a:extLst>
          </p:cNvPr>
          <p:cNvPicPr>
            <a:picLocks noChangeAspect="1"/>
          </p:cNvPicPr>
          <p:nvPr/>
        </p:nvPicPr>
        <p:blipFill>
          <a:blip r:embed="rId96">
            <a:extLst>
              <a:ext uri="{96DAC541-7B7A-43D3-8B79-37D633B846F1}">
                <asvg:svgBlip xmlns:asvg="http://schemas.microsoft.com/office/drawing/2016/SVG/main" r:embed="rId97"/>
              </a:ext>
            </a:extLst>
          </a:blip>
          <a:stretch>
            <a:fillRect/>
          </a:stretch>
        </p:blipFill>
        <p:spPr>
          <a:xfrm>
            <a:off x="3921976" y="4502709"/>
            <a:ext cx="274320" cy="274320"/>
          </a:xfrm>
          <a:prstGeom prst="rect">
            <a:avLst/>
          </a:prstGeom>
        </p:spPr>
      </p:pic>
      <p:pic>
        <p:nvPicPr>
          <p:cNvPr id="356" name="Graphic 355" descr="at sign icon">
            <a:extLst>
              <a:ext uri="{FF2B5EF4-FFF2-40B4-BE49-F238E27FC236}">
                <a16:creationId xmlns:a16="http://schemas.microsoft.com/office/drawing/2014/main" id="{8578CE13-0A3A-98B0-3766-CB88A1C5BC61}"/>
              </a:ext>
            </a:extLst>
          </p:cNvPr>
          <p:cNvPicPr>
            <a:picLocks noChangeAspect="1"/>
          </p:cNvPicPr>
          <p:nvPr/>
        </p:nvPicPr>
        <p:blipFill>
          <a:blip r:embed="rId98">
            <a:extLst>
              <a:ext uri="{96DAC541-7B7A-43D3-8B79-37D633B846F1}">
                <asvg:svgBlip xmlns:asvg="http://schemas.microsoft.com/office/drawing/2016/SVG/main" r:embed="rId99"/>
              </a:ext>
            </a:extLst>
          </a:blip>
          <a:stretch>
            <a:fillRect/>
          </a:stretch>
        </p:blipFill>
        <p:spPr>
          <a:xfrm>
            <a:off x="4273849" y="4502709"/>
            <a:ext cx="274320" cy="274320"/>
          </a:xfrm>
          <a:prstGeom prst="rect">
            <a:avLst/>
          </a:prstGeom>
        </p:spPr>
      </p:pic>
      <p:pic>
        <p:nvPicPr>
          <p:cNvPr id="358" name="Graphic 357" descr="thumbs up icon">
            <a:extLst>
              <a:ext uri="{FF2B5EF4-FFF2-40B4-BE49-F238E27FC236}">
                <a16:creationId xmlns:a16="http://schemas.microsoft.com/office/drawing/2014/main" id="{456BA2F0-D001-D5B7-EEDB-70038AFCB465}"/>
              </a:ext>
            </a:extLst>
          </p:cNvPr>
          <p:cNvPicPr>
            <a:picLocks noChangeAspect="1"/>
          </p:cNvPicPr>
          <p:nvPr/>
        </p:nvPicPr>
        <p:blipFill>
          <a:blip r:embed="rId100">
            <a:extLst>
              <a:ext uri="{96DAC541-7B7A-43D3-8B79-37D633B846F1}">
                <asvg:svgBlip xmlns:asvg="http://schemas.microsoft.com/office/drawing/2016/SVG/main" r:embed="rId101"/>
              </a:ext>
            </a:extLst>
          </a:blip>
          <a:stretch>
            <a:fillRect/>
          </a:stretch>
        </p:blipFill>
        <p:spPr>
          <a:xfrm>
            <a:off x="4625722" y="4502709"/>
            <a:ext cx="285750" cy="274320"/>
          </a:xfrm>
          <a:prstGeom prst="rect">
            <a:avLst/>
          </a:prstGeom>
        </p:spPr>
      </p:pic>
      <p:sp>
        <p:nvSpPr>
          <p:cNvPr id="359" name="TextBox 358">
            <a:extLst>
              <a:ext uri="{FF2B5EF4-FFF2-40B4-BE49-F238E27FC236}">
                <a16:creationId xmlns:a16="http://schemas.microsoft.com/office/drawing/2014/main" id="{1F781101-6D7E-AB4E-C2BD-2F43596DDA7E}"/>
              </a:ext>
            </a:extLst>
          </p:cNvPr>
          <p:cNvSpPr txBox="1"/>
          <p:nvPr/>
        </p:nvSpPr>
        <p:spPr>
          <a:xfrm>
            <a:off x="609600" y="5011239"/>
            <a:ext cx="628698"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Concepts</a:t>
            </a:r>
          </a:p>
        </p:txBody>
      </p:sp>
      <p:pic>
        <p:nvPicPr>
          <p:cNvPr id="360" name="Graphic 359" descr="lock icon">
            <a:extLst>
              <a:ext uri="{FF2B5EF4-FFF2-40B4-BE49-F238E27FC236}">
                <a16:creationId xmlns:a16="http://schemas.microsoft.com/office/drawing/2014/main" id="{F4BA5338-42BC-C5CB-BF10-3231DB7682DE}"/>
              </a:ext>
            </a:extLst>
          </p:cNvPr>
          <p:cNvPicPr>
            <a:picLocks noChangeAspect="1"/>
          </p:cNvPicPr>
          <p:nvPr/>
        </p:nvPicPr>
        <p:blipFill>
          <a:blip r:embed="rId102">
            <a:extLst>
              <a:ext uri="{96DAC541-7B7A-43D3-8B79-37D633B846F1}">
                <asvg:svgBlip xmlns:asvg="http://schemas.microsoft.com/office/drawing/2016/SVG/main" r:embed="rId103"/>
              </a:ext>
            </a:extLst>
          </a:blip>
          <a:stretch>
            <a:fillRect/>
          </a:stretch>
        </p:blipFill>
        <p:spPr>
          <a:xfrm>
            <a:off x="1810738" y="5011239"/>
            <a:ext cx="274320" cy="274320"/>
          </a:xfrm>
          <a:prstGeom prst="rect">
            <a:avLst/>
          </a:prstGeom>
        </p:spPr>
      </p:pic>
      <p:pic>
        <p:nvPicPr>
          <p:cNvPr id="361" name="Graphic 360" descr="unlock icon">
            <a:extLst>
              <a:ext uri="{FF2B5EF4-FFF2-40B4-BE49-F238E27FC236}">
                <a16:creationId xmlns:a16="http://schemas.microsoft.com/office/drawing/2014/main" id="{C60B3AD8-046A-14DA-A3EA-CC25C6A73C0C}"/>
              </a:ext>
            </a:extLst>
          </p:cNvPr>
          <p:cNvPicPr>
            <a:picLocks noChangeAspect="1"/>
          </p:cNvPicPr>
          <p:nvPr/>
        </p:nvPicPr>
        <p:blipFill>
          <a:blip r:embed="rId104">
            <a:extLst>
              <a:ext uri="{96DAC541-7B7A-43D3-8B79-37D633B846F1}">
                <asvg:svgBlip xmlns:asvg="http://schemas.microsoft.com/office/drawing/2016/SVG/main" r:embed="rId105"/>
              </a:ext>
            </a:extLst>
          </a:blip>
          <a:stretch>
            <a:fillRect/>
          </a:stretch>
        </p:blipFill>
        <p:spPr>
          <a:xfrm>
            <a:off x="2162611" y="5011239"/>
            <a:ext cx="274320" cy="274320"/>
          </a:xfrm>
          <a:prstGeom prst="rect">
            <a:avLst/>
          </a:prstGeom>
        </p:spPr>
      </p:pic>
      <p:pic>
        <p:nvPicPr>
          <p:cNvPr id="362" name="Graphic 361" descr="eye icon">
            <a:extLst>
              <a:ext uri="{FF2B5EF4-FFF2-40B4-BE49-F238E27FC236}">
                <a16:creationId xmlns:a16="http://schemas.microsoft.com/office/drawing/2014/main" id="{4368D7C9-50EB-0040-BD92-74BC58BD16A9}"/>
              </a:ext>
            </a:extLst>
          </p:cNvPr>
          <p:cNvPicPr>
            <a:picLocks noChangeAspect="1"/>
          </p:cNvPicPr>
          <p:nvPr/>
        </p:nvPicPr>
        <p:blipFill>
          <a:blip r:embed="rId106">
            <a:extLst>
              <a:ext uri="{96DAC541-7B7A-43D3-8B79-37D633B846F1}">
                <asvg:svgBlip xmlns:asvg="http://schemas.microsoft.com/office/drawing/2016/SVG/main" r:embed="rId107"/>
              </a:ext>
            </a:extLst>
          </a:blip>
          <a:stretch>
            <a:fillRect/>
          </a:stretch>
        </p:blipFill>
        <p:spPr>
          <a:xfrm>
            <a:off x="2514484" y="5011239"/>
            <a:ext cx="274320" cy="274320"/>
          </a:xfrm>
          <a:prstGeom prst="rect">
            <a:avLst/>
          </a:prstGeom>
        </p:spPr>
      </p:pic>
      <p:pic>
        <p:nvPicPr>
          <p:cNvPr id="363" name="Graphic 362" descr="no eye icon">
            <a:extLst>
              <a:ext uri="{FF2B5EF4-FFF2-40B4-BE49-F238E27FC236}">
                <a16:creationId xmlns:a16="http://schemas.microsoft.com/office/drawing/2014/main" id="{38314D3A-41FA-2A72-943E-D259C59051F8}"/>
              </a:ext>
            </a:extLst>
          </p:cNvPr>
          <p:cNvPicPr>
            <a:picLocks noChangeAspect="1"/>
          </p:cNvPicPr>
          <p:nvPr/>
        </p:nvPicPr>
        <p:blipFill>
          <a:blip r:embed="rId108">
            <a:extLst>
              <a:ext uri="{96DAC541-7B7A-43D3-8B79-37D633B846F1}">
                <asvg:svgBlip xmlns:asvg="http://schemas.microsoft.com/office/drawing/2016/SVG/main" r:embed="rId109"/>
              </a:ext>
            </a:extLst>
          </a:blip>
          <a:stretch>
            <a:fillRect/>
          </a:stretch>
        </p:blipFill>
        <p:spPr>
          <a:xfrm>
            <a:off x="2866357" y="5011239"/>
            <a:ext cx="274320" cy="274320"/>
          </a:xfrm>
          <a:prstGeom prst="rect">
            <a:avLst/>
          </a:prstGeom>
        </p:spPr>
      </p:pic>
      <p:pic>
        <p:nvPicPr>
          <p:cNvPr id="364" name="Graphic 363" descr="binoculars icon">
            <a:extLst>
              <a:ext uri="{FF2B5EF4-FFF2-40B4-BE49-F238E27FC236}">
                <a16:creationId xmlns:a16="http://schemas.microsoft.com/office/drawing/2014/main" id="{86C33EC7-A7B5-E7FA-43D3-75421C027929}"/>
              </a:ext>
            </a:extLst>
          </p:cNvPr>
          <p:cNvPicPr>
            <a:picLocks noChangeAspect="1"/>
          </p:cNvPicPr>
          <p:nvPr/>
        </p:nvPicPr>
        <p:blipFill>
          <a:blip r:embed="rId110">
            <a:extLst>
              <a:ext uri="{96DAC541-7B7A-43D3-8B79-37D633B846F1}">
                <asvg:svgBlip xmlns:asvg="http://schemas.microsoft.com/office/drawing/2016/SVG/main" r:embed="rId111"/>
              </a:ext>
            </a:extLst>
          </a:blip>
          <a:stretch>
            <a:fillRect/>
          </a:stretch>
        </p:blipFill>
        <p:spPr>
          <a:xfrm>
            <a:off x="3218230" y="5011239"/>
            <a:ext cx="274320" cy="274320"/>
          </a:xfrm>
          <a:prstGeom prst="rect">
            <a:avLst/>
          </a:prstGeom>
        </p:spPr>
      </p:pic>
      <p:pic>
        <p:nvPicPr>
          <p:cNvPr id="365" name="Graphic 364" descr="magnifying glass icon">
            <a:extLst>
              <a:ext uri="{FF2B5EF4-FFF2-40B4-BE49-F238E27FC236}">
                <a16:creationId xmlns:a16="http://schemas.microsoft.com/office/drawing/2014/main" id="{22C810E9-E9CE-232A-A3CC-22D0D106CACF}"/>
              </a:ext>
            </a:extLst>
          </p:cNvPr>
          <p:cNvPicPr>
            <a:picLocks noChangeAspect="1"/>
          </p:cNvPicPr>
          <p:nvPr/>
        </p:nvPicPr>
        <p:blipFill>
          <a:blip r:embed="rId112">
            <a:extLst>
              <a:ext uri="{96DAC541-7B7A-43D3-8B79-37D633B846F1}">
                <asvg:svgBlip xmlns:asvg="http://schemas.microsoft.com/office/drawing/2016/SVG/main" r:embed="rId113"/>
              </a:ext>
            </a:extLst>
          </a:blip>
          <a:stretch>
            <a:fillRect/>
          </a:stretch>
        </p:blipFill>
        <p:spPr>
          <a:xfrm>
            <a:off x="3570103" y="5011239"/>
            <a:ext cx="274320" cy="274320"/>
          </a:xfrm>
          <a:prstGeom prst="rect">
            <a:avLst/>
          </a:prstGeom>
        </p:spPr>
      </p:pic>
      <p:pic>
        <p:nvPicPr>
          <p:cNvPr id="366" name="Graphic 365" descr="target icon">
            <a:extLst>
              <a:ext uri="{FF2B5EF4-FFF2-40B4-BE49-F238E27FC236}">
                <a16:creationId xmlns:a16="http://schemas.microsoft.com/office/drawing/2014/main" id="{894BCEA7-E730-B9BC-431D-4941D810C205}"/>
              </a:ext>
            </a:extLst>
          </p:cNvPr>
          <p:cNvPicPr>
            <a:picLocks noChangeAspect="1"/>
          </p:cNvPicPr>
          <p:nvPr/>
        </p:nvPicPr>
        <p:blipFill>
          <a:blip r:embed="rId114">
            <a:extLst>
              <a:ext uri="{96DAC541-7B7A-43D3-8B79-37D633B846F1}">
                <asvg:svgBlip xmlns:asvg="http://schemas.microsoft.com/office/drawing/2016/SVG/main" r:embed="rId115"/>
              </a:ext>
            </a:extLst>
          </a:blip>
          <a:stretch>
            <a:fillRect/>
          </a:stretch>
        </p:blipFill>
        <p:spPr>
          <a:xfrm>
            <a:off x="3921976" y="5011239"/>
            <a:ext cx="274320" cy="274320"/>
          </a:xfrm>
          <a:prstGeom prst="rect">
            <a:avLst/>
          </a:prstGeom>
        </p:spPr>
      </p:pic>
      <p:pic>
        <p:nvPicPr>
          <p:cNvPr id="367" name="Graphic 366" descr="reticle icon">
            <a:extLst>
              <a:ext uri="{FF2B5EF4-FFF2-40B4-BE49-F238E27FC236}">
                <a16:creationId xmlns:a16="http://schemas.microsoft.com/office/drawing/2014/main" id="{776BA056-8F49-FE98-E0A0-983D300579EC}"/>
              </a:ext>
            </a:extLst>
          </p:cNvPr>
          <p:cNvPicPr>
            <a:picLocks noChangeAspect="1"/>
          </p:cNvPicPr>
          <p:nvPr/>
        </p:nvPicPr>
        <p:blipFill>
          <a:blip r:embed="rId116">
            <a:extLst>
              <a:ext uri="{96DAC541-7B7A-43D3-8B79-37D633B846F1}">
                <asvg:svgBlip xmlns:asvg="http://schemas.microsoft.com/office/drawing/2016/SVG/main" r:embed="rId117"/>
              </a:ext>
            </a:extLst>
          </a:blip>
          <a:stretch>
            <a:fillRect/>
          </a:stretch>
        </p:blipFill>
        <p:spPr>
          <a:xfrm>
            <a:off x="4273849" y="5011239"/>
            <a:ext cx="274320" cy="274320"/>
          </a:xfrm>
          <a:prstGeom prst="rect">
            <a:avLst/>
          </a:prstGeom>
        </p:spPr>
      </p:pic>
      <p:pic>
        <p:nvPicPr>
          <p:cNvPr id="368" name="Graphic 367" descr="megaphone icon">
            <a:extLst>
              <a:ext uri="{FF2B5EF4-FFF2-40B4-BE49-F238E27FC236}">
                <a16:creationId xmlns:a16="http://schemas.microsoft.com/office/drawing/2014/main" id="{71D90132-D011-7D99-5574-1D95222CBAEB}"/>
              </a:ext>
            </a:extLst>
          </p:cNvPr>
          <p:cNvPicPr>
            <a:picLocks noChangeAspect="1"/>
          </p:cNvPicPr>
          <p:nvPr/>
        </p:nvPicPr>
        <p:blipFill>
          <a:blip r:embed="rId118">
            <a:extLst>
              <a:ext uri="{96DAC541-7B7A-43D3-8B79-37D633B846F1}">
                <asvg:svgBlip xmlns:asvg="http://schemas.microsoft.com/office/drawing/2016/SVG/main" r:embed="rId119"/>
              </a:ext>
            </a:extLst>
          </a:blip>
          <a:stretch>
            <a:fillRect/>
          </a:stretch>
        </p:blipFill>
        <p:spPr>
          <a:xfrm>
            <a:off x="4631437" y="5011239"/>
            <a:ext cx="274320" cy="274320"/>
          </a:xfrm>
          <a:prstGeom prst="rect">
            <a:avLst/>
          </a:prstGeom>
        </p:spPr>
      </p:pic>
      <p:pic>
        <p:nvPicPr>
          <p:cNvPr id="369" name="Graphic 368" descr="loud megaphone icon">
            <a:extLst>
              <a:ext uri="{FF2B5EF4-FFF2-40B4-BE49-F238E27FC236}">
                <a16:creationId xmlns:a16="http://schemas.microsoft.com/office/drawing/2014/main" id="{93E4CA14-2930-F781-7DA4-D32B0FA154B3}"/>
              </a:ext>
            </a:extLst>
          </p:cNvPr>
          <p:cNvPicPr>
            <a:picLocks noChangeAspect="1"/>
          </p:cNvPicPr>
          <p:nvPr/>
        </p:nvPicPr>
        <p:blipFill>
          <a:blip r:embed="rId120">
            <a:extLst>
              <a:ext uri="{96DAC541-7B7A-43D3-8B79-37D633B846F1}">
                <asvg:svgBlip xmlns:asvg="http://schemas.microsoft.com/office/drawing/2016/SVG/main" r:embed="rId121"/>
              </a:ext>
            </a:extLst>
          </a:blip>
          <a:stretch>
            <a:fillRect/>
          </a:stretch>
        </p:blipFill>
        <p:spPr>
          <a:xfrm>
            <a:off x="4989023" y="5011239"/>
            <a:ext cx="274320" cy="274320"/>
          </a:xfrm>
          <a:prstGeom prst="rect">
            <a:avLst/>
          </a:prstGeom>
        </p:spPr>
      </p:pic>
      <p:pic>
        <p:nvPicPr>
          <p:cNvPr id="370" name="Graphic 369" descr="gear icon">
            <a:extLst>
              <a:ext uri="{FF2B5EF4-FFF2-40B4-BE49-F238E27FC236}">
                <a16:creationId xmlns:a16="http://schemas.microsoft.com/office/drawing/2014/main" id="{4CCE6145-28F4-9497-F900-12B7358D048A}"/>
              </a:ext>
            </a:extLst>
          </p:cNvPr>
          <p:cNvPicPr>
            <a:picLocks noChangeAspect="1"/>
          </p:cNvPicPr>
          <p:nvPr/>
        </p:nvPicPr>
        <p:blipFill>
          <a:blip r:embed="rId122">
            <a:extLst>
              <a:ext uri="{96DAC541-7B7A-43D3-8B79-37D633B846F1}">
                <asvg:svgBlip xmlns:asvg="http://schemas.microsoft.com/office/drawing/2016/SVG/main" r:embed="rId123"/>
              </a:ext>
            </a:extLst>
          </a:blip>
          <a:stretch>
            <a:fillRect/>
          </a:stretch>
        </p:blipFill>
        <p:spPr>
          <a:xfrm>
            <a:off x="1810738" y="5466716"/>
            <a:ext cx="274320" cy="274320"/>
          </a:xfrm>
          <a:prstGeom prst="rect">
            <a:avLst/>
          </a:prstGeom>
        </p:spPr>
      </p:pic>
      <p:pic>
        <p:nvPicPr>
          <p:cNvPr id="371" name="Graphic 370" descr="circle slash icon">
            <a:extLst>
              <a:ext uri="{FF2B5EF4-FFF2-40B4-BE49-F238E27FC236}">
                <a16:creationId xmlns:a16="http://schemas.microsoft.com/office/drawing/2014/main" id="{13839A91-C365-91B2-5E25-38543DCBA5DE}"/>
              </a:ext>
            </a:extLst>
          </p:cNvPr>
          <p:cNvPicPr>
            <a:picLocks noChangeAspect="1"/>
          </p:cNvPicPr>
          <p:nvPr/>
        </p:nvPicPr>
        <p:blipFill>
          <a:blip r:embed="rId124">
            <a:extLst>
              <a:ext uri="{96DAC541-7B7A-43D3-8B79-37D633B846F1}">
                <asvg:svgBlip xmlns:asvg="http://schemas.microsoft.com/office/drawing/2016/SVG/main" r:embed="rId125"/>
              </a:ext>
            </a:extLst>
          </a:blip>
          <a:stretch>
            <a:fillRect/>
          </a:stretch>
        </p:blipFill>
        <p:spPr>
          <a:xfrm>
            <a:off x="2162611" y="5466716"/>
            <a:ext cx="274320" cy="274320"/>
          </a:xfrm>
          <a:prstGeom prst="rect">
            <a:avLst/>
          </a:prstGeom>
        </p:spPr>
      </p:pic>
      <p:pic>
        <p:nvPicPr>
          <p:cNvPr id="372" name="Graphic 371" descr="lightbulb icon">
            <a:extLst>
              <a:ext uri="{FF2B5EF4-FFF2-40B4-BE49-F238E27FC236}">
                <a16:creationId xmlns:a16="http://schemas.microsoft.com/office/drawing/2014/main" id="{BFCD8E82-C80F-94C5-F0DE-DBBF67EE414E}"/>
              </a:ext>
            </a:extLst>
          </p:cNvPr>
          <p:cNvPicPr>
            <a:picLocks noChangeAspect="1"/>
          </p:cNvPicPr>
          <p:nvPr/>
        </p:nvPicPr>
        <p:blipFill>
          <a:blip r:embed="rId126">
            <a:extLst>
              <a:ext uri="{96DAC541-7B7A-43D3-8B79-37D633B846F1}">
                <asvg:svgBlip xmlns:asvg="http://schemas.microsoft.com/office/drawing/2016/SVG/main" r:embed="rId127"/>
              </a:ext>
            </a:extLst>
          </a:blip>
          <a:stretch>
            <a:fillRect/>
          </a:stretch>
        </p:blipFill>
        <p:spPr>
          <a:xfrm>
            <a:off x="2514484" y="5466716"/>
            <a:ext cx="274320" cy="274320"/>
          </a:xfrm>
          <a:prstGeom prst="rect">
            <a:avLst/>
          </a:prstGeom>
        </p:spPr>
      </p:pic>
      <p:pic>
        <p:nvPicPr>
          <p:cNvPr id="373" name="Graphic 372" descr="bright lightbulb icon">
            <a:extLst>
              <a:ext uri="{FF2B5EF4-FFF2-40B4-BE49-F238E27FC236}">
                <a16:creationId xmlns:a16="http://schemas.microsoft.com/office/drawing/2014/main" id="{13343751-2142-E230-F3C0-68509FBDEAE5}"/>
              </a:ext>
            </a:extLst>
          </p:cNvPr>
          <p:cNvPicPr>
            <a:picLocks noChangeAspect="1"/>
          </p:cNvPicPr>
          <p:nvPr/>
        </p:nvPicPr>
        <p:blipFill>
          <a:blip r:embed="rId128">
            <a:extLst>
              <a:ext uri="{96DAC541-7B7A-43D3-8B79-37D633B846F1}">
                <asvg:svgBlip xmlns:asvg="http://schemas.microsoft.com/office/drawing/2016/SVG/main" r:embed="rId129"/>
              </a:ext>
            </a:extLst>
          </a:blip>
          <a:stretch>
            <a:fillRect/>
          </a:stretch>
        </p:blipFill>
        <p:spPr>
          <a:xfrm>
            <a:off x="2866357" y="5466716"/>
            <a:ext cx="274320" cy="274320"/>
          </a:xfrm>
          <a:prstGeom prst="rect">
            <a:avLst/>
          </a:prstGeom>
        </p:spPr>
      </p:pic>
      <p:pic>
        <p:nvPicPr>
          <p:cNvPr id="374" name="Graphic 373" descr="party icon">
            <a:extLst>
              <a:ext uri="{FF2B5EF4-FFF2-40B4-BE49-F238E27FC236}">
                <a16:creationId xmlns:a16="http://schemas.microsoft.com/office/drawing/2014/main" id="{5AAE09E7-218C-8765-2388-F35C5E75DF98}"/>
              </a:ext>
            </a:extLst>
          </p:cNvPr>
          <p:cNvPicPr>
            <a:picLocks noChangeAspect="1"/>
          </p:cNvPicPr>
          <p:nvPr/>
        </p:nvPicPr>
        <p:blipFill>
          <a:blip r:embed="rId130">
            <a:extLst>
              <a:ext uri="{96DAC541-7B7A-43D3-8B79-37D633B846F1}">
                <asvg:svgBlip xmlns:asvg="http://schemas.microsoft.com/office/drawing/2016/SVG/main" r:embed="rId131"/>
              </a:ext>
            </a:extLst>
          </a:blip>
          <a:stretch>
            <a:fillRect/>
          </a:stretch>
        </p:blipFill>
        <p:spPr>
          <a:xfrm>
            <a:off x="3218230" y="5466716"/>
            <a:ext cx="274320" cy="274320"/>
          </a:xfrm>
          <a:prstGeom prst="rect">
            <a:avLst/>
          </a:prstGeom>
        </p:spPr>
      </p:pic>
      <p:pic>
        <p:nvPicPr>
          <p:cNvPr id="375" name="Graphic 374" descr="rocket icon">
            <a:extLst>
              <a:ext uri="{FF2B5EF4-FFF2-40B4-BE49-F238E27FC236}">
                <a16:creationId xmlns:a16="http://schemas.microsoft.com/office/drawing/2014/main" id="{3BDB401B-B870-5355-4E40-9A1B0583F78A}"/>
              </a:ext>
            </a:extLst>
          </p:cNvPr>
          <p:cNvPicPr>
            <a:picLocks noChangeAspect="1"/>
          </p:cNvPicPr>
          <p:nvPr/>
        </p:nvPicPr>
        <p:blipFill>
          <a:blip r:embed="rId132">
            <a:extLst>
              <a:ext uri="{96DAC541-7B7A-43D3-8B79-37D633B846F1}">
                <asvg:svgBlip xmlns:asvg="http://schemas.microsoft.com/office/drawing/2016/SVG/main" r:embed="rId133"/>
              </a:ext>
            </a:extLst>
          </a:blip>
          <a:stretch>
            <a:fillRect/>
          </a:stretch>
        </p:blipFill>
        <p:spPr>
          <a:xfrm>
            <a:off x="3570103" y="5466716"/>
            <a:ext cx="274320" cy="274320"/>
          </a:xfrm>
          <a:prstGeom prst="rect">
            <a:avLst/>
          </a:prstGeom>
        </p:spPr>
      </p:pic>
      <p:pic>
        <p:nvPicPr>
          <p:cNvPr id="376" name="Graphic 375" descr="bolt icon">
            <a:extLst>
              <a:ext uri="{FF2B5EF4-FFF2-40B4-BE49-F238E27FC236}">
                <a16:creationId xmlns:a16="http://schemas.microsoft.com/office/drawing/2014/main" id="{45FD6272-8D05-46EA-F63B-1B3221F7C056}"/>
              </a:ext>
            </a:extLst>
          </p:cNvPr>
          <p:cNvPicPr>
            <a:picLocks noChangeAspect="1"/>
          </p:cNvPicPr>
          <p:nvPr/>
        </p:nvPicPr>
        <p:blipFill>
          <a:blip r:embed="rId134">
            <a:extLst>
              <a:ext uri="{96DAC541-7B7A-43D3-8B79-37D633B846F1}">
                <asvg:svgBlip xmlns:asvg="http://schemas.microsoft.com/office/drawing/2016/SVG/main" r:embed="rId135"/>
              </a:ext>
            </a:extLst>
          </a:blip>
          <a:stretch>
            <a:fillRect/>
          </a:stretch>
        </p:blipFill>
        <p:spPr>
          <a:xfrm>
            <a:off x="3921976" y="5466716"/>
            <a:ext cx="274320" cy="274320"/>
          </a:xfrm>
          <a:prstGeom prst="rect">
            <a:avLst/>
          </a:prstGeom>
        </p:spPr>
      </p:pic>
      <p:pic>
        <p:nvPicPr>
          <p:cNvPr id="377" name="Graphic 376" descr="sparkles icon">
            <a:extLst>
              <a:ext uri="{FF2B5EF4-FFF2-40B4-BE49-F238E27FC236}">
                <a16:creationId xmlns:a16="http://schemas.microsoft.com/office/drawing/2014/main" id="{F47EA081-7D45-9672-15BB-5FD046E22DF5}"/>
              </a:ext>
            </a:extLst>
          </p:cNvPr>
          <p:cNvPicPr>
            <a:picLocks noChangeAspect="1"/>
          </p:cNvPicPr>
          <p:nvPr/>
        </p:nvPicPr>
        <p:blipFill>
          <a:blip r:embed="rId136">
            <a:extLst>
              <a:ext uri="{96DAC541-7B7A-43D3-8B79-37D633B846F1}">
                <asvg:svgBlip xmlns:asvg="http://schemas.microsoft.com/office/drawing/2016/SVG/main" r:embed="rId137"/>
              </a:ext>
            </a:extLst>
          </a:blip>
          <a:stretch>
            <a:fillRect/>
          </a:stretch>
        </p:blipFill>
        <p:spPr>
          <a:xfrm>
            <a:off x="4273849" y="5466716"/>
            <a:ext cx="274320" cy="274320"/>
          </a:xfrm>
          <a:prstGeom prst="rect">
            <a:avLst/>
          </a:prstGeom>
        </p:spPr>
      </p:pic>
      <p:pic>
        <p:nvPicPr>
          <p:cNvPr id="378" name="Graphic 377" descr="paper plane icon">
            <a:extLst>
              <a:ext uri="{FF2B5EF4-FFF2-40B4-BE49-F238E27FC236}">
                <a16:creationId xmlns:a16="http://schemas.microsoft.com/office/drawing/2014/main" id="{018843D8-79E0-A64A-ABF5-3D0EBB60F47F}"/>
              </a:ext>
            </a:extLst>
          </p:cNvPr>
          <p:cNvPicPr>
            <a:picLocks noChangeAspect="1"/>
          </p:cNvPicPr>
          <p:nvPr/>
        </p:nvPicPr>
        <p:blipFill>
          <a:blip r:embed="rId138">
            <a:extLst>
              <a:ext uri="{96DAC541-7B7A-43D3-8B79-37D633B846F1}">
                <asvg:svgBlip xmlns:asvg="http://schemas.microsoft.com/office/drawing/2016/SVG/main" r:embed="rId139"/>
              </a:ext>
            </a:extLst>
          </a:blip>
          <a:stretch>
            <a:fillRect/>
          </a:stretch>
        </p:blipFill>
        <p:spPr>
          <a:xfrm>
            <a:off x="4631437" y="5466716"/>
            <a:ext cx="274320" cy="274320"/>
          </a:xfrm>
          <a:prstGeom prst="rect">
            <a:avLst/>
          </a:prstGeom>
        </p:spPr>
      </p:pic>
      <p:pic>
        <p:nvPicPr>
          <p:cNvPr id="379" name="Graphic 378" descr="award icon">
            <a:extLst>
              <a:ext uri="{FF2B5EF4-FFF2-40B4-BE49-F238E27FC236}">
                <a16:creationId xmlns:a16="http://schemas.microsoft.com/office/drawing/2014/main" id="{55D66300-19E8-28AB-C511-4A85F9600D0F}"/>
              </a:ext>
              <a:ext uri="{C183D7F6-B498-43B3-948B-1728B52AA6E4}">
                <adec:decorative xmlns:adec="http://schemas.microsoft.com/office/drawing/2017/decorative" val="0"/>
              </a:ext>
            </a:extLst>
          </p:cNvPr>
          <p:cNvPicPr>
            <a:picLocks noChangeAspect="1"/>
          </p:cNvPicPr>
          <p:nvPr/>
        </p:nvPicPr>
        <p:blipFill>
          <a:blip r:embed="rId140">
            <a:extLst>
              <a:ext uri="{96DAC541-7B7A-43D3-8B79-37D633B846F1}">
                <asvg:svgBlip xmlns:asvg="http://schemas.microsoft.com/office/drawing/2016/SVG/main" r:embed="rId141"/>
              </a:ext>
            </a:extLst>
          </a:blip>
          <a:stretch>
            <a:fillRect/>
          </a:stretch>
        </p:blipFill>
        <p:spPr>
          <a:xfrm>
            <a:off x="4989023" y="5466716"/>
            <a:ext cx="274320" cy="274320"/>
          </a:xfrm>
          <a:prstGeom prst="rect">
            <a:avLst/>
          </a:prstGeom>
        </p:spPr>
      </p:pic>
      <p:pic>
        <p:nvPicPr>
          <p:cNvPr id="380" name="Graphic 379" descr="toolbox icon">
            <a:extLst>
              <a:ext uri="{FF2B5EF4-FFF2-40B4-BE49-F238E27FC236}">
                <a16:creationId xmlns:a16="http://schemas.microsoft.com/office/drawing/2014/main" id="{B2785A53-461D-98EC-AB75-565B80F483E6}"/>
              </a:ext>
            </a:extLst>
          </p:cNvPr>
          <p:cNvPicPr>
            <a:picLocks noChangeAspect="1"/>
          </p:cNvPicPr>
          <p:nvPr/>
        </p:nvPicPr>
        <p:blipFill>
          <a:blip r:embed="rId142">
            <a:extLst>
              <a:ext uri="{96DAC541-7B7A-43D3-8B79-37D633B846F1}">
                <asvg:svgBlip xmlns:asvg="http://schemas.microsoft.com/office/drawing/2016/SVG/main" r:embed="rId143"/>
              </a:ext>
            </a:extLst>
          </a:blip>
          <a:stretch>
            <a:fillRect/>
          </a:stretch>
        </p:blipFill>
        <p:spPr>
          <a:xfrm>
            <a:off x="1810738" y="5922190"/>
            <a:ext cx="274320" cy="274320"/>
          </a:xfrm>
          <a:prstGeom prst="rect">
            <a:avLst/>
          </a:prstGeom>
        </p:spPr>
      </p:pic>
      <p:pic>
        <p:nvPicPr>
          <p:cNvPr id="381" name="Graphic 380" descr="clipboard icon">
            <a:extLst>
              <a:ext uri="{FF2B5EF4-FFF2-40B4-BE49-F238E27FC236}">
                <a16:creationId xmlns:a16="http://schemas.microsoft.com/office/drawing/2014/main" id="{3F310B71-FBF9-26A9-9F41-172309E6AAC5}"/>
              </a:ext>
            </a:extLst>
          </p:cNvPr>
          <p:cNvPicPr>
            <a:picLocks noChangeAspect="1"/>
          </p:cNvPicPr>
          <p:nvPr/>
        </p:nvPicPr>
        <p:blipFill>
          <a:blip r:embed="rId144">
            <a:extLst>
              <a:ext uri="{96DAC541-7B7A-43D3-8B79-37D633B846F1}">
                <asvg:svgBlip xmlns:asvg="http://schemas.microsoft.com/office/drawing/2016/SVG/main" r:embed="rId145"/>
              </a:ext>
            </a:extLst>
          </a:blip>
          <a:stretch>
            <a:fillRect/>
          </a:stretch>
        </p:blipFill>
        <p:spPr>
          <a:xfrm>
            <a:off x="2162611" y="5922190"/>
            <a:ext cx="274320" cy="274320"/>
          </a:xfrm>
          <a:prstGeom prst="rect">
            <a:avLst/>
          </a:prstGeom>
        </p:spPr>
      </p:pic>
      <p:pic>
        <p:nvPicPr>
          <p:cNvPr id="382" name="Graphic 381" descr="trashcan icon">
            <a:extLst>
              <a:ext uri="{FF2B5EF4-FFF2-40B4-BE49-F238E27FC236}">
                <a16:creationId xmlns:a16="http://schemas.microsoft.com/office/drawing/2014/main" id="{0949CB02-5058-51E5-542B-AA80C2C79F44}"/>
              </a:ext>
            </a:extLst>
          </p:cNvPr>
          <p:cNvPicPr>
            <a:picLocks noChangeAspect="1"/>
          </p:cNvPicPr>
          <p:nvPr/>
        </p:nvPicPr>
        <p:blipFill>
          <a:blip r:embed="rId146">
            <a:extLst>
              <a:ext uri="{96DAC541-7B7A-43D3-8B79-37D633B846F1}">
                <asvg:svgBlip xmlns:asvg="http://schemas.microsoft.com/office/drawing/2016/SVG/main" r:embed="rId147"/>
              </a:ext>
            </a:extLst>
          </a:blip>
          <a:stretch>
            <a:fillRect/>
          </a:stretch>
        </p:blipFill>
        <p:spPr>
          <a:xfrm>
            <a:off x="2514484" y="5922190"/>
            <a:ext cx="274320" cy="274320"/>
          </a:xfrm>
          <a:prstGeom prst="rect">
            <a:avLst/>
          </a:prstGeom>
        </p:spPr>
      </p:pic>
      <p:pic>
        <p:nvPicPr>
          <p:cNvPr id="383" name="Graphic 382" descr="paperclip icon">
            <a:extLst>
              <a:ext uri="{FF2B5EF4-FFF2-40B4-BE49-F238E27FC236}">
                <a16:creationId xmlns:a16="http://schemas.microsoft.com/office/drawing/2014/main" id="{FF7E64A1-C8CB-035D-B510-D9A4342AC842}"/>
              </a:ext>
            </a:extLst>
          </p:cNvPr>
          <p:cNvPicPr>
            <a:picLocks noChangeAspect="1"/>
          </p:cNvPicPr>
          <p:nvPr/>
        </p:nvPicPr>
        <p:blipFill>
          <a:blip r:embed="rId148">
            <a:extLst>
              <a:ext uri="{96DAC541-7B7A-43D3-8B79-37D633B846F1}">
                <asvg:svgBlip xmlns:asvg="http://schemas.microsoft.com/office/drawing/2016/SVG/main" r:embed="rId149"/>
              </a:ext>
            </a:extLst>
          </a:blip>
          <a:stretch>
            <a:fillRect/>
          </a:stretch>
        </p:blipFill>
        <p:spPr>
          <a:xfrm>
            <a:off x="2866357" y="5922190"/>
            <a:ext cx="274320" cy="274320"/>
          </a:xfrm>
          <a:prstGeom prst="rect">
            <a:avLst/>
          </a:prstGeom>
        </p:spPr>
      </p:pic>
      <p:pic>
        <p:nvPicPr>
          <p:cNvPr id="384" name="Graphic 383" descr="pushpin icon">
            <a:extLst>
              <a:ext uri="{FF2B5EF4-FFF2-40B4-BE49-F238E27FC236}">
                <a16:creationId xmlns:a16="http://schemas.microsoft.com/office/drawing/2014/main" id="{D468DC50-A9C2-F700-3B09-86AF13FA3122}"/>
              </a:ext>
            </a:extLst>
          </p:cNvPr>
          <p:cNvPicPr>
            <a:picLocks noChangeAspect="1"/>
          </p:cNvPicPr>
          <p:nvPr/>
        </p:nvPicPr>
        <p:blipFill>
          <a:blip r:embed="rId150">
            <a:extLst>
              <a:ext uri="{96DAC541-7B7A-43D3-8B79-37D633B846F1}">
                <asvg:svgBlip xmlns:asvg="http://schemas.microsoft.com/office/drawing/2016/SVG/main" r:embed="rId151"/>
              </a:ext>
            </a:extLst>
          </a:blip>
          <a:stretch>
            <a:fillRect/>
          </a:stretch>
        </p:blipFill>
        <p:spPr>
          <a:xfrm>
            <a:off x="3218230" y="5922190"/>
            <a:ext cx="274320" cy="274320"/>
          </a:xfrm>
          <a:prstGeom prst="rect">
            <a:avLst/>
          </a:prstGeom>
        </p:spPr>
      </p:pic>
      <p:pic>
        <p:nvPicPr>
          <p:cNvPr id="385" name="Graphic 384" descr="filter icon">
            <a:extLst>
              <a:ext uri="{FF2B5EF4-FFF2-40B4-BE49-F238E27FC236}">
                <a16:creationId xmlns:a16="http://schemas.microsoft.com/office/drawing/2014/main" id="{B1E0EBBB-7504-2D2F-D318-1B42895ED390}"/>
              </a:ext>
            </a:extLst>
          </p:cNvPr>
          <p:cNvPicPr>
            <a:picLocks noChangeAspect="1"/>
          </p:cNvPicPr>
          <p:nvPr/>
        </p:nvPicPr>
        <p:blipFill>
          <a:blip r:embed="rId152">
            <a:extLst>
              <a:ext uri="{96DAC541-7B7A-43D3-8B79-37D633B846F1}">
                <asvg:svgBlip xmlns:asvg="http://schemas.microsoft.com/office/drawing/2016/SVG/main" r:embed="rId153"/>
              </a:ext>
            </a:extLst>
          </a:blip>
          <a:stretch>
            <a:fillRect/>
          </a:stretch>
        </p:blipFill>
        <p:spPr>
          <a:xfrm>
            <a:off x="3570103" y="5922190"/>
            <a:ext cx="274320" cy="274320"/>
          </a:xfrm>
          <a:prstGeom prst="rect">
            <a:avLst/>
          </a:prstGeom>
        </p:spPr>
      </p:pic>
      <p:pic>
        <p:nvPicPr>
          <p:cNvPr id="386" name="Graphic 385" descr="layers icon">
            <a:extLst>
              <a:ext uri="{FF2B5EF4-FFF2-40B4-BE49-F238E27FC236}">
                <a16:creationId xmlns:a16="http://schemas.microsoft.com/office/drawing/2014/main" id="{71DCA8F1-8034-5BD2-B225-8BDA5C7CD5DF}"/>
              </a:ext>
            </a:extLst>
          </p:cNvPr>
          <p:cNvPicPr>
            <a:picLocks noChangeAspect="1"/>
          </p:cNvPicPr>
          <p:nvPr/>
        </p:nvPicPr>
        <p:blipFill>
          <a:blip r:embed="rId154">
            <a:extLst>
              <a:ext uri="{96DAC541-7B7A-43D3-8B79-37D633B846F1}">
                <asvg:svgBlip xmlns:asvg="http://schemas.microsoft.com/office/drawing/2016/SVG/main" r:embed="rId155"/>
              </a:ext>
            </a:extLst>
          </a:blip>
          <a:stretch>
            <a:fillRect/>
          </a:stretch>
        </p:blipFill>
        <p:spPr>
          <a:xfrm>
            <a:off x="3921976" y="5922190"/>
            <a:ext cx="274320" cy="274320"/>
          </a:xfrm>
          <a:prstGeom prst="rect">
            <a:avLst/>
          </a:prstGeom>
        </p:spPr>
      </p:pic>
      <p:pic>
        <p:nvPicPr>
          <p:cNvPr id="387" name="Graphic 386" descr="cc libraries icon">
            <a:extLst>
              <a:ext uri="{FF2B5EF4-FFF2-40B4-BE49-F238E27FC236}">
                <a16:creationId xmlns:a16="http://schemas.microsoft.com/office/drawing/2014/main" id="{8CA9468B-4B81-0E42-0019-7B2092E87BBC}"/>
              </a:ext>
            </a:extLst>
          </p:cNvPr>
          <p:cNvPicPr>
            <a:picLocks noChangeAspect="1"/>
          </p:cNvPicPr>
          <p:nvPr/>
        </p:nvPicPr>
        <p:blipFill>
          <a:blip r:embed="rId156">
            <a:extLst>
              <a:ext uri="{96DAC541-7B7A-43D3-8B79-37D633B846F1}">
                <asvg:svgBlip xmlns:asvg="http://schemas.microsoft.com/office/drawing/2016/SVG/main" r:embed="rId157"/>
              </a:ext>
            </a:extLst>
          </a:blip>
          <a:stretch>
            <a:fillRect/>
          </a:stretch>
        </p:blipFill>
        <p:spPr>
          <a:xfrm>
            <a:off x="4273849" y="5922190"/>
            <a:ext cx="274320" cy="274320"/>
          </a:xfrm>
          <a:prstGeom prst="rect">
            <a:avLst/>
          </a:prstGeom>
        </p:spPr>
      </p:pic>
      <p:pic>
        <p:nvPicPr>
          <p:cNvPr id="388" name="Graphic 387" descr="plugin icon">
            <a:extLst>
              <a:ext uri="{FF2B5EF4-FFF2-40B4-BE49-F238E27FC236}">
                <a16:creationId xmlns:a16="http://schemas.microsoft.com/office/drawing/2014/main" id="{ADA33E2E-D9C4-39C9-C6F6-34D7D6307CB8}"/>
              </a:ext>
            </a:extLst>
          </p:cNvPr>
          <p:cNvPicPr>
            <a:picLocks noChangeAspect="1"/>
          </p:cNvPicPr>
          <p:nvPr/>
        </p:nvPicPr>
        <p:blipFill>
          <a:blip r:embed="rId158">
            <a:extLst>
              <a:ext uri="{96DAC541-7B7A-43D3-8B79-37D633B846F1}">
                <asvg:svgBlip xmlns:asvg="http://schemas.microsoft.com/office/drawing/2016/SVG/main" r:embed="rId159"/>
              </a:ext>
            </a:extLst>
          </a:blip>
          <a:stretch>
            <a:fillRect/>
          </a:stretch>
        </p:blipFill>
        <p:spPr>
          <a:xfrm>
            <a:off x="4631437" y="5922190"/>
            <a:ext cx="274320" cy="274320"/>
          </a:xfrm>
          <a:prstGeom prst="rect">
            <a:avLst/>
          </a:prstGeom>
        </p:spPr>
      </p:pic>
      <p:pic>
        <p:nvPicPr>
          <p:cNvPr id="389" name="Graphic 388" descr="education icon">
            <a:extLst>
              <a:ext uri="{FF2B5EF4-FFF2-40B4-BE49-F238E27FC236}">
                <a16:creationId xmlns:a16="http://schemas.microsoft.com/office/drawing/2014/main" id="{8A34C06E-8A7E-A511-3184-B7884AA05F9D}"/>
              </a:ext>
            </a:extLst>
          </p:cNvPr>
          <p:cNvPicPr>
            <a:picLocks noChangeAspect="1"/>
          </p:cNvPicPr>
          <p:nvPr/>
        </p:nvPicPr>
        <p:blipFill>
          <a:blip r:embed="rId160">
            <a:extLst>
              <a:ext uri="{96DAC541-7B7A-43D3-8B79-37D633B846F1}">
                <asvg:svgBlip xmlns:asvg="http://schemas.microsoft.com/office/drawing/2016/SVG/main" r:embed="rId161"/>
              </a:ext>
            </a:extLst>
          </a:blip>
          <a:stretch>
            <a:fillRect/>
          </a:stretch>
        </p:blipFill>
        <p:spPr>
          <a:xfrm>
            <a:off x="4989023" y="5922190"/>
            <a:ext cx="274320" cy="274320"/>
          </a:xfrm>
          <a:prstGeom prst="rect">
            <a:avLst/>
          </a:prstGeom>
        </p:spPr>
      </p:pic>
      <p:sp>
        <p:nvSpPr>
          <p:cNvPr id="390" name="TextBox 389">
            <a:extLst>
              <a:ext uri="{FF2B5EF4-FFF2-40B4-BE49-F238E27FC236}">
                <a16:creationId xmlns:a16="http://schemas.microsoft.com/office/drawing/2014/main" id="{23E32B1B-6251-A787-E762-14C9BFC1531D}"/>
              </a:ext>
            </a:extLst>
          </p:cNvPr>
          <p:cNvSpPr txBox="1"/>
          <p:nvPr/>
        </p:nvSpPr>
        <p:spPr>
          <a:xfrm>
            <a:off x="6496341" y="1482078"/>
            <a:ext cx="784189"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Cursors &amp; UI</a:t>
            </a:r>
          </a:p>
        </p:txBody>
      </p:sp>
      <p:pic>
        <p:nvPicPr>
          <p:cNvPr id="391" name="Graphic 390" descr="touch icon">
            <a:extLst>
              <a:ext uri="{FF2B5EF4-FFF2-40B4-BE49-F238E27FC236}">
                <a16:creationId xmlns:a16="http://schemas.microsoft.com/office/drawing/2014/main" id="{F999AEA2-4BDF-B066-E78B-BF82C3097C90}"/>
              </a:ext>
            </a:extLst>
          </p:cNvPr>
          <p:cNvPicPr>
            <a:picLocks noChangeAspect="1"/>
          </p:cNvPicPr>
          <p:nvPr/>
        </p:nvPicPr>
        <p:blipFill>
          <a:blip r:embed="rId162">
            <a:extLst>
              <a:ext uri="{96DAC541-7B7A-43D3-8B79-37D633B846F1}">
                <asvg:svgBlip xmlns:asvg="http://schemas.microsoft.com/office/drawing/2016/SVG/main" r:embed="rId163"/>
              </a:ext>
            </a:extLst>
          </a:blip>
          <a:stretch>
            <a:fillRect/>
          </a:stretch>
        </p:blipFill>
        <p:spPr>
          <a:xfrm>
            <a:off x="7640941" y="1482078"/>
            <a:ext cx="274320" cy="274320"/>
          </a:xfrm>
          <a:prstGeom prst="rect">
            <a:avLst/>
          </a:prstGeom>
        </p:spPr>
      </p:pic>
      <p:pic>
        <p:nvPicPr>
          <p:cNvPr id="392" name="Graphic 391" descr="hand icon">
            <a:extLst>
              <a:ext uri="{FF2B5EF4-FFF2-40B4-BE49-F238E27FC236}">
                <a16:creationId xmlns:a16="http://schemas.microsoft.com/office/drawing/2014/main" id="{CB0988A1-354D-BDB3-A523-8F862BDE9EC2}"/>
              </a:ext>
            </a:extLst>
          </p:cNvPr>
          <p:cNvPicPr>
            <a:picLocks noChangeAspect="1"/>
          </p:cNvPicPr>
          <p:nvPr/>
        </p:nvPicPr>
        <p:blipFill>
          <a:blip r:embed="rId164">
            <a:extLst>
              <a:ext uri="{96DAC541-7B7A-43D3-8B79-37D633B846F1}">
                <asvg:svgBlip xmlns:asvg="http://schemas.microsoft.com/office/drawing/2016/SVG/main" r:embed="rId165"/>
              </a:ext>
            </a:extLst>
          </a:blip>
          <a:stretch>
            <a:fillRect/>
          </a:stretch>
        </p:blipFill>
        <p:spPr>
          <a:xfrm>
            <a:off x="7992814" y="1482078"/>
            <a:ext cx="274320" cy="274320"/>
          </a:xfrm>
          <a:prstGeom prst="rect">
            <a:avLst/>
          </a:prstGeom>
        </p:spPr>
      </p:pic>
      <p:pic>
        <p:nvPicPr>
          <p:cNvPr id="393" name="Graphic 392" descr="cursor icon">
            <a:extLst>
              <a:ext uri="{FF2B5EF4-FFF2-40B4-BE49-F238E27FC236}">
                <a16:creationId xmlns:a16="http://schemas.microsoft.com/office/drawing/2014/main" id="{23E58A2D-184E-85A3-AE19-0451809B7164}"/>
              </a:ext>
            </a:extLst>
          </p:cNvPr>
          <p:cNvPicPr>
            <a:picLocks noChangeAspect="1"/>
          </p:cNvPicPr>
          <p:nvPr/>
        </p:nvPicPr>
        <p:blipFill>
          <a:blip r:embed="rId166">
            <a:extLst>
              <a:ext uri="{96DAC541-7B7A-43D3-8B79-37D633B846F1}">
                <asvg:svgBlip xmlns:asvg="http://schemas.microsoft.com/office/drawing/2016/SVG/main" r:embed="rId167"/>
              </a:ext>
            </a:extLst>
          </a:blip>
          <a:stretch>
            <a:fillRect/>
          </a:stretch>
        </p:blipFill>
        <p:spPr>
          <a:xfrm>
            <a:off x="8344687" y="1482078"/>
            <a:ext cx="274320" cy="274320"/>
          </a:xfrm>
          <a:prstGeom prst="rect">
            <a:avLst/>
          </a:prstGeom>
        </p:spPr>
      </p:pic>
      <p:pic>
        <p:nvPicPr>
          <p:cNvPr id="394" name="Graphic 393" descr="layout icon">
            <a:extLst>
              <a:ext uri="{FF2B5EF4-FFF2-40B4-BE49-F238E27FC236}">
                <a16:creationId xmlns:a16="http://schemas.microsoft.com/office/drawing/2014/main" id="{A59E5973-969D-AD8F-F0B1-A440B7307C39}"/>
              </a:ext>
            </a:extLst>
          </p:cNvPr>
          <p:cNvPicPr>
            <a:picLocks noChangeAspect="1"/>
          </p:cNvPicPr>
          <p:nvPr/>
        </p:nvPicPr>
        <p:blipFill>
          <a:blip r:embed="rId168">
            <a:extLst>
              <a:ext uri="{96DAC541-7B7A-43D3-8B79-37D633B846F1}">
                <asvg:svgBlip xmlns:asvg="http://schemas.microsoft.com/office/drawing/2016/SVG/main" r:embed="rId169"/>
              </a:ext>
            </a:extLst>
          </a:blip>
          <a:stretch>
            <a:fillRect/>
          </a:stretch>
        </p:blipFill>
        <p:spPr>
          <a:xfrm>
            <a:off x="8696560" y="1482078"/>
            <a:ext cx="274320" cy="274320"/>
          </a:xfrm>
          <a:prstGeom prst="rect">
            <a:avLst/>
          </a:prstGeom>
        </p:spPr>
      </p:pic>
      <p:sp>
        <p:nvSpPr>
          <p:cNvPr id="395" name="TextBox 394">
            <a:extLst>
              <a:ext uri="{FF2B5EF4-FFF2-40B4-BE49-F238E27FC236}">
                <a16:creationId xmlns:a16="http://schemas.microsoft.com/office/drawing/2014/main" id="{87DCF7B7-A6C7-09D1-3E42-72CDB93DCDBF}"/>
              </a:ext>
            </a:extLst>
          </p:cNvPr>
          <p:cNvSpPr txBox="1"/>
          <p:nvPr/>
        </p:nvSpPr>
        <p:spPr>
          <a:xfrm>
            <a:off x="6496341" y="1988604"/>
            <a:ext cx="558166"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Devices</a:t>
            </a:r>
          </a:p>
        </p:txBody>
      </p:sp>
      <p:pic>
        <p:nvPicPr>
          <p:cNvPr id="396" name="Graphic 395" descr="phone icon">
            <a:extLst>
              <a:ext uri="{FF2B5EF4-FFF2-40B4-BE49-F238E27FC236}">
                <a16:creationId xmlns:a16="http://schemas.microsoft.com/office/drawing/2014/main" id="{CD9C7FAD-5C3A-4A1D-ACE1-72D3B0215866}"/>
              </a:ext>
            </a:extLst>
          </p:cNvPr>
          <p:cNvPicPr>
            <a:picLocks noChangeAspect="1"/>
          </p:cNvPicPr>
          <p:nvPr/>
        </p:nvPicPr>
        <p:blipFill>
          <a:blip r:embed="rId170">
            <a:extLst>
              <a:ext uri="{96DAC541-7B7A-43D3-8B79-37D633B846F1}">
                <asvg:svgBlip xmlns:asvg="http://schemas.microsoft.com/office/drawing/2016/SVG/main" r:embed="rId171"/>
              </a:ext>
            </a:extLst>
          </a:blip>
          <a:stretch>
            <a:fillRect/>
          </a:stretch>
        </p:blipFill>
        <p:spPr>
          <a:xfrm>
            <a:off x="7640941" y="1988604"/>
            <a:ext cx="274320" cy="274320"/>
          </a:xfrm>
          <a:prstGeom prst="rect">
            <a:avLst/>
          </a:prstGeom>
        </p:spPr>
      </p:pic>
      <p:pic>
        <p:nvPicPr>
          <p:cNvPr id="397" name="Graphic 396" descr="laptop icon">
            <a:extLst>
              <a:ext uri="{FF2B5EF4-FFF2-40B4-BE49-F238E27FC236}">
                <a16:creationId xmlns:a16="http://schemas.microsoft.com/office/drawing/2014/main" id="{68DE72E0-C0B7-1747-3375-6632DFD71D57}"/>
              </a:ext>
            </a:extLst>
          </p:cNvPr>
          <p:cNvPicPr>
            <a:picLocks noChangeAspect="1"/>
          </p:cNvPicPr>
          <p:nvPr/>
        </p:nvPicPr>
        <p:blipFill>
          <a:blip r:embed="rId172">
            <a:extLst>
              <a:ext uri="{96DAC541-7B7A-43D3-8B79-37D633B846F1}">
                <asvg:svgBlip xmlns:asvg="http://schemas.microsoft.com/office/drawing/2016/SVG/main" r:embed="rId173"/>
              </a:ext>
            </a:extLst>
          </a:blip>
          <a:stretch>
            <a:fillRect/>
          </a:stretch>
        </p:blipFill>
        <p:spPr>
          <a:xfrm>
            <a:off x="7992814" y="1988604"/>
            <a:ext cx="274320" cy="274320"/>
          </a:xfrm>
          <a:prstGeom prst="rect">
            <a:avLst/>
          </a:prstGeom>
        </p:spPr>
      </p:pic>
      <p:pic>
        <p:nvPicPr>
          <p:cNvPr id="398" name="Graphic 397" descr="monitor icon">
            <a:extLst>
              <a:ext uri="{FF2B5EF4-FFF2-40B4-BE49-F238E27FC236}">
                <a16:creationId xmlns:a16="http://schemas.microsoft.com/office/drawing/2014/main" id="{205DB5EA-EABC-1285-DD48-D2810039E885}"/>
              </a:ext>
            </a:extLst>
          </p:cNvPr>
          <p:cNvPicPr>
            <a:picLocks noChangeAspect="1"/>
          </p:cNvPicPr>
          <p:nvPr/>
        </p:nvPicPr>
        <p:blipFill>
          <a:blip r:embed="rId174">
            <a:extLst>
              <a:ext uri="{96DAC541-7B7A-43D3-8B79-37D633B846F1}">
                <asvg:svgBlip xmlns:asvg="http://schemas.microsoft.com/office/drawing/2016/SVG/main" r:embed="rId175"/>
              </a:ext>
            </a:extLst>
          </a:blip>
          <a:stretch>
            <a:fillRect/>
          </a:stretch>
        </p:blipFill>
        <p:spPr>
          <a:xfrm>
            <a:off x="8344687" y="1988604"/>
            <a:ext cx="274320" cy="274320"/>
          </a:xfrm>
          <a:prstGeom prst="rect">
            <a:avLst/>
          </a:prstGeom>
        </p:spPr>
      </p:pic>
      <p:pic>
        <p:nvPicPr>
          <p:cNvPr id="399" name="Graphic 398" descr="tablet icon">
            <a:extLst>
              <a:ext uri="{FF2B5EF4-FFF2-40B4-BE49-F238E27FC236}">
                <a16:creationId xmlns:a16="http://schemas.microsoft.com/office/drawing/2014/main" id="{4CA554BD-0A3E-D8BD-201A-A08F30C791CD}"/>
              </a:ext>
            </a:extLst>
          </p:cNvPr>
          <p:cNvPicPr>
            <a:picLocks noChangeAspect="1"/>
          </p:cNvPicPr>
          <p:nvPr/>
        </p:nvPicPr>
        <p:blipFill>
          <a:blip r:embed="rId176">
            <a:extLst>
              <a:ext uri="{96DAC541-7B7A-43D3-8B79-37D633B846F1}">
                <asvg:svgBlip xmlns:asvg="http://schemas.microsoft.com/office/drawing/2016/SVG/main" r:embed="rId177"/>
              </a:ext>
            </a:extLst>
          </a:blip>
          <a:stretch>
            <a:fillRect/>
          </a:stretch>
        </p:blipFill>
        <p:spPr>
          <a:xfrm>
            <a:off x="8696560" y="1988604"/>
            <a:ext cx="274320" cy="274320"/>
          </a:xfrm>
          <a:prstGeom prst="rect">
            <a:avLst/>
          </a:prstGeom>
        </p:spPr>
      </p:pic>
      <p:pic>
        <p:nvPicPr>
          <p:cNvPr id="400" name="Graphic 399" descr="server icon">
            <a:extLst>
              <a:ext uri="{FF2B5EF4-FFF2-40B4-BE49-F238E27FC236}">
                <a16:creationId xmlns:a16="http://schemas.microsoft.com/office/drawing/2014/main" id="{F0B9A918-3FEA-5404-67EC-7E08085F1BAC}"/>
              </a:ext>
            </a:extLst>
          </p:cNvPr>
          <p:cNvPicPr>
            <a:picLocks noChangeAspect="1"/>
          </p:cNvPicPr>
          <p:nvPr/>
        </p:nvPicPr>
        <p:blipFill>
          <a:blip r:embed="rId178">
            <a:extLst>
              <a:ext uri="{96DAC541-7B7A-43D3-8B79-37D633B846F1}">
                <asvg:svgBlip xmlns:asvg="http://schemas.microsoft.com/office/drawing/2016/SVG/main" r:embed="rId179"/>
              </a:ext>
            </a:extLst>
          </a:blip>
          <a:stretch>
            <a:fillRect/>
          </a:stretch>
        </p:blipFill>
        <p:spPr>
          <a:xfrm>
            <a:off x="9048433" y="1988604"/>
            <a:ext cx="274320" cy="274320"/>
          </a:xfrm>
          <a:prstGeom prst="rect">
            <a:avLst/>
          </a:prstGeom>
        </p:spPr>
      </p:pic>
      <p:sp>
        <p:nvSpPr>
          <p:cNvPr id="401" name="TextBox 400">
            <a:extLst>
              <a:ext uri="{FF2B5EF4-FFF2-40B4-BE49-F238E27FC236}">
                <a16:creationId xmlns:a16="http://schemas.microsoft.com/office/drawing/2014/main" id="{0FD49B26-6469-3546-A98F-ECD2B1B66FD6}"/>
              </a:ext>
            </a:extLst>
          </p:cNvPr>
          <p:cNvSpPr txBox="1"/>
          <p:nvPr/>
        </p:nvSpPr>
        <p:spPr>
          <a:xfrm>
            <a:off x="6496341" y="2495129"/>
            <a:ext cx="821059"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Files &amp; Cloud</a:t>
            </a:r>
          </a:p>
        </p:txBody>
      </p:sp>
      <p:pic>
        <p:nvPicPr>
          <p:cNvPr id="402" name="Graphic 401" descr="file icon">
            <a:extLst>
              <a:ext uri="{FF2B5EF4-FFF2-40B4-BE49-F238E27FC236}">
                <a16:creationId xmlns:a16="http://schemas.microsoft.com/office/drawing/2014/main" id="{5CF0E650-1102-EE9F-005D-C09CFB129444}"/>
              </a:ext>
            </a:extLst>
          </p:cNvPr>
          <p:cNvPicPr>
            <a:picLocks noChangeAspect="1"/>
          </p:cNvPicPr>
          <p:nvPr/>
        </p:nvPicPr>
        <p:blipFill>
          <a:blip r:embed="rId180">
            <a:extLst>
              <a:ext uri="{96DAC541-7B7A-43D3-8B79-37D633B846F1}">
                <asvg:svgBlip xmlns:asvg="http://schemas.microsoft.com/office/drawing/2016/SVG/main" r:embed="rId181"/>
              </a:ext>
            </a:extLst>
          </a:blip>
          <a:stretch>
            <a:fillRect/>
          </a:stretch>
        </p:blipFill>
        <p:spPr>
          <a:xfrm>
            <a:off x="7640941" y="2495129"/>
            <a:ext cx="274320" cy="274320"/>
          </a:xfrm>
          <a:prstGeom prst="rect">
            <a:avLst/>
          </a:prstGeom>
        </p:spPr>
      </p:pic>
      <p:pic>
        <p:nvPicPr>
          <p:cNvPr id="403" name="Graphic 402" descr="file alert icon">
            <a:extLst>
              <a:ext uri="{FF2B5EF4-FFF2-40B4-BE49-F238E27FC236}">
                <a16:creationId xmlns:a16="http://schemas.microsoft.com/office/drawing/2014/main" id="{C1353028-FA6F-E542-864B-86C3A7D20F43}"/>
              </a:ext>
            </a:extLst>
          </p:cNvPr>
          <p:cNvPicPr>
            <a:picLocks noChangeAspect="1"/>
          </p:cNvPicPr>
          <p:nvPr/>
        </p:nvPicPr>
        <p:blipFill>
          <a:blip r:embed="rId182">
            <a:extLst>
              <a:ext uri="{96DAC541-7B7A-43D3-8B79-37D633B846F1}">
                <asvg:svgBlip xmlns:asvg="http://schemas.microsoft.com/office/drawing/2016/SVG/main" r:embed="rId183"/>
              </a:ext>
            </a:extLst>
          </a:blip>
          <a:stretch>
            <a:fillRect/>
          </a:stretch>
        </p:blipFill>
        <p:spPr>
          <a:xfrm>
            <a:off x="7992814" y="2495129"/>
            <a:ext cx="274320" cy="274320"/>
          </a:xfrm>
          <a:prstGeom prst="rect">
            <a:avLst/>
          </a:prstGeom>
        </p:spPr>
      </p:pic>
      <p:pic>
        <p:nvPicPr>
          <p:cNvPr id="404" name="Graphic 403" descr="new file icon">
            <a:extLst>
              <a:ext uri="{FF2B5EF4-FFF2-40B4-BE49-F238E27FC236}">
                <a16:creationId xmlns:a16="http://schemas.microsoft.com/office/drawing/2014/main" id="{CA3E2B48-91DF-7784-96F3-DB56D3BD508D}"/>
              </a:ext>
            </a:extLst>
          </p:cNvPr>
          <p:cNvPicPr>
            <a:picLocks noChangeAspect="1"/>
          </p:cNvPicPr>
          <p:nvPr/>
        </p:nvPicPr>
        <p:blipFill>
          <a:blip r:embed="rId184">
            <a:extLst>
              <a:ext uri="{96DAC541-7B7A-43D3-8B79-37D633B846F1}">
                <asvg:svgBlip xmlns:asvg="http://schemas.microsoft.com/office/drawing/2016/SVG/main" r:embed="rId185"/>
              </a:ext>
            </a:extLst>
          </a:blip>
          <a:stretch>
            <a:fillRect/>
          </a:stretch>
        </p:blipFill>
        <p:spPr>
          <a:xfrm>
            <a:off x="8344687" y="2495129"/>
            <a:ext cx="274320" cy="274320"/>
          </a:xfrm>
          <a:prstGeom prst="rect">
            <a:avLst/>
          </a:prstGeom>
        </p:spPr>
      </p:pic>
      <p:pic>
        <p:nvPicPr>
          <p:cNvPr id="405" name="Graphic 404" descr="image file icon">
            <a:extLst>
              <a:ext uri="{FF2B5EF4-FFF2-40B4-BE49-F238E27FC236}">
                <a16:creationId xmlns:a16="http://schemas.microsoft.com/office/drawing/2014/main" id="{0FAE257F-C9E7-A28A-EB56-8456000058F4}"/>
              </a:ext>
            </a:extLst>
          </p:cNvPr>
          <p:cNvPicPr>
            <a:picLocks noChangeAspect="1"/>
          </p:cNvPicPr>
          <p:nvPr/>
        </p:nvPicPr>
        <p:blipFill>
          <a:blip r:embed="rId186">
            <a:extLst>
              <a:ext uri="{96DAC541-7B7A-43D3-8B79-37D633B846F1}">
                <asvg:svgBlip xmlns:asvg="http://schemas.microsoft.com/office/drawing/2016/SVG/main" r:embed="rId187"/>
              </a:ext>
            </a:extLst>
          </a:blip>
          <a:stretch>
            <a:fillRect/>
          </a:stretch>
        </p:blipFill>
        <p:spPr>
          <a:xfrm>
            <a:off x="8696560" y="2495129"/>
            <a:ext cx="274320" cy="274320"/>
          </a:xfrm>
          <a:prstGeom prst="rect">
            <a:avLst/>
          </a:prstGeom>
        </p:spPr>
      </p:pic>
      <p:pic>
        <p:nvPicPr>
          <p:cNvPr id="406" name="Graphic 405" descr="text file icon">
            <a:extLst>
              <a:ext uri="{FF2B5EF4-FFF2-40B4-BE49-F238E27FC236}">
                <a16:creationId xmlns:a16="http://schemas.microsoft.com/office/drawing/2014/main" id="{CA3502C0-C6BD-7E3B-2F57-00F0874BE2F4}"/>
              </a:ext>
            </a:extLst>
          </p:cNvPr>
          <p:cNvPicPr>
            <a:picLocks noChangeAspect="1"/>
          </p:cNvPicPr>
          <p:nvPr/>
        </p:nvPicPr>
        <p:blipFill>
          <a:blip r:embed="rId188">
            <a:extLst>
              <a:ext uri="{96DAC541-7B7A-43D3-8B79-37D633B846F1}">
                <asvg:svgBlip xmlns:asvg="http://schemas.microsoft.com/office/drawing/2016/SVG/main" r:embed="rId189"/>
              </a:ext>
            </a:extLst>
          </a:blip>
          <a:stretch>
            <a:fillRect/>
          </a:stretch>
        </p:blipFill>
        <p:spPr>
          <a:xfrm>
            <a:off x="9048433" y="2495129"/>
            <a:ext cx="274320" cy="274320"/>
          </a:xfrm>
          <a:prstGeom prst="rect">
            <a:avLst/>
          </a:prstGeom>
        </p:spPr>
      </p:pic>
      <p:pic>
        <p:nvPicPr>
          <p:cNvPr id="407" name="Graphic 406" descr="video file icon">
            <a:extLst>
              <a:ext uri="{FF2B5EF4-FFF2-40B4-BE49-F238E27FC236}">
                <a16:creationId xmlns:a16="http://schemas.microsoft.com/office/drawing/2014/main" id="{9486E23A-FE69-EA48-0D30-C257B1E32E94}"/>
              </a:ext>
            </a:extLst>
          </p:cNvPr>
          <p:cNvPicPr>
            <a:picLocks noChangeAspect="1"/>
          </p:cNvPicPr>
          <p:nvPr/>
        </p:nvPicPr>
        <p:blipFill>
          <a:blip r:embed="rId190">
            <a:extLst>
              <a:ext uri="{96DAC541-7B7A-43D3-8B79-37D633B846F1}">
                <asvg:svgBlip xmlns:asvg="http://schemas.microsoft.com/office/drawing/2016/SVG/main" r:embed="rId191"/>
              </a:ext>
            </a:extLst>
          </a:blip>
          <a:stretch>
            <a:fillRect/>
          </a:stretch>
        </p:blipFill>
        <p:spPr>
          <a:xfrm>
            <a:off x="9400306" y="2495129"/>
            <a:ext cx="274320" cy="274320"/>
          </a:xfrm>
          <a:prstGeom prst="rect">
            <a:avLst/>
          </a:prstGeom>
        </p:spPr>
      </p:pic>
      <p:pic>
        <p:nvPicPr>
          <p:cNvPr id="408" name="Graphic 407" descr="zip file icon">
            <a:extLst>
              <a:ext uri="{FF2B5EF4-FFF2-40B4-BE49-F238E27FC236}">
                <a16:creationId xmlns:a16="http://schemas.microsoft.com/office/drawing/2014/main" id="{D3FCF914-346E-8635-10C8-21137C4469D2}"/>
              </a:ext>
            </a:extLst>
          </p:cNvPr>
          <p:cNvPicPr>
            <a:picLocks noChangeAspect="1"/>
          </p:cNvPicPr>
          <p:nvPr/>
        </p:nvPicPr>
        <p:blipFill>
          <a:blip r:embed="rId192">
            <a:extLst>
              <a:ext uri="{96DAC541-7B7A-43D3-8B79-37D633B846F1}">
                <asvg:svgBlip xmlns:asvg="http://schemas.microsoft.com/office/drawing/2016/SVG/main" r:embed="rId193"/>
              </a:ext>
            </a:extLst>
          </a:blip>
          <a:stretch>
            <a:fillRect/>
          </a:stretch>
        </p:blipFill>
        <p:spPr>
          <a:xfrm>
            <a:off x="9752179" y="2495129"/>
            <a:ext cx="274320" cy="274320"/>
          </a:xfrm>
          <a:prstGeom prst="rect">
            <a:avLst/>
          </a:prstGeom>
        </p:spPr>
      </p:pic>
      <p:pic>
        <p:nvPicPr>
          <p:cNvPr id="409" name="Graphic 408" descr="folder icon">
            <a:extLst>
              <a:ext uri="{FF2B5EF4-FFF2-40B4-BE49-F238E27FC236}">
                <a16:creationId xmlns:a16="http://schemas.microsoft.com/office/drawing/2014/main" id="{32696679-6575-8095-1B77-2AAD5BE46BE4}"/>
              </a:ext>
            </a:extLst>
          </p:cNvPr>
          <p:cNvPicPr>
            <a:picLocks noChangeAspect="1"/>
          </p:cNvPicPr>
          <p:nvPr/>
        </p:nvPicPr>
        <p:blipFill>
          <a:blip r:embed="rId194">
            <a:extLst>
              <a:ext uri="{96DAC541-7B7A-43D3-8B79-37D633B846F1}">
                <asvg:svgBlip xmlns:asvg="http://schemas.microsoft.com/office/drawing/2016/SVG/main" r:embed="rId195"/>
              </a:ext>
            </a:extLst>
          </a:blip>
          <a:stretch>
            <a:fillRect/>
          </a:stretch>
        </p:blipFill>
        <p:spPr>
          <a:xfrm>
            <a:off x="10104052" y="2495129"/>
            <a:ext cx="274320" cy="274320"/>
          </a:xfrm>
          <a:prstGeom prst="rect">
            <a:avLst/>
          </a:prstGeom>
        </p:spPr>
      </p:pic>
      <p:pic>
        <p:nvPicPr>
          <p:cNvPr id="410" name="Graphic 409" descr="folder open icon">
            <a:extLst>
              <a:ext uri="{FF2B5EF4-FFF2-40B4-BE49-F238E27FC236}">
                <a16:creationId xmlns:a16="http://schemas.microsoft.com/office/drawing/2014/main" id="{06E5B3C3-9388-5043-E875-21031AE9DBD6}"/>
              </a:ext>
            </a:extLst>
          </p:cNvPr>
          <p:cNvPicPr>
            <a:picLocks noChangeAspect="1"/>
          </p:cNvPicPr>
          <p:nvPr/>
        </p:nvPicPr>
        <p:blipFill>
          <a:blip r:embed="rId196">
            <a:extLst>
              <a:ext uri="{96DAC541-7B7A-43D3-8B79-37D633B846F1}">
                <asvg:svgBlip xmlns:asvg="http://schemas.microsoft.com/office/drawing/2016/SVG/main" r:embed="rId197"/>
              </a:ext>
            </a:extLst>
          </a:blip>
          <a:stretch>
            <a:fillRect/>
          </a:stretch>
        </p:blipFill>
        <p:spPr>
          <a:xfrm>
            <a:off x="10461640" y="2495129"/>
            <a:ext cx="274320" cy="274320"/>
          </a:xfrm>
          <a:prstGeom prst="rect">
            <a:avLst/>
          </a:prstGeom>
        </p:spPr>
      </p:pic>
      <p:pic>
        <p:nvPicPr>
          <p:cNvPr id="411" name="Graphic 410" descr="cloud icon">
            <a:extLst>
              <a:ext uri="{FF2B5EF4-FFF2-40B4-BE49-F238E27FC236}">
                <a16:creationId xmlns:a16="http://schemas.microsoft.com/office/drawing/2014/main" id="{B5CB3972-CB58-B575-6388-F0356AE00ECF}"/>
              </a:ext>
            </a:extLst>
          </p:cNvPr>
          <p:cNvPicPr>
            <a:picLocks noChangeAspect="1"/>
          </p:cNvPicPr>
          <p:nvPr/>
        </p:nvPicPr>
        <p:blipFill>
          <a:blip r:embed="rId198">
            <a:extLst>
              <a:ext uri="{96DAC541-7B7A-43D3-8B79-37D633B846F1}">
                <asvg:svgBlip xmlns:asvg="http://schemas.microsoft.com/office/drawing/2016/SVG/main" r:embed="rId199"/>
              </a:ext>
            </a:extLst>
          </a:blip>
          <a:stretch>
            <a:fillRect/>
          </a:stretch>
        </p:blipFill>
        <p:spPr>
          <a:xfrm>
            <a:off x="7640941" y="2950606"/>
            <a:ext cx="274320" cy="274320"/>
          </a:xfrm>
          <a:prstGeom prst="rect">
            <a:avLst/>
          </a:prstGeom>
        </p:spPr>
      </p:pic>
      <p:pic>
        <p:nvPicPr>
          <p:cNvPr id="412" name="Graphic 411" descr="cloud error icon">
            <a:extLst>
              <a:ext uri="{FF2B5EF4-FFF2-40B4-BE49-F238E27FC236}">
                <a16:creationId xmlns:a16="http://schemas.microsoft.com/office/drawing/2014/main" id="{514E9F91-C9D8-B2A8-3D7B-D469C974AA59}"/>
              </a:ext>
            </a:extLst>
          </p:cNvPr>
          <p:cNvPicPr>
            <a:picLocks noChangeAspect="1"/>
          </p:cNvPicPr>
          <p:nvPr/>
        </p:nvPicPr>
        <p:blipFill>
          <a:blip r:embed="rId200">
            <a:extLst>
              <a:ext uri="{96DAC541-7B7A-43D3-8B79-37D633B846F1}">
                <asvg:svgBlip xmlns:asvg="http://schemas.microsoft.com/office/drawing/2016/SVG/main" r:embed="rId201"/>
              </a:ext>
            </a:extLst>
          </a:blip>
          <a:stretch>
            <a:fillRect/>
          </a:stretch>
        </p:blipFill>
        <p:spPr>
          <a:xfrm>
            <a:off x="7992814" y="2950606"/>
            <a:ext cx="274320" cy="274320"/>
          </a:xfrm>
          <a:prstGeom prst="rect">
            <a:avLst/>
          </a:prstGeom>
        </p:spPr>
      </p:pic>
      <p:pic>
        <p:nvPicPr>
          <p:cNvPr id="413" name="Graphic 412" descr="cloud info icon">
            <a:extLst>
              <a:ext uri="{FF2B5EF4-FFF2-40B4-BE49-F238E27FC236}">
                <a16:creationId xmlns:a16="http://schemas.microsoft.com/office/drawing/2014/main" id="{5B0AAA58-5C59-E58F-CFCC-331092728CDA}"/>
              </a:ext>
            </a:extLst>
          </p:cNvPr>
          <p:cNvPicPr>
            <a:picLocks noChangeAspect="1"/>
          </p:cNvPicPr>
          <p:nvPr/>
        </p:nvPicPr>
        <p:blipFill>
          <a:blip r:embed="rId202">
            <a:extLst>
              <a:ext uri="{96DAC541-7B7A-43D3-8B79-37D633B846F1}">
                <asvg:svgBlip xmlns:asvg="http://schemas.microsoft.com/office/drawing/2016/SVG/main" r:embed="rId203"/>
              </a:ext>
            </a:extLst>
          </a:blip>
          <a:stretch>
            <a:fillRect/>
          </a:stretch>
        </p:blipFill>
        <p:spPr>
          <a:xfrm>
            <a:off x="8344687" y="2950606"/>
            <a:ext cx="274320" cy="274320"/>
          </a:xfrm>
          <a:prstGeom prst="rect">
            <a:avLst/>
          </a:prstGeom>
        </p:spPr>
      </p:pic>
      <p:pic>
        <p:nvPicPr>
          <p:cNvPr id="414" name="Graphic 413" descr="cloud upload icon">
            <a:extLst>
              <a:ext uri="{FF2B5EF4-FFF2-40B4-BE49-F238E27FC236}">
                <a16:creationId xmlns:a16="http://schemas.microsoft.com/office/drawing/2014/main" id="{F14CB486-764B-019D-768B-B692A22AB909}"/>
              </a:ext>
            </a:extLst>
          </p:cNvPr>
          <p:cNvPicPr>
            <a:picLocks noChangeAspect="1"/>
          </p:cNvPicPr>
          <p:nvPr/>
        </p:nvPicPr>
        <p:blipFill>
          <a:blip r:embed="rId204">
            <a:extLst>
              <a:ext uri="{96DAC541-7B7A-43D3-8B79-37D633B846F1}">
                <asvg:svgBlip xmlns:asvg="http://schemas.microsoft.com/office/drawing/2016/SVG/main" r:embed="rId205"/>
              </a:ext>
            </a:extLst>
          </a:blip>
          <a:stretch>
            <a:fillRect/>
          </a:stretch>
        </p:blipFill>
        <p:spPr>
          <a:xfrm>
            <a:off x="8696560" y="2950606"/>
            <a:ext cx="274320" cy="274320"/>
          </a:xfrm>
          <a:prstGeom prst="rect">
            <a:avLst/>
          </a:prstGeom>
        </p:spPr>
      </p:pic>
      <p:pic>
        <p:nvPicPr>
          <p:cNvPr id="415" name="Graphic 414" descr="upload icon">
            <a:extLst>
              <a:ext uri="{FF2B5EF4-FFF2-40B4-BE49-F238E27FC236}">
                <a16:creationId xmlns:a16="http://schemas.microsoft.com/office/drawing/2014/main" id="{3ACD5FDC-F49B-4E92-EBA5-477DF150A8D4}"/>
              </a:ext>
            </a:extLst>
          </p:cNvPr>
          <p:cNvPicPr>
            <a:picLocks noChangeAspect="1"/>
          </p:cNvPicPr>
          <p:nvPr/>
        </p:nvPicPr>
        <p:blipFill>
          <a:blip r:embed="rId206">
            <a:extLst>
              <a:ext uri="{96DAC541-7B7A-43D3-8B79-37D633B846F1}">
                <asvg:svgBlip xmlns:asvg="http://schemas.microsoft.com/office/drawing/2016/SVG/main" r:embed="rId207"/>
              </a:ext>
            </a:extLst>
          </a:blip>
          <a:stretch>
            <a:fillRect/>
          </a:stretch>
        </p:blipFill>
        <p:spPr>
          <a:xfrm>
            <a:off x="9048433" y="2950606"/>
            <a:ext cx="274320" cy="274320"/>
          </a:xfrm>
          <a:prstGeom prst="rect">
            <a:avLst/>
          </a:prstGeom>
        </p:spPr>
      </p:pic>
      <p:pic>
        <p:nvPicPr>
          <p:cNvPr id="416" name="Graphic 415" descr="download i">
            <a:extLst>
              <a:ext uri="{FF2B5EF4-FFF2-40B4-BE49-F238E27FC236}">
                <a16:creationId xmlns:a16="http://schemas.microsoft.com/office/drawing/2014/main" id="{E3A2D58E-03A5-2AA7-57AC-1CD6EA000E54}"/>
              </a:ext>
            </a:extLst>
          </p:cNvPr>
          <p:cNvPicPr>
            <a:picLocks noChangeAspect="1"/>
          </p:cNvPicPr>
          <p:nvPr/>
        </p:nvPicPr>
        <p:blipFill>
          <a:blip r:embed="rId208">
            <a:extLst>
              <a:ext uri="{96DAC541-7B7A-43D3-8B79-37D633B846F1}">
                <asvg:svgBlip xmlns:asvg="http://schemas.microsoft.com/office/drawing/2016/SVG/main" r:embed="rId209"/>
              </a:ext>
            </a:extLst>
          </a:blip>
          <a:stretch>
            <a:fillRect/>
          </a:stretch>
        </p:blipFill>
        <p:spPr>
          <a:xfrm>
            <a:off x="9400306" y="2950606"/>
            <a:ext cx="274320" cy="274320"/>
          </a:xfrm>
          <a:prstGeom prst="rect">
            <a:avLst/>
          </a:prstGeom>
        </p:spPr>
      </p:pic>
      <p:pic>
        <p:nvPicPr>
          <p:cNvPr id="417" name="Graphic 416" descr="dropzone icon">
            <a:extLst>
              <a:ext uri="{FF2B5EF4-FFF2-40B4-BE49-F238E27FC236}">
                <a16:creationId xmlns:a16="http://schemas.microsoft.com/office/drawing/2014/main" id="{69F24AFD-BD91-7267-4F8B-F7EFB1C9A4A4}"/>
              </a:ext>
            </a:extLst>
          </p:cNvPr>
          <p:cNvPicPr>
            <a:picLocks noChangeAspect="1"/>
          </p:cNvPicPr>
          <p:nvPr/>
        </p:nvPicPr>
        <p:blipFill>
          <a:blip r:embed="rId210">
            <a:extLst>
              <a:ext uri="{96DAC541-7B7A-43D3-8B79-37D633B846F1}">
                <asvg:svgBlip xmlns:asvg="http://schemas.microsoft.com/office/drawing/2016/SVG/main" r:embed="rId211"/>
              </a:ext>
            </a:extLst>
          </a:blip>
          <a:stretch>
            <a:fillRect/>
          </a:stretch>
        </p:blipFill>
        <p:spPr>
          <a:xfrm>
            <a:off x="9752179" y="2950606"/>
            <a:ext cx="274320" cy="274320"/>
          </a:xfrm>
          <a:prstGeom prst="rect">
            <a:avLst/>
          </a:prstGeom>
        </p:spPr>
      </p:pic>
      <p:pic>
        <p:nvPicPr>
          <p:cNvPr id="418" name="Graphic 417" descr="share icon">
            <a:extLst>
              <a:ext uri="{FF2B5EF4-FFF2-40B4-BE49-F238E27FC236}">
                <a16:creationId xmlns:a16="http://schemas.microsoft.com/office/drawing/2014/main" id="{91607F67-8D2E-10EB-65B5-95AB865AA308}"/>
              </a:ext>
            </a:extLst>
          </p:cNvPr>
          <p:cNvPicPr>
            <a:picLocks noChangeAspect="1"/>
          </p:cNvPicPr>
          <p:nvPr/>
        </p:nvPicPr>
        <p:blipFill>
          <a:blip r:embed="rId212">
            <a:extLst>
              <a:ext uri="{96DAC541-7B7A-43D3-8B79-37D633B846F1}">
                <asvg:svgBlip xmlns:asvg="http://schemas.microsoft.com/office/drawing/2016/SVG/main" r:embed="rId213"/>
              </a:ext>
            </a:extLst>
          </a:blip>
          <a:stretch>
            <a:fillRect/>
          </a:stretch>
        </p:blipFill>
        <p:spPr>
          <a:xfrm>
            <a:off x="10104052" y="2950606"/>
            <a:ext cx="274320" cy="274320"/>
          </a:xfrm>
          <a:prstGeom prst="rect">
            <a:avLst/>
          </a:prstGeom>
        </p:spPr>
      </p:pic>
      <p:pic>
        <p:nvPicPr>
          <p:cNvPr id="419" name="Graphic 418" descr="database icon">
            <a:extLst>
              <a:ext uri="{FF2B5EF4-FFF2-40B4-BE49-F238E27FC236}">
                <a16:creationId xmlns:a16="http://schemas.microsoft.com/office/drawing/2014/main" id="{445958E5-2A40-06E9-D26C-8A7FC37CE0EC}"/>
              </a:ext>
            </a:extLst>
          </p:cNvPr>
          <p:cNvPicPr>
            <a:picLocks noChangeAspect="1"/>
          </p:cNvPicPr>
          <p:nvPr/>
        </p:nvPicPr>
        <p:blipFill>
          <a:blip r:embed="rId214">
            <a:extLst>
              <a:ext uri="{96DAC541-7B7A-43D3-8B79-37D633B846F1}">
                <asvg:svgBlip xmlns:asvg="http://schemas.microsoft.com/office/drawing/2016/SVG/main" r:embed="rId215"/>
              </a:ext>
            </a:extLst>
          </a:blip>
          <a:stretch>
            <a:fillRect/>
          </a:stretch>
        </p:blipFill>
        <p:spPr>
          <a:xfrm>
            <a:off x="10461640" y="2950606"/>
            <a:ext cx="274320" cy="274320"/>
          </a:xfrm>
          <a:prstGeom prst="rect">
            <a:avLst/>
          </a:prstGeom>
        </p:spPr>
      </p:pic>
      <p:sp>
        <p:nvSpPr>
          <p:cNvPr id="420" name="TextBox 419">
            <a:extLst>
              <a:ext uri="{FF2B5EF4-FFF2-40B4-BE49-F238E27FC236}">
                <a16:creationId xmlns:a16="http://schemas.microsoft.com/office/drawing/2014/main" id="{7A09404A-3A14-6E67-C509-2CB8163256B9}"/>
              </a:ext>
            </a:extLst>
          </p:cNvPr>
          <p:cNvSpPr txBox="1"/>
          <p:nvPr/>
        </p:nvSpPr>
        <p:spPr>
          <a:xfrm>
            <a:off x="6496341" y="3457132"/>
            <a:ext cx="716863"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Generative</a:t>
            </a:r>
          </a:p>
        </p:txBody>
      </p:sp>
      <p:pic>
        <p:nvPicPr>
          <p:cNvPr id="421" name="Graphic 420" descr="generate icon">
            <a:extLst>
              <a:ext uri="{FF2B5EF4-FFF2-40B4-BE49-F238E27FC236}">
                <a16:creationId xmlns:a16="http://schemas.microsoft.com/office/drawing/2014/main" id="{534D15F2-1086-24B8-C481-736133E88EF2}"/>
              </a:ext>
            </a:extLst>
          </p:cNvPr>
          <p:cNvPicPr>
            <a:picLocks noChangeAspect="1"/>
          </p:cNvPicPr>
          <p:nvPr/>
        </p:nvPicPr>
        <p:blipFill>
          <a:blip r:embed="rId216">
            <a:extLst>
              <a:ext uri="{96DAC541-7B7A-43D3-8B79-37D633B846F1}">
                <asvg:svgBlip xmlns:asvg="http://schemas.microsoft.com/office/drawing/2016/SVG/main" r:embed="rId217"/>
              </a:ext>
            </a:extLst>
          </a:blip>
          <a:stretch>
            <a:fillRect/>
          </a:stretch>
        </p:blipFill>
        <p:spPr>
          <a:xfrm>
            <a:off x="7640941" y="3457132"/>
            <a:ext cx="274320" cy="274320"/>
          </a:xfrm>
          <a:prstGeom prst="rect">
            <a:avLst/>
          </a:prstGeom>
        </p:spPr>
      </p:pic>
      <p:pic>
        <p:nvPicPr>
          <p:cNvPr id="422" name="Graphic 421" descr="prompt icon">
            <a:extLst>
              <a:ext uri="{FF2B5EF4-FFF2-40B4-BE49-F238E27FC236}">
                <a16:creationId xmlns:a16="http://schemas.microsoft.com/office/drawing/2014/main" id="{CAA66719-1AF2-F1D5-9D5B-9D4310ADFD7F}"/>
              </a:ext>
            </a:extLst>
          </p:cNvPr>
          <p:cNvPicPr>
            <a:picLocks noChangeAspect="1"/>
          </p:cNvPicPr>
          <p:nvPr/>
        </p:nvPicPr>
        <p:blipFill>
          <a:blip r:embed="rId218">
            <a:extLst>
              <a:ext uri="{96DAC541-7B7A-43D3-8B79-37D633B846F1}">
                <asvg:svgBlip xmlns:asvg="http://schemas.microsoft.com/office/drawing/2016/SVG/main" r:embed="rId219"/>
              </a:ext>
            </a:extLst>
          </a:blip>
          <a:stretch>
            <a:fillRect/>
          </a:stretch>
        </p:blipFill>
        <p:spPr>
          <a:xfrm>
            <a:off x="7992814" y="3457132"/>
            <a:ext cx="274320" cy="274320"/>
          </a:xfrm>
          <a:prstGeom prst="rect">
            <a:avLst/>
          </a:prstGeom>
        </p:spPr>
      </p:pic>
      <p:pic>
        <p:nvPicPr>
          <p:cNvPr id="423" name="Graphic 422" descr="generative speech icon">
            <a:extLst>
              <a:ext uri="{FF2B5EF4-FFF2-40B4-BE49-F238E27FC236}">
                <a16:creationId xmlns:a16="http://schemas.microsoft.com/office/drawing/2014/main" id="{1AC4833F-ECE3-29DB-B688-4E781CCF82CE}"/>
              </a:ext>
            </a:extLst>
          </p:cNvPr>
          <p:cNvPicPr>
            <a:picLocks noChangeAspect="1"/>
          </p:cNvPicPr>
          <p:nvPr/>
        </p:nvPicPr>
        <p:blipFill>
          <a:blip r:embed="rId220">
            <a:extLst>
              <a:ext uri="{96DAC541-7B7A-43D3-8B79-37D633B846F1}">
                <asvg:svgBlip xmlns:asvg="http://schemas.microsoft.com/office/drawing/2016/SVG/main" r:embed="rId221"/>
              </a:ext>
            </a:extLst>
          </a:blip>
          <a:stretch>
            <a:fillRect/>
          </a:stretch>
        </p:blipFill>
        <p:spPr>
          <a:xfrm>
            <a:off x="8344687" y="3457132"/>
            <a:ext cx="274320" cy="274320"/>
          </a:xfrm>
          <a:prstGeom prst="rect">
            <a:avLst/>
          </a:prstGeom>
        </p:spPr>
      </p:pic>
      <p:pic>
        <p:nvPicPr>
          <p:cNvPr id="424" name="Graphic 423" descr="generative image icon">
            <a:extLst>
              <a:ext uri="{FF2B5EF4-FFF2-40B4-BE49-F238E27FC236}">
                <a16:creationId xmlns:a16="http://schemas.microsoft.com/office/drawing/2014/main" id="{7F66AF20-7C27-699D-AEE5-2B0EE0930F52}"/>
              </a:ext>
            </a:extLst>
          </p:cNvPr>
          <p:cNvPicPr>
            <a:picLocks noChangeAspect="1"/>
          </p:cNvPicPr>
          <p:nvPr/>
        </p:nvPicPr>
        <p:blipFill>
          <a:blip r:embed="rId222">
            <a:extLst>
              <a:ext uri="{96DAC541-7B7A-43D3-8B79-37D633B846F1}">
                <asvg:svgBlip xmlns:asvg="http://schemas.microsoft.com/office/drawing/2016/SVG/main" r:embed="rId223"/>
              </a:ext>
            </a:extLst>
          </a:blip>
          <a:stretch>
            <a:fillRect/>
          </a:stretch>
        </p:blipFill>
        <p:spPr>
          <a:xfrm>
            <a:off x="8696560" y="3457132"/>
            <a:ext cx="274320" cy="274320"/>
          </a:xfrm>
          <a:prstGeom prst="rect">
            <a:avLst/>
          </a:prstGeom>
        </p:spPr>
      </p:pic>
      <p:sp>
        <p:nvSpPr>
          <p:cNvPr id="425" name="TextBox 424">
            <a:extLst>
              <a:ext uri="{FF2B5EF4-FFF2-40B4-BE49-F238E27FC236}">
                <a16:creationId xmlns:a16="http://schemas.microsoft.com/office/drawing/2014/main" id="{927ED52F-F4B9-CB44-E478-76DC29CD368F}"/>
              </a:ext>
            </a:extLst>
          </p:cNvPr>
          <p:cNvSpPr txBox="1"/>
          <p:nvPr/>
        </p:nvSpPr>
        <p:spPr>
          <a:xfrm>
            <a:off x="6496341" y="3963658"/>
            <a:ext cx="957313"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Location &amp; time</a:t>
            </a:r>
          </a:p>
        </p:txBody>
      </p:sp>
      <p:pic>
        <p:nvPicPr>
          <p:cNvPr id="426" name="Graphic 425" descr="clock icon">
            <a:extLst>
              <a:ext uri="{FF2B5EF4-FFF2-40B4-BE49-F238E27FC236}">
                <a16:creationId xmlns:a16="http://schemas.microsoft.com/office/drawing/2014/main" id="{6CC195CB-47EF-5ACD-71A5-0602F250603F}"/>
              </a:ext>
            </a:extLst>
          </p:cNvPr>
          <p:cNvPicPr>
            <a:picLocks noChangeAspect="1"/>
          </p:cNvPicPr>
          <p:nvPr/>
        </p:nvPicPr>
        <p:blipFill>
          <a:blip r:embed="rId224">
            <a:extLst>
              <a:ext uri="{96DAC541-7B7A-43D3-8B79-37D633B846F1}">
                <asvg:svgBlip xmlns:asvg="http://schemas.microsoft.com/office/drawing/2016/SVG/main" r:embed="rId225"/>
              </a:ext>
            </a:extLst>
          </a:blip>
          <a:stretch>
            <a:fillRect/>
          </a:stretch>
        </p:blipFill>
        <p:spPr>
          <a:xfrm>
            <a:off x="7640941" y="3963658"/>
            <a:ext cx="274320" cy="274320"/>
          </a:xfrm>
          <a:prstGeom prst="rect">
            <a:avLst/>
          </a:prstGeom>
        </p:spPr>
      </p:pic>
      <p:pic>
        <p:nvPicPr>
          <p:cNvPr id="427" name="Graphic 426" descr="stopwatch icon">
            <a:extLst>
              <a:ext uri="{FF2B5EF4-FFF2-40B4-BE49-F238E27FC236}">
                <a16:creationId xmlns:a16="http://schemas.microsoft.com/office/drawing/2014/main" id="{BE79920A-7C8E-E4F9-828B-1A79F5542DE0}"/>
              </a:ext>
            </a:extLst>
          </p:cNvPr>
          <p:cNvPicPr>
            <a:picLocks noChangeAspect="1"/>
          </p:cNvPicPr>
          <p:nvPr/>
        </p:nvPicPr>
        <p:blipFill>
          <a:blip r:embed="rId226">
            <a:extLst>
              <a:ext uri="{96DAC541-7B7A-43D3-8B79-37D633B846F1}">
                <asvg:svgBlip xmlns:asvg="http://schemas.microsoft.com/office/drawing/2016/SVG/main" r:embed="rId227"/>
              </a:ext>
            </a:extLst>
          </a:blip>
          <a:stretch>
            <a:fillRect/>
          </a:stretch>
        </p:blipFill>
        <p:spPr>
          <a:xfrm>
            <a:off x="7992814" y="3963658"/>
            <a:ext cx="274320" cy="274320"/>
          </a:xfrm>
          <a:prstGeom prst="rect">
            <a:avLst/>
          </a:prstGeom>
        </p:spPr>
      </p:pic>
      <p:pic>
        <p:nvPicPr>
          <p:cNvPr id="428" name="Graphic 427" descr="calendar icon">
            <a:extLst>
              <a:ext uri="{FF2B5EF4-FFF2-40B4-BE49-F238E27FC236}">
                <a16:creationId xmlns:a16="http://schemas.microsoft.com/office/drawing/2014/main" id="{CE11CEED-67BA-7660-E4BC-230856515F48}"/>
              </a:ext>
            </a:extLst>
          </p:cNvPr>
          <p:cNvPicPr>
            <a:picLocks noChangeAspect="1"/>
          </p:cNvPicPr>
          <p:nvPr/>
        </p:nvPicPr>
        <p:blipFill>
          <a:blip r:embed="rId228">
            <a:extLst>
              <a:ext uri="{96DAC541-7B7A-43D3-8B79-37D633B846F1}">
                <asvg:svgBlip xmlns:asvg="http://schemas.microsoft.com/office/drawing/2016/SVG/main" r:embed="rId229"/>
              </a:ext>
            </a:extLst>
          </a:blip>
          <a:stretch>
            <a:fillRect/>
          </a:stretch>
        </p:blipFill>
        <p:spPr>
          <a:xfrm>
            <a:off x="8344687" y="3963658"/>
            <a:ext cx="274320" cy="274320"/>
          </a:xfrm>
          <a:prstGeom prst="rect">
            <a:avLst/>
          </a:prstGeom>
        </p:spPr>
      </p:pic>
      <p:pic>
        <p:nvPicPr>
          <p:cNvPr id="429" name="Graphic 428" descr="location icon">
            <a:extLst>
              <a:ext uri="{FF2B5EF4-FFF2-40B4-BE49-F238E27FC236}">
                <a16:creationId xmlns:a16="http://schemas.microsoft.com/office/drawing/2014/main" id="{01B3BDD9-6C5F-DCD2-E9E8-A004BC63FDD2}"/>
              </a:ext>
            </a:extLst>
          </p:cNvPr>
          <p:cNvPicPr>
            <a:picLocks noChangeAspect="1"/>
          </p:cNvPicPr>
          <p:nvPr/>
        </p:nvPicPr>
        <p:blipFill>
          <a:blip r:embed="rId230">
            <a:extLst>
              <a:ext uri="{96DAC541-7B7A-43D3-8B79-37D633B846F1}">
                <asvg:svgBlip xmlns:asvg="http://schemas.microsoft.com/office/drawing/2016/SVG/main" r:embed="rId231"/>
              </a:ext>
            </a:extLst>
          </a:blip>
          <a:stretch>
            <a:fillRect/>
          </a:stretch>
        </p:blipFill>
        <p:spPr>
          <a:xfrm>
            <a:off x="8696560" y="3963658"/>
            <a:ext cx="274320" cy="274320"/>
          </a:xfrm>
          <a:prstGeom prst="rect">
            <a:avLst/>
          </a:prstGeom>
        </p:spPr>
      </p:pic>
      <p:pic>
        <p:nvPicPr>
          <p:cNvPr id="430" name="Graphic 429" descr="home icon">
            <a:extLst>
              <a:ext uri="{FF2B5EF4-FFF2-40B4-BE49-F238E27FC236}">
                <a16:creationId xmlns:a16="http://schemas.microsoft.com/office/drawing/2014/main" id="{6CF6EEE8-6E09-2092-376C-076609135056}"/>
              </a:ext>
            </a:extLst>
          </p:cNvPr>
          <p:cNvPicPr>
            <a:picLocks noChangeAspect="1"/>
          </p:cNvPicPr>
          <p:nvPr/>
        </p:nvPicPr>
        <p:blipFill>
          <a:blip r:embed="rId232">
            <a:extLst>
              <a:ext uri="{96DAC541-7B7A-43D3-8B79-37D633B846F1}">
                <asvg:svgBlip xmlns:asvg="http://schemas.microsoft.com/office/drawing/2016/SVG/main" r:embed="rId233"/>
              </a:ext>
            </a:extLst>
          </a:blip>
          <a:stretch>
            <a:fillRect/>
          </a:stretch>
        </p:blipFill>
        <p:spPr>
          <a:xfrm>
            <a:off x="9048433" y="3963658"/>
            <a:ext cx="274320" cy="274320"/>
          </a:xfrm>
          <a:prstGeom prst="rect">
            <a:avLst/>
          </a:prstGeom>
        </p:spPr>
      </p:pic>
      <p:pic>
        <p:nvPicPr>
          <p:cNvPr id="431" name="Graphic 430" descr="enterprise icon">
            <a:extLst>
              <a:ext uri="{FF2B5EF4-FFF2-40B4-BE49-F238E27FC236}">
                <a16:creationId xmlns:a16="http://schemas.microsoft.com/office/drawing/2014/main" id="{1C04A07B-3B83-BDF0-8833-9B2562F61AFF}"/>
              </a:ext>
            </a:extLst>
          </p:cNvPr>
          <p:cNvPicPr>
            <a:picLocks noChangeAspect="1"/>
          </p:cNvPicPr>
          <p:nvPr/>
        </p:nvPicPr>
        <p:blipFill>
          <a:blip r:embed="rId234">
            <a:extLst>
              <a:ext uri="{96DAC541-7B7A-43D3-8B79-37D633B846F1}">
                <asvg:svgBlip xmlns:asvg="http://schemas.microsoft.com/office/drawing/2016/SVG/main" r:embed="rId235"/>
              </a:ext>
            </a:extLst>
          </a:blip>
          <a:stretch>
            <a:fillRect/>
          </a:stretch>
        </p:blipFill>
        <p:spPr>
          <a:xfrm>
            <a:off x="9400306" y="3963658"/>
            <a:ext cx="274320" cy="274320"/>
          </a:xfrm>
          <a:prstGeom prst="rect">
            <a:avLst/>
          </a:prstGeom>
        </p:spPr>
      </p:pic>
      <p:pic>
        <p:nvPicPr>
          <p:cNvPr id="432" name="Graphic 431" descr="small business icon">
            <a:extLst>
              <a:ext uri="{FF2B5EF4-FFF2-40B4-BE49-F238E27FC236}">
                <a16:creationId xmlns:a16="http://schemas.microsoft.com/office/drawing/2014/main" id="{1A40A08D-B204-B74D-AC7D-6AD570C9BA5E}"/>
              </a:ext>
            </a:extLst>
          </p:cNvPr>
          <p:cNvPicPr>
            <a:picLocks noChangeAspect="1"/>
          </p:cNvPicPr>
          <p:nvPr/>
        </p:nvPicPr>
        <p:blipFill>
          <a:blip r:embed="rId236">
            <a:extLst>
              <a:ext uri="{96DAC541-7B7A-43D3-8B79-37D633B846F1}">
                <asvg:svgBlip xmlns:asvg="http://schemas.microsoft.com/office/drawing/2016/SVG/main" r:embed="rId237"/>
              </a:ext>
            </a:extLst>
          </a:blip>
          <a:stretch>
            <a:fillRect/>
          </a:stretch>
        </p:blipFill>
        <p:spPr>
          <a:xfrm>
            <a:off x="9752179" y="3963658"/>
            <a:ext cx="274320" cy="274320"/>
          </a:xfrm>
          <a:prstGeom prst="rect">
            <a:avLst/>
          </a:prstGeom>
        </p:spPr>
      </p:pic>
      <p:pic>
        <p:nvPicPr>
          <p:cNvPr id="433" name="Graphic 432" descr="earth icon">
            <a:extLst>
              <a:ext uri="{FF2B5EF4-FFF2-40B4-BE49-F238E27FC236}">
                <a16:creationId xmlns:a16="http://schemas.microsoft.com/office/drawing/2014/main" id="{067F67C1-0B23-D267-28F8-A7408F4AB250}"/>
              </a:ext>
            </a:extLst>
          </p:cNvPr>
          <p:cNvPicPr>
            <a:picLocks noChangeAspect="1"/>
          </p:cNvPicPr>
          <p:nvPr/>
        </p:nvPicPr>
        <p:blipFill>
          <a:blip r:embed="rId238">
            <a:extLst>
              <a:ext uri="{96DAC541-7B7A-43D3-8B79-37D633B846F1}">
                <asvg:svgBlip xmlns:asvg="http://schemas.microsoft.com/office/drawing/2016/SVG/main" r:embed="rId239"/>
              </a:ext>
            </a:extLst>
          </a:blip>
          <a:stretch>
            <a:fillRect/>
          </a:stretch>
        </p:blipFill>
        <p:spPr>
          <a:xfrm>
            <a:off x="10104052" y="3963658"/>
            <a:ext cx="274320" cy="274320"/>
          </a:xfrm>
          <a:prstGeom prst="rect">
            <a:avLst/>
          </a:prstGeom>
        </p:spPr>
      </p:pic>
      <p:sp>
        <p:nvSpPr>
          <p:cNvPr id="434" name="TextBox 433">
            <a:extLst>
              <a:ext uri="{FF2B5EF4-FFF2-40B4-BE49-F238E27FC236}">
                <a16:creationId xmlns:a16="http://schemas.microsoft.com/office/drawing/2014/main" id="{DE6129B3-182C-E7A6-9967-9AC2645FC7BB}"/>
              </a:ext>
            </a:extLst>
          </p:cNvPr>
          <p:cNvSpPr txBox="1"/>
          <p:nvPr/>
        </p:nvSpPr>
        <p:spPr>
          <a:xfrm>
            <a:off x="6496341" y="4470184"/>
            <a:ext cx="450764"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Users</a:t>
            </a:r>
          </a:p>
        </p:txBody>
      </p:sp>
      <p:pic>
        <p:nvPicPr>
          <p:cNvPr id="435" name="Graphic 434" descr="user icon">
            <a:extLst>
              <a:ext uri="{FF2B5EF4-FFF2-40B4-BE49-F238E27FC236}">
                <a16:creationId xmlns:a16="http://schemas.microsoft.com/office/drawing/2014/main" id="{1C6FF307-C0D9-CECD-F71E-0F81604B55D9}"/>
              </a:ext>
            </a:extLst>
          </p:cNvPr>
          <p:cNvPicPr>
            <a:picLocks noChangeAspect="1"/>
          </p:cNvPicPr>
          <p:nvPr/>
        </p:nvPicPr>
        <p:blipFill>
          <a:blip r:embed="rId240">
            <a:extLst>
              <a:ext uri="{96DAC541-7B7A-43D3-8B79-37D633B846F1}">
                <asvg:svgBlip xmlns:asvg="http://schemas.microsoft.com/office/drawing/2016/SVG/main" r:embed="rId241"/>
              </a:ext>
            </a:extLst>
          </a:blip>
          <a:stretch>
            <a:fillRect/>
          </a:stretch>
        </p:blipFill>
        <p:spPr>
          <a:xfrm>
            <a:off x="7640941" y="4470184"/>
            <a:ext cx="274320" cy="274320"/>
          </a:xfrm>
          <a:prstGeom prst="rect">
            <a:avLst/>
          </a:prstGeom>
        </p:spPr>
      </p:pic>
      <p:pic>
        <p:nvPicPr>
          <p:cNvPr id="436" name="Graphic 435" descr="two users icon">
            <a:extLst>
              <a:ext uri="{FF2B5EF4-FFF2-40B4-BE49-F238E27FC236}">
                <a16:creationId xmlns:a16="http://schemas.microsoft.com/office/drawing/2014/main" id="{F25333FE-71E8-78BC-1B25-A0AB4D9D5BA7}"/>
              </a:ext>
            </a:extLst>
          </p:cNvPr>
          <p:cNvPicPr>
            <a:picLocks noChangeAspect="1"/>
          </p:cNvPicPr>
          <p:nvPr/>
        </p:nvPicPr>
        <p:blipFill>
          <a:blip r:embed="rId242">
            <a:extLst>
              <a:ext uri="{96DAC541-7B7A-43D3-8B79-37D633B846F1}">
                <asvg:svgBlip xmlns:asvg="http://schemas.microsoft.com/office/drawing/2016/SVG/main" r:embed="rId243"/>
              </a:ext>
            </a:extLst>
          </a:blip>
          <a:stretch>
            <a:fillRect/>
          </a:stretch>
        </p:blipFill>
        <p:spPr>
          <a:xfrm>
            <a:off x="7992814" y="4470184"/>
            <a:ext cx="274320" cy="274320"/>
          </a:xfrm>
          <a:prstGeom prst="rect">
            <a:avLst/>
          </a:prstGeom>
        </p:spPr>
      </p:pic>
      <p:pic>
        <p:nvPicPr>
          <p:cNvPr id="437" name="Graphic 436" descr="team icon">
            <a:extLst>
              <a:ext uri="{FF2B5EF4-FFF2-40B4-BE49-F238E27FC236}">
                <a16:creationId xmlns:a16="http://schemas.microsoft.com/office/drawing/2014/main" id="{A7D3B88C-7003-6DDE-6C7D-5170B7804FA2}"/>
              </a:ext>
            </a:extLst>
          </p:cNvPr>
          <p:cNvPicPr>
            <a:picLocks noChangeAspect="1"/>
          </p:cNvPicPr>
          <p:nvPr/>
        </p:nvPicPr>
        <p:blipFill>
          <a:blip r:embed="rId244">
            <a:extLst>
              <a:ext uri="{96DAC541-7B7A-43D3-8B79-37D633B846F1}">
                <asvg:svgBlip xmlns:asvg="http://schemas.microsoft.com/office/drawing/2016/SVG/main" r:embed="rId245"/>
              </a:ext>
            </a:extLst>
          </a:blip>
          <a:stretch>
            <a:fillRect/>
          </a:stretch>
        </p:blipFill>
        <p:spPr>
          <a:xfrm>
            <a:off x="8344687" y="4470184"/>
            <a:ext cx="274320" cy="274320"/>
          </a:xfrm>
          <a:prstGeom prst="rect">
            <a:avLst/>
          </a:prstGeom>
        </p:spPr>
      </p:pic>
      <p:pic>
        <p:nvPicPr>
          <p:cNvPr id="438" name="Graphic 437" descr="avatar icon">
            <a:extLst>
              <a:ext uri="{FF2B5EF4-FFF2-40B4-BE49-F238E27FC236}">
                <a16:creationId xmlns:a16="http://schemas.microsoft.com/office/drawing/2014/main" id="{60CF3D03-4063-29D4-2441-44ECF7F433BA}"/>
              </a:ext>
            </a:extLst>
          </p:cNvPr>
          <p:cNvPicPr>
            <a:picLocks noChangeAspect="1"/>
          </p:cNvPicPr>
          <p:nvPr/>
        </p:nvPicPr>
        <p:blipFill>
          <a:blip r:embed="rId246">
            <a:extLst>
              <a:ext uri="{96DAC541-7B7A-43D3-8B79-37D633B846F1}">
                <asvg:svgBlip xmlns:asvg="http://schemas.microsoft.com/office/drawing/2016/SVG/main" r:embed="rId247"/>
              </a:ext>
            </a:extLst>
          </a:blip>
          <a:stretch>
            <a:fillRect/>
          </a:stretch>
        </p:blipFill>
        <p:spPr>
          <a:xfrm>
            <a:off x="8696560" y="4470184"/>
            <a:ext cx="274320" cy="274320"/>
          </a:xfrm>
          <a:prstGeom prst="rect">
            <a:avLst/>
          </a:prstGeom>
        </p:spPr>
      </p:pic>
      <p:sp>
        <p:nvSpPr>
          <p:cNvPr id="439" name="TextBox 438">
            <a:extLst>
              <a:ext uri="{FF2B5EF4-FFF2-40B4-BE49-F238E27FC236}">
                <a16:creationId xmlns:a16="http://schemas.microsoft.com/office/drawing/2014/main" id="{E629B5D7-B30D-E869-55E8-E28099FB5BA1}"/>
              </a:ext>
            </a:extLst>
          </p:cNvPr>
          <p:cNvSpPr txBox="1"/>
          <p:nvPr/>
        </p:nvSpPr>
        <p:spPr>
          <a:xfrm>
            <a:off x="6496341" y="4976708"/>
            <a:ext cx="404278" cy="233013"/>
          </a:xfrm>
          <a:prstGeom prst="rect">
            <a:avLst/>
          </a:prstGeom>
          <a:noFill/>
        </p:spPr>
        <p:txBody>
          <a:bodyPr wrap="none" rtlCol="0">
            <a:spAutoFit/>
          </a:bodyPr>
          <a:lstStyle/>
          <a:p>
            <a:pPr algn="l">
              <a:lnSpc>
                <a:spcPct val="110000"/>
              </a:lnSpc>
              <a:spcBef>
                <a:spcPts val="900"/>
              </a:spcBef>
            </a:pPr>
            <a:r>
              <a:rPr lang="en-US" sz="900" b="1">
                <a:solidFill>
                  <a:schemeClr val="bg1"/>
                </a:solidFill>
              </a:rPr>
              <a:t>Web</a:t>
            </a:r>
          </a:p>
        </p:txBody>
      </p:sp>
      <p:pic>
        <p:nvPicPr>
          <p:cNvPr id="440" name="Graphic 439" descr="code icon">
            <a:extLst>
              <a:ext uri="{FF2B5EF4-FFF2-40B4-BE49-F238E27FC236}">
                <a16:creationId xmlns:a16="http://schemas.microsoft.com/office/drawing/2014/main" id="{8D4023B7-8D86-86A0-81E5-97262380143F}"/>
              </a:ext>
            </a:extLst>
          </p:cNvPr>
          <p:cNvPicPr>
            <a:picLocks noChangeAspect="1"/>
          </p:cNvPicPr>
          <p:nvPr/>
        </p:nvPicPr>
        <p:blipFill>
          <a:blip r:embed="rId248">
            <a:extLst>
              <a:ext uri="{96DAC541-7B7A-43D3-8B79-37D633B846F1}">
                <asvg:svgBlip xmlns:asvg="http://schemas.microsoft.com/office/drawing/2016/SVG/main" r:embed="rId249"/>
              </a:ext>
            </a:extLst>
          </a:blip>
          <a:stretch>
            <a:fillRect/>
          </a:stretch>
        </p:blipFill>
        <p:spPr>
          <a:xfrm>
            <a:off x="7640941" y="4976708"/>
            <a:ext cx="274320" cy="274320"/>
          </a:xfrm>
          <a:prstGeom prst="rect">
            <a:avLst/>
          </a:prstGeom>
        </p:spPr>
      </p:pic>
      <p:pic>
        <p:nvPicPr>
          <p:cNvPr id="441" name="Graphic 440" descr="tag icon">
            <a:extLst>
              <a:ext uri="{FF2B5EF4-FFF2-40B4-BE49-F238E27FC236}">
                <a16:creationId xmlns:a16="http://schemas.microsoft.com/office/drawing/2014/main" id="{22BCD141-18A5-CAF3-866A-2F22E3A0DEBB}"/>
              </a:ext>
            </a:extLst>
          </p:cNvPr>
          <p:cNvPicPr>
            <a:picLocks noChangeAspect="1"/>
          </p:cNvPicPr>
          <p:nvPr/>
        </p:nvPicPr>
        <p:blipFill>
          <a:blip r:embed="rId250">
            <a:extLst>
              <a:ext uri="{96DAC541-7B7A-43D3-8B79-37D633B846F1}">
                <asvg:svgBlip xmlns:asvg="http://schemas.microsoft.com/office/drawing/2016/SVG/main" r:embed="rId251"/>
              </a:ext>
            </a:extLst>
          </a:blip>
          <a:stretch>
            <a:fillRect/>
          </a:stretch>
        </p:blipFill>
        <p:spPr>
          <a:xfrm>
            <a:off x="7992814" y="4976708"/>
            <a:ext cx="274320" cy="274320"/>
          </a:xfrm>
          <a:prstGeom prst="rect">
            <a:avLst/>
          </a:prstGeom>
        </p:spPr>
      </p:pic>
      <p:pic>
        <p:nvPicPr>
          <p:cNvPr id="442" name="Graphic 441" descr="page icon">
            <a:extLst>
              <a:ext uri="{FF2B5EF4-FFF2-40B4-BE49-F238E27FC236}">
                <a16:creationId xmlns:a16="http://schemas.microsoft.com/office/drawing/2014/main" id="{6ECD314A-1D6F-D342-98D4-B5E69372A95F}"/>
              </a:ext>
            </a:extLst>
          </p:cNvPr>
          <p:cNvPicPr>
            <a:picLocks noChangeAspect="1"/>
          </p:cNvPicPr>
          <p:nvPr/>
        </p:nvPicPr>
        <p:blipFill>
          <a:blip r:embed="rId252">
            <a:extLst>
              <a:ext uri="{96DAC541-7B7A-43D3-8B79-37D633B846F1}">
                <asvg:svgBlip xmlns:asvg="http://schemas.microsoft.com/office/drawing/2016/SVG/main" r:embed="rId253"/>
              </a:ext>
            </a:extLst>
          </a:blip>
          <a:stretch>
            <a:fillRect/>
          </a:stretch>
        </p:blipFill>
        <p:spPr>
          <a:xfrm>
            <a:off x="8344687" y="4976708"/>
            <a:ext cx="274320" cy="274320"/>
          </a:xfrm>
          <a:prstGeom prst="rect">
            <a:avLst/>
          </a:prstGeom>
        </p:spPr>
      </p:pic>
      <p:pic>
        <p:nvPicPr>
          <p:cNvPr id="443" name="Graphic 442" descr="app icon">
            <a:extLst>
              <a:ext uri="{FF2B5EF4-FFF2-40B4-BE49-F238E27FC236}">
                <a16:creationId xmlns:a16="http://schemas.microsoft.com/office/drawing/2014/main" id="{1D7C857F-467C-78C1-E539-F585919305DB}"/>
              </a:ext>
            </a:extLst>
          </p:cNvPr>
          <p:cNvPicPr>
            <a:picLocks noChangeAspect="1"/>
          </p:cNvPicPr>
          <p:nvPr/>
        </p:nvPicPr>
        <p:blipFill>
          <a:blip r:embed="rId254">
            <a:extLst>
              <a:ext uri="{96DAC541-7B7A-43D3-8B79-37D633B846F1}">
                <asvg:svgBlip xmlns:asvg="http://schemas.microsoft.com/office/drawing/2016/SVG/main" r:embed="rId255"/>
              </a:ext>
            </a:extLst>
          </a:blip>
          <a:stretch>
            <a:fillRect/>
          </a:stretch>
        </p:blipFill>
        <p:spPr>
          <a:xfrm>
            <a:off x="8696560" y="4976708"/>
            <a:ext cx="274320" cy="274320"/>
          </a:xfrm>
          <a:prstGeom prst="rect">
            <a:avLst/>
          </a:prstGeom>
        </p:spPr>
      </p:pic>
      <p:pic>
        <p:nvPicPr>
          <p:cNvPr id="444" name="Graphic 443" descr="wire globe icon">
            <a:extLst>
              <a:ext uri="{FF2B5EF4-FFF2-40B4-BE49-F238E27FC236}">
                <a16:creationId xmlns:a16="http://schemas.microsoft.com/office/drawing/2014/main" id="{0A942F55-F7BB-BD15-20A4-B3F0117C05DD}"/>
              </a:ext>
            </a:extLst>
          </p:cNvPr>
          <p:cNvPicPr>
            <a:picLocks noChangeAspect="1"/>
          </p:cNvPicPr>
          <p:nvPr/>
        </p:nvPicPr>
        <p:blipFill>
          <a:blip r:embed="rId256">
            <a:extLst>
              <a:ext uri="{96DAC541-7B7A-43D3-8B79-37D633B846F1}">
                <asvg:svgBlip xmlns:asvg="http://schemas.microsoft.com/office/drawing/2016/SVG/main" r:embed="rId257"/>
              </a:ext>
            </a:extLst>
          </a:blip>
          <a:stretch>
            <a:fillRect/>
          </a:stretch>
        </p:blipFill>
        <p:spPr>
          <a:xfrm>
            <a:off x="9048433" y="4976708"/>
            <a:ext cx="274320" cy="274320"/>
          </a:xfrm>
          <a:prstGeom prst="rect">
            <a:avLst/>
          </a:prstGeom>
        </p:spPr>
      </p:pic>
      <p:pic>
        <p:nvPicPr>
          <p:cNvPr id="445" name="Graphic 444" descr="link icon">
            <a:extLst>
              <a:ext uri="{FF2B5EF4-FFF2-40B4-BE49-F238E27FC236}">
                <a16:creationId xmlns:a16="http://schemas.microsoft.com/office/drawing/2014/main" id="{D0BD5E67-3FDD-C657-D7BC-EFCD9507C57C}"/>
              </a:ext>
            </a:extLst>
          </p:cNvPr>
          <p:cNvPicPr>
            <a:picLocks noChangeAspect="1"/>
          </p:cNvPicPr>
          <p:nvPr/>
        </p:nvPicPr>
        <p:blipFill>
          <a:blip r:embed="rId258">
            <a:extLst>
              <a:ext uri="{96DAC541-7B7A-43D3-8B79-37D633B846F1}">
                <asvg:svgBlip xmlns:asvg="http://schemas.microsoft.com/office/drawing/2016/SVG/main" r:embed="rId259"/>
              </a:ext>
            </a:extLst>
          </a:blip>
          <a:stretch>
            <a:fillRect/>
          </a:stretch>
        </p:blipFill>
        <p:spPr>
          <a:xfrm>
            <a:off x="9400306" y="4976708"/>
            <a:ext cx="274320" cy="274320"/>
          </a:xfrm>
          <a:prstGeom prst="rect">
            <a:avLst/>
          </a:prstGeom>
        </p:spPr>
      </p:pic>
    </p:spTree>
    <p:extLst>
      <p:ext uri="{BB962C8B-B14F-4D97-AF65-F5344CB8AC3E}">
        <p14:creationId xmlns:p14="http://schemas.microsoft.com/office/powerpoint/2010/main" val="3056219501"/>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5A0ABEA-FFCD-F6EC-E2B3-4345FAB2659A}"/>
              </a:ext>
            </a:extLst>
          </p:cNvPr>
          <p:cNvSpPr>
            <a:spLocks noGrp="1"/>
          </p:cNvSpPr>
          <p:nvPr>
            <p:ph type="title"/>
          </p:nvPr>
        </p:nvSpPr>
        <p:spPr>
          <a:xfrm>
            <a:off x="609600" y="-1360714"/>
            <a:ext cx="10972800" cy="946389"/>
          </a:xfrm>
        </p:spPr>
        <p:txBody>
          <a:bodyPr/>
          <a:lstStyle/>
          <a:p>
            <a:r>
              <a:rPr lang="en-US" dirty="0"/>
              <a:t>Adobe cloud and product icons</a:t>
            </a:r>
          </a:p>
        </p:txBody>
      </p:sp>
      <p:sp>
        <p:nvSpPr>
          <p:cNvPr id="3" name="TextBox 2">
            <a:extLst>
              <a:ext uri="{FF2B5EF4-FFF2-40B4-BE49-F238E27FC236}">
                <a16:creationId xmlns:a16="http://schemas.microsoft.com/office/drawing/2014/main" id="{DE31C5EB-2F44-2006-390A-3B63B3072060}"/>
              </a:ext>
            </a:extLst>
          </p:cNvPr>
          <p:cNvSpPr txBox="1"/>
          <p:nvPr/>
        </p:nvSpPr>
        <p:spPr>
          <a:xfrm>
            <a:off x="693807" y="400165"/>
            <a:ext cx="948959" cy="233013"/>
          </a:xfrm>
          <a:prstGeom prst="rect">
            <a:avLst/>
          </a:prstGeom>
          <a:noFill/>
        </p:spPr>
        <p:txBody>
          <a:bodyPr wrap="square" lIns="0" rtlCol="0">
            <a:spAutoFit/>
          </a:bodyPr>
          <a:lstStyle>
            <a:defPPr>
              <a:defRPr lang="en-US"/>
            </a:defPPr>
            <a:lvl1pPr>
              <a:lnSpc>
                <a:spcPct val="110000"/>
              </a:lnSpc>
              <a:spcBef>
                <a:spcPts val="900"/>
              </a:spcBef>
              <a:defRPr sz="900" b="1"/>
            </a:lvl1pPr>
          </a:lstStyle>
          <a:p>
            <a:r>
              <a:rPr lang="en-US" dirty="0"/>
              <a:t>Corporate</a:t>
            </a:r>
          </a:p>
        </p:txBody>
      </p:sp>
      <p:pic>
        <p:nvPicPr>
          <p:cNvPr id="2" name="Adobe logo" descr="Adobe logo">
            <a:extLst>
              <a:ext uri="{FF2B5EF4-FFF2-40B4-BE49-F238E27FC236}">
                <a16:creationId xmlns:a16="http://schemas.microsoft.com/office/drawing/2014/main" id="{E428DC7F-1CDF-B0A9-FEA0-E78A18ABD9F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316583" y="281672"/>
            <a:ext cx="1558833" cy="376718"/>
          </a:xfrm>
          <a:prstGeom prst="rect">
            <a:avLst/>
          </a:prstGeom>
        </p:spPr>
      </p:pic>
      <p:grpSp>
        <p:nvGrpSpPr>
          <p:cNvPr id="8" name="Cloud Icons" descr="Cloud Icons&#10;">
            <a:extLst>
              <a:ext uri="{FF2B5EF4-FFF2-40B4-BE49-F238E27FC236}">
                <a16:creationId xmlns:a16="http://schemas.microsoft.com/office/drawing/2014/main" id="{40C4A93B-A93F-8D58-367A-6A5C6DD7EAF0}"/>
              </a:ext>
            </a:extLst>
          </p:cNvPr>
          <p:cNvGrpSpPr/>
          <p:nvPr/>
        </p:nvGrpSpPr>
        <p:grpSpPr>
          <a:xfrm>
            <a:off x="609600" y="917348"/>
            <a:ext cx="10972800" cy="786276"/>
            <a:chOff x="609600" y="917348"/>
            <a:chExt cx="10972800" cy="786276"/>
          </a:xfrm>
        </p:grpSpPr>
        <p:sp>
          <p:nvSpPr>
            <p:cNvPr id="21" name="Rectangle highlighting the three product Clouds">
              <a:extLst>
                <a:ext uri="{FF2B5EF4-FFF2-40B4-BE49-F238E27FC236}">
                  <a16:creationId xmlns:a16="http://schemas.microsoft.com/office/drawing/2014/main" id="{E587FCCF-2726-F815-7B97-7CCC887B4D6A}"/>
                </a:ext>
                <a:ext uri="{C183D7F6-B498-43B3-948B-1728B52AA6E4}">
                  <adec:decorative xmlns:adec="http://schemas.microsoft.com/office/drawing/2017/decorative" val="1"/>
                </a:ext>
              </a:extLst>
            </p:cNvPr>
            <p:cNvSpPr/>
            <p:nvPr/>
          </p:nvSpPr>
          <p:spPr>
            <a:xfrm>
              <a:off x="609600" y="917348"/>
              <a:ext cx="10972800" cy="7862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TextBox 28">
              <a:extLst>
                <a:ext uri="{FF2B5EF4-FFF2-40B4-BE49-F238E27FC236}">
                  <a16:creationId xmlns:a16="http://schemas.microsoft.com/office/drawing/2014/main" id="{B4BDCC57-CC5E-6554-2EC3-C3429663C9F5}"/>
                </a:ext>
              </a:extLst>
            </p:cNvPr>
            <p:cNvSpPr txBox="1"/>
            <p:nvPr/>
          </p:nvSpPr>
          <p:spPr>
            <a:xfrm>
              <a:off x="9676190" y="1424343"/>
              <a:ext cx="1813895" cy="233013"/>
            </a:xfrm>
            <a:prstGeom prst="rect">
              <a:avLst/>
            </a:prstGeom>
            <a:noFill/>
          </p:spPr>
          <p:txBody>
            <a:bodyPr wrap="square" rtlCol="0">
              <a:spAutoFit/>
            </a:bodyPr>
            <a:lstStyle/>
            <a:p>
              <a:pPr algn="ctr">
                <a:lnSpc>
                  <a:spcPct val="110000"/>
                </a:lnSpc>
                <a:spcBef>
                  <a:spcPts val="900"/>
                </a:spcBef>
              </a:pPr>
              <a:r>
                <a:rPr lang="en-US" sz="900" b="1" dirty="0">
                  <a:latin typeface="Adobe Clean" panose="020B0503020404020204" pitchFamily="34" charset="0"/>
                </a:rPr>
                <a:t>Adobe Experience Cloud</a:t>
              </a:r>
            </a:p>
          </p:txBody>
        </p:sp>
        <p:pic>
          <p:nvPicPr>
            <p:cNvPr id="25" name="Adobe Experience Cloud icon" descr="Adobe Experience Cloud logo">
              <a:extLst>
                <a:ext uri="{FF2B5EF4-FFF2-40B4-BE49-F238E27FC236}">
                  <a16:creationId xmlns:a16="http://schemas.microsoft.com/office/drawing/2014/main" id="{4F9BA05B-DEBB-4A00-19C0-13814E626DEC}"/>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0354537" y="1021119"/>
              <a:ext cx="457200" cy="444500"/>
            </a:xfrm>
            <a:prstGeom prst="rect">
              <a:avLst/>
            </a:prstGeom>
          </p:spPr>
        </p:pic>
        <p:sp>
          <p:nvSpPr>
            <p:cNvPr id="30" name="TextBox 29">
              <a:extLst>
                <a:ext uri="{FF2B5EF4-FFF2-40B4-BE49-F238E27FC236}">
                  <a16:creationId xmlns:a16="http://schemas.microsoft.com/office/drawing/2014/main" id="{019CC7B4-EC72-F95D-CF16-B72A6CE1321F}"/>
                </a:ext>
              </a:extLst>
            </p:cNvPr>
            <p:cNvSpPr txBox="1"/>
            <p:nvPr/>
          </p:nvSpPr>
          <p:spPr>
            <a:xfrm>
              <a:off x="7417520" y="1424343"/>
              <a:ext cx="1813895" cy="233013"/>
            </a:xfrm>
            <a:prstGeom prst="rect">
              <a:avLst/>
            </a:prstGeom>
            <a:noFill/>
          </p:spPr>
          <p:txBody>
            <a:bodyPr wrap="square" rtlCol="0">
              <a:spAutoFit/>
            </a:bodyPr>
            <a:lstStyle/>
            <a:p>
              <a:pPr algn="ctr">
                <a:lnSpc>
                  <a:spcPct val="110000"/>
                </a:lnSpc>
                <a:spcBef>
                  <a:spcPts val="900"/>
                </a:spcBef>
              </a:pPr>
              <a:r>
                <a:rPr lang="en-US" sz="900" b="1" dirty="0">
                  <a:latin typeface="Adobe Clean" panose="020B0503020404020204" pitchFamily="34" charset="0"/>
                </a:rPr>
                <a:t>Adobe Document Cloud</a:t>
              </a:r>
            </a:p>
          </p:txBody>
        </p:sp>
        <p:pic>
          <p:nvPicPr>
            <p:cNvPr id="27" name="Adobe Document Cloud icon" descr="Adobe Document Cloud logo">
              <a:extLst>
                <a:ext uri="{FF2B5EF4-FFF2-40B4-BE49-F238E27FC236}">
                  <a16:creationId xmlns:a16="http://schemas.microsoft.com/office/drawing/2014/main" id="{4589AEB8-693E-9FB7-F9AF-CC33464E0BC4}"/>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8095867" y="1021119"/>
              <a:ext cx="457200" cy="444500"/>
            </a:xfrm>
            <a:prstGeom prst="rect">
              <a:avLst/>
            </a:prstGeom>
          </p:spPr>
        </p:pic>
        <p:sp>
          <p:nvSpPr>
            <p:cNvPr id="28" name="TextBox 27">
              <a:extLst>
                <a:ext uri="{FF2B5EF4-FFF2-40B4-BE49-F238E27FC236}">
                  <a16:creationId xmlns:a16="http://schemas.microsoft.com/office/drawing/2014/main" id="{F8D5D687-DD4C-7D4C-6B51-6415CF01EE8B}"/>
                </a:ext>
              </a:extLst>
            </p:cNvPr>
            <p:cNvSpPr txBox="1"/>
            <p:nvPr/>
          </p:nvSpPr>
          <p:spPr>
            <a:xfrm>
              <a:off x="2024294" y="1424343"/>
              <a:ext cx="1813895" cy="233013"/>
            </a:xfrm>
            <a:prstGeom prst="rect">
              <a:avLst/>
            </a:prstGeom>
            <a:noFill/>
          </p:spPr>
          <p:txBody>
            <a:bodyPr wrap="square" rtlCol="0">
              <a:spAutoFit/>
            </a:bodyPr>
            <a:lstStyle/>
            <a:p>
              <a:pPr algn="ctr">
                <a:lnSpc>
                  <a:spcPct val="110000"/>
                </a:lnSpc>
                <a:spcBef>
                  <a:spcPts val="900"/>
                </a:spcBef>
              </a:pPr>
              <a:r>
                <a:rPr lang="en-US" sz="900" b="1" dirty="0">
                  <a:latin typeface="Adobe Clean" panose="020B0503020404020204" pitchFamily="34" charset="0"/>
                </a:rPr>
                <a:t>Adobe Creative Cloud</a:t>
              </a:r>
            </a:p>
          </p:txBody>
        </p:sp>
        <p:pic>
          <p:nvPicPr>
            <p:cNvPr id="23" name="Adobe Creative Cloud icon" descr="Adobe Creative Cloud logo">
              <a:extLst>
                <a:ext uri="{FF2B5EF4-FFF2-40B4-BE49-F238E27FC236}">
                  <a16:creationId xmlns:a16="http://schemas.microsoft.com/office/drawing/2014/main" id="{1818BCC1-5EA0-2A68-4096-73EFDA753B54}"/>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2702947" y="1021020"/>
              <a:ext cx="456588" cy="444698"/>
            </a:xfrm>
            <a:prstGeom prst="rect">
              <a:avLst/>
            </a:prstGeom>
          </p:spPr>
        </p:pic>
        <p:sp>
          <p:nvSpPr>
            <p:cNvPr id="42" name="TextBox 41">
              <a:extLst>
                <a:ext uri="{FF2B5EF4-FFF2-40B4-BE49-F238E27FC236}">
                  <a16:creationId xmlns:a16="http://schemas.microsoft.com/office/drawing/2014/main" id="{3D828047-CE7D-C64F-9843-0A71AB137589}"/>
                </a:ext>
              </a:extLst>
            </p:cNvPr>
            <p:cNvSpPr txBox="1"/>
            <p:nvPr/>
          </p:nvSpPr>
          <p:spPr>
            <a:xfrm>
              <a:off x="693807" y="1217576"/>
              <a:ext cx="903252" cy="233013"/>
            </a:xfrm>
            <a:prstGeom prst="rect">
              <a:avLst/>
            </a:prstGeom>
            <a:noFill/>
          </p:spPr>
          <p:txBody>
            <a:bodyPr wrap="square" lIns="0" rtlCol="0">
              <a:spAutoFit/>
            </a:bodyPr>
            <a:lstStyle>
              <a:defPPr>
                <a:defRPr lang="en-US"/>
              </a:defPPr>
              <a:lvl1pPr>
                <a:lnSpc>
                  <a:spcPct val="110000"/>
                </a:lnSpc>
                <a:spcBef>
                  <a:spcPts val="900"/>
                </a:spcBef>
                <a:defRPr sz="900" b="1"/>
              </a:lvl1pPr>
            </a:lstStyle>
            <a:p>
              <a:r>
                <a:rPr lang="en-US" dirty="0"/>
                <a:t>Cloud</a:t>
              </a:r>
            </a:p>
          </p:txBody>
        </p:sp>
      </p:grpSp>
      <p:sp>
        <p:nvSpPr>
          <p:cNvPr id="44" name="TextBox 43">
            <a:extLst>
              <a:ext uri="{FF2B5EF4-FFF2-40B4-BE49-F238E27FC236}">
                <a16:creationId xmlns:a16="http://schemas.microsoft.com/office/drawing/2014/main" id="{CA9B2429-65C8-8648-B0A9-70EEA578DF10}"/>
              </a:ext>
            </a:extLst>
          </p:cNvPr>
          <p:cNvSpPr txBox="1"/>
          <p:nvPr/>
        </p:nvSpPr>
        <p:spPr>
          <a:xfrm>
            <a:off x="693806" y="3494970"/>
            <a:ext cx="1132841" cy="385362"/>
          </a:xfrm>
          <a:prstGeom prst="rect">
            <a:avLst/>
          </a:prstGeom>
          <a:noFill/>
        </p:spPr>
        <p:txBody>
          <a:bodyPr wrap="square" lIns="0" rtlCol="0">
            <a:spAutoFit/>
          </a:bodyPr>
          <a:lstStyle/>
          <a:p>
            <a:pPr algn="l">
              <a:lnSpc>
                <a:spcPct val="110000"/>
              </a:lnSpc>
              <a:spcBef>
                <a:spcPts val="900"/>
              </a:spcBef>
            </a:pPr>
            <a:r>
              <a:rPr lang="en-US" sz="900" b="1" dirty="0"/>
              <a:t>Applications </a:t>
            </a:r>
            <a:br>
              <a:rPr lang="en-US" sz="900" b="1" dirty="0"/>
            </a:br>
            <a:r>
              <a:rPr lang="en-US" sz="900" b="1" dirty="0"/>
              <a:t>and platforms</a:t>
            </a:r>
          </a:p>
        </p:txBody>
      </p:sp>
      <p:grpSp>
        <p:nvGrpSpPr>
          <p:cNvPr id="9" name="CC Product Icons" descr="Apps and Platforms Creative Cloud product icons">
            <a:extLst>
              <a:ext uri="{FF2B5EF4-FFF2-40B4-BE49-F238E27FC236}">
                <a16:creationId xmlns:a16="http://schemas.microsoft.com/office/drawing/2014/main" id="{D749E12B-3123-FD3A-A879-A979929B3242}"/>
              </a:ext>
            </a:extLst>
          </p:cNvPr>
          <p:cNvGrpSpPr/>
          <p:nvPr/>
        </p:nvGrpSpPr>
        <p:grpSpPr>
          <a:xfrm>
            <a:off x="1507096" y="1821337"/>
            <a:ext cx="5189900" cy="4582365"/>
            <a:chOff x="1507096" y="1821337"/>
            <a:chExt cx="5189900" cy="4582365"/>
          </a:xfrm>
        </p:grpSpPr>
        <p:sp>
          <p:nvSpPr>
            <p:cNvPr id="54" name="TextBox 53">
              <a:extLst>
                <a:ext uri="{FF2B5EF4-FFF2-40B4-BE49-F238E27FC236}">
                  <a16:creationId xmlns:a16="http://schemas.microsoft.com/office/drawing/2014/main" id="{E5D0E23C-56FD-9A94-09C6-037DE7E84F98}"/>
                </a:ext>
              </a:extLst>
            </p:cNvPr>
            <p:cNvSpPr txBox="1"/>
            <p:nvPr/>
          </p:nvSpPr>
          <p:spPr>
            <a:xfrm>
              <a:off x="2188397" y="3003077"/>
              <a:ext cx="632678"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Photoshop Express</a:t>
              </a:r>
            </a:p>
          </p:txBody>
        </p:sp>
        <p:sp>
          <p:nvSpPr>
            <p:cNvPr id="13" name="TextBox 12">
              <a:extLst>
                <a:ext uri="{FF2B5EF4-FFF2-40B4-BE49-F238E27FC236}">
                  <a16:creationId xmlns:a16="http://schemas.microsoft.com/office/drawing/2014/main" id="{10E0C9BB-F258-B91E-D668-3A4B6B19F041}"/>
                </a:ext>
              </a:extLst>
            </p:cNvPr>
            <p:cNvSpPr txBox="1"/>
            <p:nvPr/>
          </p:nvSpPr>
          <p:spPr>
            <a:xfrm>
              <a:off x="5320456" y="6079254"/>
              <a:ext cx="728540"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Content Authenticity</a:t>
              </a:r>
            </a:p>
          </p:txBody>
        </p:sp>
        <p:pic>
          <p:nvPicPr>
            <p:cNvPr id="10" name="Adobe Content Authenticity icon" descr="Adobe Content Authenticity logo">
              <a:extLst>
                <a:ext uri="{FF2B5EF4-FFF2-40B4-BE49-F238E27FC236}">
                  <a16:creationId xmlns:a16="http://schemas.microsoft.com/office/drawing/2014/main" id="{D5AB0DDA-AE5E-ECB1-AF3F-CDB71A821239}"/>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5459248" y="5636508"/>
              <a:ext cx="457200" cy="457200"/>
            </a:xfrm>
            <a:prstGeom prst="rect">
              <a:avLst/>
            </a:prstGeom>
          </p:spPr>
        </p:pic>
        <p:sp>
          <p:nvSpPr>
            <p:cNvPr id="145" name="TextBox 144">
              <a:extLst>
                <a:ext uri="{FF2B5EF4-FFF2-40B4-BE49-F238E27FC236}">
                  <a16:creationId xmlns:a16="http://schemas.microsoft.com/office/drawing/2014/main" id="{8D4871AE-2C01-D4B9-DF95-FFAF45E5A4B8}"/>
                </a:ext>
              </a:extLst>
            </p:cNvPr>
            <p:cNvSpPr txBox="1"/>
            <p:nvPr/>
          </p:nvSpPr>
          <p:spPr>
            <a:xfrm>
              <a:off x="4701331" y="6079254"/>
              <a:ext cx="728540" cy="170560"/>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Fonts</a:t>
              </a:r>
            </a:p>
          </p:txBody>
        </p:sp>
        <p:pic>
          <p:nvPicPr>
            <p:cNvPr id="6" name="Adobe Fonts icon" descr="Adobe Fonts logo">
              <a:extLst>
                <a:ext uri="{FF2B5EF4-FFF2-40B4-BE49-F238E27FC236}">
                  <a16:creationId xmlns:a16="http://schemas.microsoft.com/office/drawing/2014/main" id="{3E956C3B-4904-FD8D-9E85-6713D541DFE4}"/>
                </a:ext>
              </a:extLst>
            </p:cNvPr>
            <p:cNvPicPr>
              <a:picLocks noChangeAspect="1"/>
            </p:cNvPicPr>
            <p:nvPr/>
          </p:nvPicPr>
          <p:blipFill>
            <a:blip r:embed="rId13">
              <a:extLst>
                <a:ext uri="{96DAC541-7B7A-43D3-8B79-37D633B846F1}">
                  <asvg:svgBlip xmlns:asvg="http://schemas.microsoft.com/office/drawing/2016/SVG/main" r:embed="rId14"/>
                </a:ext>
              </a:extLst>
            </a:blip>
            <a:srcRect t="706" b="706"/>
            <a:stretch/>
          </p:blipFill>
          <p:spPr>
            <a:xfrm>
              <a:off x="4836999" y="5636512"/>
              <a:ext cx="464277" cy="446819"/>
            </a:xfrm>
            <a:prstGeom prst="rect">
              <a:avLst/>
            </a:prstGeom>
          </p:spPr>
        </p:pic>
        <p:sp>
          <p:nvSpPr>
            <p:cNvPr id="144" name="TextBox 143">
              <a:extLst>
                <a:ext uri="{FF2B5EF4-FFF2-40B4-BE49-F238E27FC236}">
                  <a16:creationId xmlns:a16="http://schemas.microsoft.com/office/drawing/2014/main" id="{DB1F02D7-D4C7-5E59-1179-6CAAFF470BA6}"/>
                </a:ext>
              </a:extLst>
            </p:cNvPr>
            <p:cNvSpPr txBox="1"/>
            <p:nvPr/>
          </p:nvSpPr>
          <p:spPr>
            <a:xfrm>
              <a:off x="4069342" y="6079254"/>
              <a:ext cx="72854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Portfolio</a:t>
              </a:r>
            </a:p>
          </p:txBody>
        </p:sp>
        <p:pic>
          <p:nvPicPr>
            <p:cNvPr id="129" name="Adobe Portfolio icon" descr="Adobe Portfolio logo">
              <a:extLst>
                <a:ext uri="{FF2B5EF4-FFF2-40B4-BE49-F238E27FC236}">
                  <a16:creationId xmlns:a16="http://schemas.microsoft.com/office/drawing/2014/main" id="{D623B8B5-19AD-34D2-7C66-4BDCA0A47477}"/>
                </a:ext>
              </a:extLst>
            </p:cNvPr>
            <p:cNvPicPr>
              <a:picLocks noChangeAspect="1"/>
            </p:cNvPicPr>
            <p:nvPr/>
          </p:nvPicPr>
          <p:blipFill>
            <a:blip r:embed="rId15">
              <a:extLst>
                <a:ext uri="{96DAC541-7B7A-43D3-8B79-37D633B846F1}">
                  <asvg:svgBlip xmlns:asvg="http://schemas.microsoft.com/office/drawing/2016/SVG/main" r:embed="rId16"/>
                </a:ext>
              </a:extLst>
            </a:blip>
            <a:srcRect/>
            <a:stretch/>
          </p:blipFill>
          <p:spPr>
            <a:xfrm>
              <a:off x="4198343" y="5637143"/>
              <a:ext cx="457200" cy="444500"/>
            </a:xfrm>
            <a:prstGeom prst="rect">
              <a:avLst/>
            </a:prstGeom>
          </p:spPr>
        </p:pic>
        <p:sp>
          <p:nvSpPr>
            <p:cNvPr id="143" name="TextBox 142">
              <a:extLst>
                <a:ext uri="{FF2B5EF4-FFF2-40B4-BE49-F238E27FC236}">
                  <a16:creationId xmlns:a16="http://schemas.microsoft.com/office/drawing/2014/main" id="{272218C8-CD2A-434E-611B-EED633D619E3}"/>
                </a:ext>
              </a:extLst>
            </p:cNvPr>
            <p:cNvSpPr txBox="1"/>
            <p:nvPr/>
          </p:nvSpPr>
          <p:spPr>
            <a:xfrm>
              <a:off x="3424017" y="6079254"/>
              <a:ext cx="72854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Capture</a:t>
              </a:r>
            </a:p>
          </p:txBody>
        </p:sp>
        <p:pic>
          <p:nvPicPr>
            <p:cNvPr id="131" name="Adobe Capture icon" descr="Adobe Capture logo">
              <a:extLst>
                <a:ext uri="{FF2B5EF4-FFF2-40B4-BE49-F238E27FC236}">
                  <a16:creationId xmlns:a16="http://schemas.microsoft.com/office/drawing/2014/main" id="{18436B3B-D301-9043-E874-DB2E81E97AFE}"/>
                </a:ext>
              </a:extLst>
            </p:cNvPr>
            <p:cNvPicPr>
              <a:picLocks noChangeAspect="1"/>
            </p:cNvPicPr>
            <p:nvPr/>
          </p:nvPicPr>
          <p:blipFill>
            <a:blip r:embed="rId17">
              <a:extLst>
                <a:ext uri="{96DAC541-7B7A-43D3-8B79-37D633B846F1}">
                  <asvg:svgBlip xmlns:asvg="http://schemas.microsoft.com/office/drawing/2016/SVG/main" r:embed="rId18"/>
                </a:ext>
              </a:extLst>
            </a:blip>
            <a:srcRect/>
            <a:stretch/>
          </p:blipFill>
          <p:spPr>
            <a:xfrm>
              <a:off x="3559687" y="5637143"/>
              <a:ext cx="457200" cy="444500"/>
            </a:xfrm>
            <a:prstGeom prst="rect">
              <a:avLst/>
            </a:prstGeom>
          </p:spPr>
        </p:pic>
        <p:sp>
          <p:nvSpPr>
            <p:cNvPr id="142" name="TextBox 141">
              <a:extLst>
                <a:ext uri="{FF2B5EF4-FFF2-40B4-BE49-F238E27FC236}">
                  <a16:creationId xmlns:a16="http://schemas.microsoft.com/office/drawing/2014/main" id="{9B43247E-F2E5-18A4-D8B2-BF9A203A4EC7}"/>
                </a:ext>
              </a:extLst>
            </p:cNvPr>
            <p:cNvSpPr txBox="1"/>
            <p:nvPr/>
          </p:nvSpPr>
          <p:spPr>
            <a:xfrm>
              <a:off x="2783933" y="6079254"/>
              <a:ext cx="728540" cy="170560"/>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Bridge</a:t>
              </a:r>
            </a:p>
          </p:txBody>
        </p:sp>
        <p:pic>
          <p:nvPicPr>
            <p:cNvPr id="133" name="Adobe Bridge icon" descr="Adobe Bridge logo">
              <a:extLst>
                <a:ext uri="{FF2B5EF4-FFF2-40B4-BE49-F238E27FC236}">
                  <a16:creationId xmlns:a16="http://schemas.microsoft.com/office/drawing/2014/main" id="{36E7875D-51D8-FFEA-C95A-ACF745F62699}"/>
                </a:ext>
              </a:extLst>
            </p:cNvPr>
            <p:cNvPicPr>
              <a:picLocks noChangeAspect="1"/>
            </p:cNvPicPr>
            <p:nvPr/>
          </p:nvPicPr>
          <p:blipFill>
            <a:blip r:embed="rId19">
              <a:extLst>
                <a:ext uri="{96DAC541-7B7A-43D3-8B79-37D633B846F1}">
                  <asvg:svgBlip xmlns:asvg="http://schemas.microsoft.com/office/drawing/2016/SVG/main" r:embed="rId20"/>
                </a:ext>
              </a:extLst>
            </a:blip>
            <a:srcRect/>
            <a:stretch/>
          </p:blipFill>
          <p:spPr>
            <a:xfrm>
              <a:off x="2929108" y="5637143"/>
              <a:ext cx="457200" cy="444500"/>
            </a:xfrm>
            <a:prstGeom prst="rect">
              <a:avLst/>
            </a:prstGeom>
          </p:spPr>
        </p:pic>
        <p:sp>
          <p:nvSpPr>
            <p:cNvPr id="141" name="TextBox 140">
              <a:extLst>
                <a:ext uri="{FF2B5EF4-FFF2-40B4-BE49-F238E27FC236}">
                  <a16:creationId xmlns:a16="http://schemas.microsoft.com/office/drawing/2014/main" id="{477689A3-89BF-DF86-FE20-294D15695940}"/>
                </a:ext>
              </a:extLst>
            </p:cNvPr>
            <p:cNvSpPr txBox="1"/>
            <p:nvPr/>
          </p:nvSpPr>
          <p:spPr>
            <a:xfrm>
              <a:off x="2151332" y="6079254"/>
              <a:ext cx="728540" cy="170560"/>
            </a:xfrm>
            <a:prstGeom prst="rect">
              <a:avLst/>
            </a:prstGeom>
            <a:noFill/>
          </p:spPr>
          <p:txBody>
            <a:bodyPr wrap="square" rtlCol="0">
              <a:spAutoFit/>
            </a:bodyPr>
            <a:lstStyle/>
            <a:p>
              <a:pPr algn="ctr">
                <a:lnSpc>
                  <a:spcPts val="640"/>
                </a:lnSpc>
              </a:pPr>
              <a:r>
                <a:rPr lang="en-US" sz="700" b="1" dirty="0" err="1">
                  <a:latin typeface="Adobe Clean" panose="020B0503020404020204" pitchFamily="34" charset="0"/>
                </a:rPr>
                <a:t>Behance</a:t>
              </a:r>
              <a:endParaRPr lang="en-US" sz="700" b="1" dirty="0">
                <a:latin typeface="Adobe Clean" panose="020B0503020404020204" pitchFamily="34" charset="0"/>
              </a:endParaRPr>
            </a:p>
          </p:txBody>
        </p:sp>
        <p:pic>
          <p:nvPicPr>
            <p:cNvPr id="135" name="Behance icon" descr="Behance logo">
              <a:extLst>
                <a:ext uri="{FF2B5EF4-FFF2-40B4-BE49-F238E27FC236}">
                  <a16:creationId xmlns:a16="http://schemas.microsoft.com/office/drawing/2014/main" id="{05452479-89F4-E881-91FD-E275C7D857A4}"/>
                </a:ext>
              </a:extLst>
            </p:cNvPr>
            <p:cNvPicPr>
              <a:picLocks noChangeAspect="1"/>
            </p:cNvPicPr>
            <p:nvPr/>
          </p:nvPicPr>
          <p:blipFill>
            <a:blip r:embed="rId21">
              <a:extLst>
                <a:ext uri="{96DAC541-7B7A-43D3-8B79-37D633B846F1}">
                  <asvg:svgBlip xmlns:asvg="http://schemas.microsoft.com/office/drawing/2016/SVG/main" r:embed="rId22"/>
                </a:ext>
              </a:extLst>
            </a:blip>
            <a:srcRect/>
            <a:stretch/>
          </p:blipFill>
          <p:spPr>
            <a:xfrm>
              <a:off x="2276136" y="5637143"/>
              <a:ext cx="457200" cy="444500"/>
            </a:xfrm>
            <a:prstGeom prst="rect">
              <a:avLst/>
            </a:prstGeom>
          </p:spPr>
        </p:pic>
        <p:sp>
          <p:nvSpPr>
            <p:cNvPr id="140" name="TextBox 139">
              <a:extLst>
                <a:ext uri="{FF2B5EF4-FFF2-40B4-BE49-F238E27FC236}">
                  <a16:creationId xmlns:a16="http://schemas.microsoft.com/office/drawing/2014/main" id="{4AE6CFE3-EFD0-73E1-0F48-24FA51A1E7EC}"/>
                </a:ext>
              </a:extLst>
            </p:cNvPr>
            <p:cNvSpPr txBox="1"/>
            <p:nvPr/>
          </p:nvSpPr>
          <p:spPr>
            <a:xfrm>
              <a:off x="1507096" y="6079254"/>
              <a:ext cx="728540" cy="170560"/>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Stock</a:t>
              </a:r>
            </a:p>
          </p:txBody>
        </p:sp>
        <p:pic>
          <p:nvPicPr>
            <p:cNvPr id="137" name="Adobe Stock icon" descr="Adobe Stock logo">
              <a:extLst>
                <a:ext uri="{FF2B5EF4-FFF2-40B4-BE49-F238E27FC236}">
                  <a16:creationId xmlns:a16="http://schemas.microsoft.com/office/drawing/2014/main" id="{0E4AF8F6-A0FF-A2A7-D5CE-72356D3B91E7}"/>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1642766" y="5637143"/>
              <a:ext cx="457200" cy="444500"/>
            </a:xfrm>
            <a:prstGeom prst="rect">
              <a:avLst/>
            </a:prstGeom>
          </p:spPr>
        </p:pic>
        <p:sp>
          <p:nvSpPr>
            <p:cNvPr id="125" name="TextBox 124">
              <a:extLst>
                <a:ext uri="{FF2B5EF4-FFF2-40B4-BE49-F238E27FC236}">
                  <a16:creationId xmlns:a16="http://schemas.microsoft.com/office/drawing/2014/main" id="{29C9D201-5F58-2B6B-FE4A-E86A88291E37}"/>
                </a:ext>
              </a:extLst>
            </p:cNvPr>
            <p:cNvSpPr txBox="1"/>
            <p:nvPr/>
          </p:nvSpPr>
          <p:spPr>
            <a:xfrm>
              <a:off x="5968456" y="5281507"/>
              <a:ext cx="728540" cy="170560"/>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Aero</a:t>
              </a:r>
            </a:p>
          </p:txBody>
        </p:sp>
        <p:pic>
          <p:nvPicPr>
            <p:cNvPr id="102" name="Adobe Aero icon" descr="Adobe Aero logo">
              <a:extLst>
                <a:ext uri="{FF2B5EF4-FFF2-40B4-BE49-F238E27FC236}">
                  <a16:creationId xmlns:a16="http://schemas.microsoft.com/office/drawing/2014/main" id="{826A076A-5930-B977-3E0A-321C00943875}"/>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6109732" y="4836745"/>
              <a:ext cx="457200" cy="444500"/>
            </a:xfrm>
            <a:prstGeom prst="rect">
              <a:avLst/>
            </a:prstGeom>
          </p:spPr>
        </p:pic>
        <p:sp>
          <p:nvSpPr>
            <p:cNvPr id="124" name="TextBox 123">
              <a:extLst>
                <a:ext uri="{FF2B5EF4-FFF2-40B4-BE49-F238E27FC236}">
                  <a16:creationId xmlns:a16="http://schemas.microsoft.com/office/drawing/2014/main" id="{30E28EFC-8CB9-E1CF-966E-1ED741309D50}"/>
                </a:ext>
              </a:extLst>
            </p:cNvPr>
            <p:cNvSpPr txBox="1"/>
            <p:nvPr/>
          </p:nvSpPr>
          <p:spPr>
            <a:xfrm>
              <a:off x="5334328" y="5281507"/>
              <a:ext cx="728540"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Substance 3D Assets</a:t>
              </a:r>
            </a:p>
          </p:txBody>
        </p:sp>
        <p:pic>
          <p:nvPicPr>
            <p:cNvPr id="116" name="Adobe Substance 3D Assets icon" descr="Adobe Substance 3D Assets logo">
              <a:extLst>
                <a:ext uri="{FF2B5EF4-FFF2-40B4-BE49-F238E27FC236}">
                  <a16:creationId xmlns:a16="http://schemas.microsoft.com/office/drawing/2014/main" id="{FE125376-FCCF-5825-9AC6-2C1667C4B01C}"/>
                </a:ext>
              </a:extLst>
            </p:cNvPr>
            <p:cNvPicPr>
              <a:picLocks noChangeAspect="1"/>
            </p:cNvPicPr>
            <p:nvPr/>
          </p:nvPicPr>
          <p:blipFill>
            <a:blip r:embed="rId27">
              <a:extLst>
                <a:ext uri="{96DAC541-7B7A-43D3-8B79-37D633B846F1}">
                  <asvg:svgBlip xmlns:asvg="http://schemas.microsoft.com/office/drawing/2016/SVG/main" r:embed="rId28"/>
                </a:ext>
              </a:extLst>
            </a:blip>
            <a:srcRect/>
            <a:stretch/>
          </p:blipFill>
          <p:spPr>
            <a:xfrm>
              <a:off x="5469998" y="4836745"/>
              <a:ext cx="457200" cy="444500"/>
            </a:xfrm>
            <a:prstGeom prst="rect">
              <a:avLst/>
            </a:prstGeom>
          </p:spPr>
        </p:pic>
        <p:sp>
          <p:nvSpPr>
            <p:cNvPr id="123" name="TextBox 122">
              <a:extLst>
                <a:ext uri="{FF2B5EF4-FFF2-40B4-BE49-F238E27FC236}">
                  <a16:creationId xmlns:a16="http://schemas.microsoft.com/office/drawing/2014/main" id="{9D19D49C-14FA-2E8A-3C6D-E714323743C7}"/>
                </a:ext>
              </a:extLst>
            </p:cNvPr>
            <p:cNvSpPr txBox="1"/>
            <p:nvPr/>
          </p:nvSpPr>
          <p:spPr>
            <a:xfrm>
              <a:off x="4702339" y="5281507"/>
              <a:ext cx="728540"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Substance 3D Stager</a:t>
              </a:r>
            </a:p>
          </p:txBody>
        </p:sp>
        <p:pic>
          <p:nvPicPr>
            <p:cNvPr id="106" name="Adobe Substance 3D Stager icon" descr="Adobe Substance 3D Stager logo">
              <a:extLst>
                <a:ext uri="{FF2B5EF4-FFF2-40B4-BE49-F238E27FC236}">
                  <a16:creationId xmlns:a16="http://schemas.microsoft.com/office/drawing/2014/main" id="{46F626C8-313A-55A1-8AA3-CF058888949E}"/>
                </a:ext>
              </a:extLst>
            </p:cNvPr>
            <p:cNvPicPr>
              <a:picLocks noChangeAspect="1"/>
            </p:cNvPicPr>
            <p:nvPr/>
          </p:nvPicPr>
          <p:blipFill>
            <a:blip r:embed="rId29">
              <a:extLst>
                <a:ext uri="{96DAC541-7B7A-43D3-8B79-37D633B846F1}">
                  <asvg:svgBlip xmlns:asvg="http://schemas.microsoft.com/office/drawing/2016/SVG/main" r:embed="rId30"/>
                </a:ext>
              </a:extLst>
            </a:blip>
            <a:srcRect/>
            <a:stretch/>
          </p:blipFill>
          <p:spPr>
            <a:xfrm>
              <a:off x="4831340" y="4838559"/>
              <a:ext cx="457199" cy="440871"/>
            </a:xfrm>
            <a:prstGeom prst="rect">
              <a:avLst/>
            </a:prstGeom>
          </p:spPr>
        </p:pic>
        <p:sp>
          <p:nvSpPr>
            <p:cNvPr id="122" name="TextBox 121">
              <a:extLst>
                <a:ext uri="{FF2B5EF4-FFF2-40B4-BE49-F238E27FC236}">
                  <a16:creationId xmlns:a16="http://schemas.microsoft.com/office/drawing/2014/main" id="{053F733E-C154-6AF9-0E49-B94338B22990}"/>
                </a:ext>
              </a:extLst>
            </p:cNvPr>
            <p:cNvSpPr txBox="1"/>
            <p:nvPr/>
          </p:nvSpPr>
          <p:spPr>
            <a:xfrm>
              <a:off x="4057014" y="5281507"/>
              <a:ext cx="728540"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Substance 3D Painter</a:t>
              </a:r>
            </a:p>
          </p:txBody>
        </p:sp>
        <p:pic>
          <p:nvPicPr>
            <p:cNvPr id="110" name="Adobe Substance 3D Painter icon" descr="Adobe Substance 3D Painter logo">
              <a:extLst>
                <a:ext uri="{FF2B5EF4-FFF2-40B4-BE49-F238E27FC236}">
                  <a16:creationId xmlns:a16="http://schemas.microsoft.com/office/drawing/2014/main" id="{6387DC8D-AC27-55CA-E375-9D3B876C5087}"/>
                </a:ext>
              </a:extLst>
            </p:cNvPr>
            <p:cNvPicPr>
              <a:picLocks noChangeAspect="1"/>
            </p:cNvPicPr>
            <p:nvPr/>
          </p:nvPicPr>
          <p:blipFill>
            <a:blip r:embed="rId31">
              <a:extLst>
                <a:ext uri="{96DAC541-7B7A-43D3-8B79-37D633B846F1}">
                  <asvg:svgBlip xmlns:asvg="http://schemas.microsoft.com/office/drawing/2016/SVG/main" r:embed="rId32"/>
                </a:ext>
              </a:extLst>
            </a:blip>
            <a:srcRect/>
            <a:stretch/>
          </p:blipFill>
          <p:spPr>
            <a:xfrm>
              <a:off x="4192684" y="4836745"/>
              <a:ext cx="457200" cy="444500"/>
            </a:xfrm>
            <a:prstGeom prst="rect">
              <a:avLst/>
            </a:prstGeom>
          </p:spPr>
        </p:pic>
        <p:sp>
          <p:nvSpPr>
            <p:cNvPr id="121" name="TextBox 120">
              <a:extLst>
                <a:ext uri="{FF2B5EF4-FFF2-40B4-BE49-F238E27FC236}">
                  <a16:creationId xmlns:a16="http://schemas.microsoft.com/office/drawing/2014/main" id="{B06C2034-8765-DFF9-C3AD-347FC3E1C482}"/>
                </a:ext>
              </a:extLst>
            </p:cNvPr>
            <p:cNvSpPr txBox="1"/>
            <p:nvPr/>
          </p:nvSpPr>
          <p:spPr>
            <a:xfrm>
              <a:off x="3416930" y="5281507"/>
              <a:ext cx="728540"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Substance 3D Designer</a:t>
              </a:r>
            </a:p>
          </p:txBody>
        </p:sp>
        <p:pic>
          <p:nvPicPr>
            <p:cNvPr id="114" name="Adobe Substance 3D Designer icon" descr="Adobe Substance 3D Designer logo">
              <a:extLst>
                <a:ext uri="{FF2B5EF4-FFF2-40B4-BE49-F238E27FC236}">
                  <a16:creationId xmlns:a16="http://schemas.microsoft.com/office/drawing/2014/main" id="{E4507F7A-6DB6-0478-074D-5D4065B41A9A}"/>
                </a:ext>
              </a:extLst>
            </p:cNvPr>
            <p:cNvPicPr>
              <a:picLocks noChangeAspect="1"/>
            </p:cNvPicPr>
            <p:nvPr/>
          </p:nvPicPr>
          <p:blipFill>
            <a:blip r:embed="rId33">
              <a:extLst>
                <a:ext uri="{96DAC541-7B7A-43D3-8B79-37D633B846F1}">
                  <asvg:svgBlip xmlns:asvg="http://schemas.microsoft.com/office/drawing/2016/SVG/main" r:embed="rId34"/>
                </a:ext>
              </a:extLst>
            </a:blip>
            <a:srcRect/>
            <a:stretch/>
          </p:blipFill>
          <p:spPr>
            <a:xfrm>
              <a:off x="3562105" y="4836745"/>
              <a:ext cx="457200" cy="444500"/>
            </a:xfrm>
            <a:prstGeom prst="rect">
              <a:avLst/>
            </a:prstGeom>
          </p:spPr>
        </p:pic>
        <p:sp>
          <p:nvSpPr>
            <p:cNvPr id="120" name="TextBox 119">
              <a:extLst>
                <a:ext uri="{FF2B5EF4-FFF2-40B4-BE49-F238E27FC236}">
                  <a16:creationId xmlns:a16="http://schemas.microsoft.com/office/drawing/2014/main" id="{5DA8C397-77DD-2408-129F-7F5739F2D6DC}"/>
                </a:ext>
              </a:extLst>
            </p:cNvPr>
            <p:cNvSpPr txBox="1"/>
            <p:nvPr/>
          </p:nvSpPr>
          <p:spPr>
            <a:xfrm>
              <a:off x="2784329" y="5281507"/>
              <a:ext cx="728540"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Substance 3D Sampler</a:t>
              </a:r>
            </a:p>
          </p:txBody>
        </p:sp>
        <p:pic>
          <p:nvPicPr>
            <p:cNvPr id="108" name="Adobe Substance 3D Sampler&#13;&#10;Adobe Substance 3D Sampler&#13;&#10;Adobe Sunstance 3D Sampler icon" descr="Adobe Substance 3D Sampler logo">
              <a:extLst>
                <a:ext uri="{FF2B5EF4-FFF2-40B4-BE49-F238E27FC236}">
                  <a16:creationId xmlns:a16="http://schemas.microsoft.com/office/drawing/2014/main" id="{B0612B20-A768-5124-BACA-9CC64C6B2054}"/>
                </a:ext>
              </a:extLst>
            </p:cNvPr>
            <p:cNvPicPr>
              <a:picLocks noChangeAspect="1"/>
            </p:cNvPicPr>
            <p:nvPr/>
          </p:nvPicPr>
          <p:blipFill>
            <a:blip r:embed="rId35">
              <a:extLst>
                <a:ext uri="{96DAC541-7B7A-43D3-8B79-37D633B846F1}">
                  <asvg:svgBlip xmlns:asvg="http://schemas.microsoft.com/office/drawing/2016/SVG/main" r:embed="rId36"/>
                </a:ext>
              </a:extLst>
            </a:blip>
            <a:srcRect/>
            <a:stretch/>
          </p:blipFill>
          <p:spPr>
            <a:xfrm>
              <a:off x="2909133" y="4836745"/>
              <a:ext cx="457200" cy="444500"/>
            </a:xfrm>
            <a:prstGeom prst="rect">
              <a:avLst/>
            </a:prstGeom>
          </p:spPr>
        </p:pic>
        <p:sp>
          <p:nvSpPr>
            <p:cNvPr id="119" name="TextBox 118">
              <a:extLst>
                <a:ext uri="{FF2B5EF4-FFF2-40B4-BE49-F238E27FC236}">
                  <a16:creationId xmlns:a16="http://schemas.microsoft.com/office/drawing/2014/main" id="{47B81DEC-B5CB-1AE1-4AC2-5362F73F6A9B}"/>
                </a:ext>
              </a:extLst>
            </p:cNvPr>
            <p:cNvSpPr txBox="1"/>
            <p:nvPr/>
          </p:nvSpPr>
          <p:spPr>
            <a:xfrm>
              <a:off x="2140093" y="5281507"/>
              <a:ext cx="728540"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Substance 3D Modeler</a:t>
              </a:r>
            </a:p>
          </p:txBody>
        </p:sp>
        <p:pic>
          <p:nvPicPr>
            <p:cNvPr id="112" name="Adobe Substance 3D Modeler icon" descr="Adobe Substance 3D Modeler logo">
              <a:extLst>
                <a:ext uri="{FF2B5EF4-FFF2-40B4-BE49-F238E27FC236}">
                  <a16:creationId xmlns:a16="http://schemas.microsoft.com/office/drawing/2014/main" id="{F9E3B060-FF7C-33C6-4D15-63D57198293F}"/>
                </a:ext>
              </a:extLst>
            </p:cNvPr>
            <p:cNvPicPr>
              <a:picLocks noChangeAspect="1"/>
            </p:cNvPicPr>
            <p:nvPr/>
          </p:nvPicPr>
          <p:blipFill>
            <a:blip r:embed="rId37">
              <a:extLst>
                <a:ext uri="{96DAC541-7B7A-43D3-8B79-37D633B846F1}">
                  <asvg:svgBlip xmlns:asvg="http://schemas.microsoft.com/office/drawing/2016/SVG/main" r:embed="rId38"/>
                </a:ext>
              </a:extLst>
            </a:blip>
            <a:srcRect/>
            <a:stretch/>
          </p:blipFill>
          <p:spPr>
            <a:xfrm>
              <a:off x="2275763" y="4836745"/>
              <a:ext cx="457200" cy="444500"/>
            </a:xfrm>
            <a:prstGeom prst="rect">
              <a:avLst/>
            </a:prstGeom>
          </p:spPr>
        </p:pic>
        <p:sp>
          <p:nvSpPr>
            <p:cNvPr id="126" name="TextBox 125">
              <a:extLst>
                <a:ext uri="{FF2B5EF4-FFF2-40B4-BE49-F238E27FC236}">
                  <a16:creationId xmlns:a16="http://schemas.microsoft.com/office/drawing/2014/main" id="{2F94BB8E-783A-4BC8-E08E-87A8B05412A0}"/>
                </a:ext>
              </a:extLst>
            </p:cNvPr>
            <p:cNvSpPr txBox="1"/>
            <p:nvPr/>
          </p:nvSpPr>
          <p:spPr>
            <a:xfrm>
              <a:off x="1518212" y="5281507"/>
              <a:ext cx="72854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Substance 3D</a:t>
              </a:r>
            </a:p>
          </p:txBody>
        </p:sp>
        <p:pic>
          <p:nvPicPr>
            <p:cNvPr id="118" name="Adobe Substance 3D icon" descr="Adobe Substance 3D logo">
              <a:extLst>
                <a:ext uri="{FF2B5EF4-FFF2-40B4-BE49-F238E27FC236}">
                  <a16:creationId xmlns:a16="http://schemas.microsoft.com/office/drawing/2014/main" id="{293CEC43-009E-7D8B-09C5-215B3E55F292}"/>
                </a:ext>
              </a:extLst>
            </p:cNvPr>
            <p:cNvPicPr>
              <a:picLocks noChangeAspect="1"/>
            </p:cNvPicPr>
            <p:nvPr/>
          </p:nvPicPr>
          <p:blipFill>
            <a:blip r:embed="rId39">
              <a:extLst>
                <a:ext uri="{96DAC541-7B7A-43D3-8B79-37D633B846F1}">
                  <asvg:svgBlip xmlns:asvg="http://schemas.microsoft.com/office/drawing/2016/SVG/main" r:embed="rId40"/>
                </a:ext>
              </a:extLst>
            </a:blip>
            <a:srcRect/>
            <a:stretch/>
          </p:blipFill>
          <p:spPr>
            <a:xfrm>
              <a:off x="1645587" y="4836197"/>
              <a:ext cx="457200" cy="445595"/>
            </a:xfrm>
            <a:prstGeom prst="rect">
              <a:avLst/>
            </a:prstGeom>
          </p:spPr>
        </p:pic>
        <p:sp>
          <p:nvSpPr>
            <p:cNvPr id="100" name="TextBox 99">
              <a:extLst>
                <a:ext uri="{FF2B5EF4-FFF2-40B4-BE49-F238E27FC236}">
                  <a16:creationId xmlns:a16="http://schemas.microsoft.com/office/drawing/2014/main" id="{99F5A6CC-6E9C-1C8E-2A36-6D3E6B882ECC}"/>
                </a:ext>
              </a:extLst>
            </p:cNvPr>
            <p:cNvSpPr txBox="1"/>
            <p:nvPr/>
          </p:nvSpPr>
          <p:spPr>
            <a:xfrm>
              <a:off x="4069342" y="4537489"/>
              <a:ext cx="728540" cy="170560"/>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XD</a:t>
              </a:r>
            </a:p>
          </p:txBody>
        </p:sp>
        <p:pic>
          <p:nvPicPr>
            <p:cNvPr id="87" name="Adobe XD icon" descr="Adobe XD logo">
              <a:extLst>
                <a:ext uri="{FF2B5EF4-FFF2-40B4-BE49-F238E27FC236}">
                  <a16:creationId xmlns:a16="http://schemas.microsoft.com/office/drawing/2014/main" id="{6E0494D1-B2FF-1BA8-9F44-9AE04DD9DA18}"/>
                </a:ext>
              </a:extLst>
            </p:cNvPr>
            <p:cNvPicPr>
              <a:picLocks noChangeAspect="1"/>
            </p:cNvPicPr>
            <p:nvPr/>
          </p:nvPicPr>
          <p:blipFill>
            <a:blip r:embed="rId41">
              <a:extLst>
                <a:ext uri="{96DAC541-7B7A-43D3-8B79-37D633B846F1}">
                  <asvg:svgBlip xmlns:asvg="http://schemas.microsoft.com/office/drawing/2016/SVG/main" r:embed="rId42"/>
                </a:ext>
              </a:extLst>
            </a:blip>
            <a:srcRect/>
            <a:stretch/>
          </p:blipFill>
          <p:spPr>
            <a:xfrm>
              <a:off x="4198343" y="4085446"/>
              <a:ext cx="457200" cy="444500"/>
            </a:xfrm>
            <a:prstGeom prst="rect">
              <a:avLst/>
            </a:prstGeom>
          </p:spPr>
        </p:pic>
        <p:sp>
          <p:nvSpPr>
            <p:cNvPr id="99" name="TextBox 98">
              <a:extLst>
                <a:ext uri="{FF2B5EF4-FFF2-40B4-BE49-F238E27FC236}">
                  <a16:creationId xmlns:a16="http://schemas.microsoft.com/office/drawing/2014/main" id="{4751428F-71D8-6A64-D71D-CF0C8C7A79EC}"/>
                </a:ext>
              </a:extLst>
            </p:cNvPr>
            <p:cNvSpPr txBox="1"/>
            <p:nvPr/>
          </p:nvSpPr>
          <p:spPr>
            <a:xfrm>
              <a:off x="3424017" y="4537489"/>
              <a:ext cx="72854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Dreamweaver</a:t>
              </a:r>
            </a:p>
          </p:txBody>
        </p:sp>
        <p:pic>
          <p:nvPicPr>
            <p:cNvPr id="89" name="Adobe Dreamweaver icon" descr="Adobe Dreamweaver logo">
              <a:extLst>
                <a:ext uri="{FF2B5EF4-FFF2-40B4-BE49-F238E27FC236}">
                  <a16:creationId xmlns:a16="http://schemas.microsoft.com/office/drawing/2014/main" id="{8C7EF26B-F4C0-6300-E6C1-E535E508F78A}"/>
                </a:ext>
              </a:extLst>
            </p:cNvPr>
            <p:cNvPicPr>
              <a:picLocks noChangeAspect="1"/>
            </p:cNvPicPr>
            <p:nvPr/>
          </p:nvPicPr>
          <p:blipFill>
            <a:blip r:embed="rId43">
              <a:extLst>
                <a:ext uri="{96DAC541-7B7A-43D3-8B79-37D633B846F1}">
                  <asvg:svgBlip xmlns:asvg="http://schemas.microsoft.com/office/drawing/2016/SVG/main" r:embed="rId44"/>
                </a:ext>
              </a:extLst>
            </a:blip>
            <a:srcRect/>
            <a:stretch/>
          </p:blipFill>
          <p:spPr>
            <a:xfrm>
              <a:off x="3559687" y="4085446"/>
              <a:ext cx="457200" cy="444500"/>
            </a:xfrm>
            <a:prstGeom prst="rect">
              <a:avLst/>
            </a:prstGeom>
          </p:spPr>
        </p:pic>
        <p:sp>
          <p:nvSpPr>
            <p:cNvPr id="98" name="TextBox 97">
              <a:extLst>
                <a:ext uri="{FF2B5EF4-FFF2-40B4-BE49-F238E27FC236}">
                  <a16:creationId xmlns:a16="http://schemas.microsoft.com/office/drawing/2014/main" id="{90E9CA0E-55D9-2B07-9AF3-13B5FFD3DA5E}"/>
                </a:ext>
              </a:extLst>
            </p:cNvPr>
            <p:cNvSpPr txBox="1"/>
            <p:nvPr/>
          </p:nvSpPr>
          <p:spPr>
            <a:xfrm>
              <a:off x="2783933" y="4537489"/>
              <a:ext cx="728540" cy="170560"/>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InCopy</a:t>
              </a:r>
            </a:p>
          </p:txBody>
        </p:sp>
        <p:pic>
          <p:nvPicPr>
            <p:cNvPr id="91" name="Adobe InCopy icon" descr="Adobe InCopy logo">
              <a:extLst>
                <a:ext uri="{FF2B5EF4-FFF2-40B4-BE49-F238E27FC236}">
                  <a16:creationId xmlns:a16="http://schemas.microsoft.com/office/drawing/2014/main" id="{FD365906-59C2-A77E-FB5B-846F607E134A}"/>
                </a:ext>
              </a:extLst>
            </p:cNvPr>
            <p:cNvPicPr>
              <a:picLocks noChangeAspect="1"/>
            </p:cNvPicPr>
            <p:nvPr/>
          </p:nvPicPr>
          <p:blipFill>
            <a:blip r:embed="rId45">
              <a:extLst>
                <a:ext uri="{96DAC541-7B7A-43D3-8B79-37D633B846F1}">
                  <asvg:svgBlip xmlns:asvg="http://schemas.microsoft.com/office/drawing/2016/SVG/main" r:embed="rId46"/>
                </a:ext>
              </a:extLst>
            </a:blip>
            <a:srcRect/>
            <a:stretch/>
          </p:blipFill>
          <p:spPr>
            <a:xfrm>
              <a:off x="2929108" y="4085446"/>
              <a:ext cx="457200" cy="444500"/>
            </a:xfrm>
            <a:prstGeom prst="rect">
              <a:avLst/>
            </a:prstGeom>
          </p:spPr>
        </p:pic>
        <p:sp>
          <p:nvSpPr>
            <p:cNvPr id="97" name="TextBox 96">
              <a:extLst>
                <a:ext uri="{FF2B5EF4-FFF2-40B4-BE49-F238E27FC236}">
                  <a16:creationId xmlns:a16="http://schemas.microsoft.com/office/drawing/2014/main" id="{20FA29B3-6AA0-F4DC-A7CD-90775065933B}"/>
                </a:ext>
              </a:extLst>
            </p:cNvPr>
            <p:cNvSpPr txBox="1"/>
            <p:nvPr/>
          </p:nvSpPr>
          <p:spPr>
            <a:xfrm>
              <a:off x="2151332" y="4537489"/>
              <a:ext cx="72854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InDesign</a:t>
              </a:r>
            </a:p>
          </p:txBody>
        </p:sp>
        <p:pic>
          <p:nvPicPr>
            <p:cNvPr id="93" name="Adobe InDesign icon" descr="Adobe InDesign logo">
              <a:extLst>
                <a:ext uri="{FF2B5EF4-FFF2-40B4-BE49-F238E27FC236}">
                  <a16:creationId xmlns:a16="http://schemas.microsoft.com/office/drawing/2014/main" id="{2D74FB0D-11C9-CEAF-9645-CD3125B5196A}"/>
                </a:ext>
              </a:extLst>
            </p:cNvPr>
            <p:cNvPicPr>
              <a:picLocks noChangeAspect="1"/>
            </p:cNvPicPr>
            <p:nvPr/>
          </p:nvPicPr>
          <p:blipFill>
            <a:blip r:embed="rId47">
              <a:extLst>
                <a:ext uri="{96DAC541-7B7A-43D3-8B79-37D633B846F1}">
                  <asvg:svgBlip xmlns:asvg="http://schemas.microsoft.com/office/drawing/2016/SVG/main" r:embed="rId48"/>
                </a:ext>
              </a:extLst>
            </a:blip>
            <a:srcRect/>
            <a:stretch/>
          </p:blipFill>
          <p:spPr>
            <a:xfrm>
              <a:off x="2276136" y="4085446"/>
              <a:ext cx="457200" cy="444500"/>
            </a:xfrm>
            <a:prstGeom prst="rect">
              <a:avLst/>
            </a:prstGeom>
          </p:spPr>
        </p:pic>
        <p:sp>
          <p:nvSpPr>
            <p:cNvPr id="96" name="TextBox 95">
              <a:extLst>
                <a:ext uri="{FF2B5EF4-FFF2-40B4-BE49-F238E27FC236}">
                  <a16:creationId xmlns:a16="http://schemas.microsoft.com/office/drawing/2014/main" id="{27274B70-56B5-1F96-B58C-9D644FC3EF1E}"/>
                </a:ext>
              </a:extLst>
            </p:cNvPr>
            <p:cNvSpPr txBox="1"/>
            <p:nvPr/>
          </p:nvSpPr>
          <p:spPr>
            <a:xfrm>
              <a:off x="1507096" y="4537489"/>
              <a:ext cx="72854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Illustrator</a:t>
              </a:r>
            </a:p>
          </p:txBody>
        </p:sp>
        <p:pic>
          <p:nvPicPr>
            <p:cNvPr id="95" name="Adobe Illustrator icon" descr="Adobe Illustrator logo">
              <a:extLst>
                <a:ext uri="{FF2B5EF4-FFF2-40B4-BE49-F238E27FC236}">
                  <a16:creationId xmlns:a16="http://schemas.microsoft.com/office/drawing/2014/main" id="{7D5E68E3-4373-9E84-70DA-03922032C143}"/>
                </a:ext>
              </a:extLst>
            </p:cNvPr>
            <p:cNvPicPr>
              <a:picLocks noChangeAspect="1"/>
            </p:cNvPicPr>
            <p:nvPr/>
          </p:nvPicPr>
          <p:blipFill>
            <a:blip r:embed="rId49">
              <a:extLst>
                <a:ext uri="{96DAC541-7B7A-43D3-8B79-37D633B846F1}">
                  <asvg:svgBlip xmlns:asvg="http://schemas.microsoft.com/office/drawing/2016/SVG/main" r:embed="rId50"/>
                </a:ext>
              </a:extLst>
            </a:blip>
            <a:srcRect/>
            <a:stretch/>
          </p:blipFill>
          <p:spPr>
            <a:xfrm>
              <a:off x="1642766" y="4085446"/>
              <a:ext cx="457200" cy="444500"/>
            </a:xfrm>
            <a:prstGeom prst="rect">
              <a:avLst/>
            </a:prstGeom>
          </p:spPr>
        </p:pic>
        <p:sp>
          <p:nvSpPr>
            <p:cNvPr id="84" name="TextBox 83">
              <a:extLst>
                <a:ext uri="{FF2B5EF4-FFF2-40B4-BE49-F238E27FC236}">
                  <a16:creationId xmlns:a16="http://schemas.microsoft.com/office/drawing/2014/main" id="{51BEDEE3-D054-A997-240C-6085E52401FD}"/>
                </a:ext>
              </a:extLst>
            </p:cNvPr>
            <p:cNvSpPr txBox="1"/>
            <p:nvPr/>
          </p:nvSpPr>
          <p:spPr>
            <a:xfrm>
              <a:off x="5968456" y="3783308"/>
              <a:ext cx="728540" cy="170560"/>
            </a:xfrm>
            <a:prstGeom prst="rect">
              <a:avLst/>
            </a:prstGeom>
            <a:noFill/>
          </p:spPr>
          <p:txBody>
            <a:bodyPr wrap="square" rtlCol="0">
              <a:spAutoFit/>
            </a:bodyPr>
            <a:lstStyle/>
            <a:p>
              <a:pPr algn="ctr">
                <a:lnSpc>
                  <a:spcPts val="640"/>
                </a:lnSpc>
              </a:pPr>
              <a:r>
                <a:rPr lang="en-US" sz="700" b="1" dirty="0" err="1">
                  <a:latin typeface="Adobe Clean" panose="020B0503020404020204" pitchFamily="34" charset="0"/>
                </a:rPr>
                <a:t>Frame.io</a:t>
              </a:r>
              <a:endParaRPr lang="en-US" sz="700" b="1" dirty="0">
                <a:latin typeface="Adobe Clean" panose="020B0503020404020204" pitchFamily="34" charset="0"/>
              </a:endParaRPr>
            </a:p>
          </p:txBody>
        </p:sp>
        <p:pic>
          <p:nvPicPr>
            <p:cNvPr id="7" name="Frame.io icon" descr="Frame.io logo">
              <a:extLst>
                <a:ext uri="{FF2B5EF4-FFF2-40B4-BE49-F238E27FC236}">
                  <a16:creationId xmlns:a16="http://schemas.microsoft.com/office/drawing/2014/main" id="{D7900DA7-5E3D-5AA4-5ECA-8544C00F6142}"/>
                </a:ext>
              </a:extLst>
            </p:cNvPr>
            <p:cNvPicPr>
              <a:picLocks noChangeAspect="1"/>
            </p:cNvPicPr>
            <p:nvPr/>
          </p:nvPicPr>
          <p:blipFill>
            <a:blip r:embed="rId51">
              <a:extLst>
                <a:ext uri="{96DAC541-7B7A-43D3-8B79-37D633B846F1}">
                  <asvg:svgBlip xmlns:asvg="http://schemas.microsoft.com/office/drawing/2016/SVG/main" r:embed="rId52"/>
                </a:ext>
              </a:extLst>
            </a:blip>
            <a:srcRect/>
            <a:stretch/>
          </p:blipFill>
          <p:spPr>
            <a:xfrm>
              <a:off x="6109055" y="3334696"/>
              <a:ext cx="456511" cy="445641"/>
            </a:xfrm>
            <a:prstGeom prst="rect">
              <a:avLst/>
            </a:prstGeom>
          </p:spPr>
        </p:pic>
        <p:sp>
          <p:nvSpPr>
            <p:cNvPr id="82" name="TextBox 81">
              <a:extLst>
                <a:ext uri="{FF2B5EF4-FFF2-40B4-BE49-F238E27FC236}">
                  <a16:creationId xmlns:a16="http://schemas.microsoft.com/office/drawing/2014/main" id="{3845C9DD-3CD1-BC55-B47F-2DCD41D811C5}"/>
                </a:ext>
              </a:extLst>
            </p:cNvPr>
            <p:cNvSpPr txBox="1"/>
            <p:nvPr/>
          </p:nvSpPr>
          <p:spPr>
            <a:xfrm>
              <a:off x="5334383" y="3783308"/>
              <a:ext cx="72854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Media Encoder</a:t>
              </a:r>
            </a:p>
          </p:txBody>
        </p:sp>
        <p:pic>
          <p:nvPicPr>
            <p:cNvPr id="64" name="Adobe Media Encoder icon" descr="Adobe Media Encoder logo">
              <a:extLst>
                <a:ext uri="{FF2B5EF4-FFF2-40B4-BE49-F238E27FC236}">
                  <a16:creationId xmlns:a16="http://schemas.microsoft.com/office/drawing/2014/main" id="{11CF4447-7B6F-9CF1-93D0-C68D74726857}"/>
                </a:ext>
              </a:extLst>
            </p:cNvPr>
            <p:cNvPicPr>
              <a:picLocks noChangeAspect="1"/>
            </p:cNvPicPr>
            <p:nvPr/>
          </p:nvPicPr>
          <p:blipFill>
            <a:blip r:embed="rId53">
              <a:extLst>
                <a:ext uri="{96DAC541-7B7A-43D3-8B79-37D633B846F1}">
                  <asvg:svgBlip xmlns:asvg="http://schemas.microsoft.com/office/drawing/2016/SVG/main" r:embed="rId54"/>
                </a:ext>
              </a:extLst>
            </a:blip>
            <a:srcRect/>
            <a:stretch/>
          </p:blipFill>
          <p:spPr>
            <a:xfrm>
              <a:off x="5475659" y="3335267"/>
              <a:ext cx="457200" cy="444500"/>
            </a:xfrm>
            <a:prstGeom prst="rect">
              <a:avLst/>
            </a:prstGeom>
          </p:spPr>
        </p:pic>
        <p:sp>
          <p:nvSpPr>
            <p:cNvPr id="81" name="TextBox 80">
              <a:extLst>
                <a:ext uri="{FF2B5EF4-FFF2-40B4-BE49-F238E27FC236}">
                  <a16:creationId xmlns:a16="http://schemas.microsoft.com/office/drawing/2014/main" id="{98B8A1FF-DFDD-169E-75BA-4B2689F06256}"/>
                </a:ext>
              </a:extLst>
            </p:cNvPr>
            <p:cNvSpPr txBox="1"/>
            <p:nvPr/>
          </p:nvSpPr>
          <p:spPr>
            <a:xfrm>
              <a:off x="4701331" y="3799503"/>
              <a:ext cx="728540"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Premiere Rush</a:t>
              </a:r>
            </a:p>
          </p:txBody>
        </p:sp>
        <p:pic>
          <p:nvPicPr>
            <p:cNvPr id="66" name="Adobe Premiere Rush icon" descr="Adobe Premiere Rush logo">
              <a:extLst>
                <a:ext uri="{FF2B5EF4-FFF2-40B4-BE49-F238E27FC236}">
                  <a16:creationId xmlns:a16="http://schemas.microsoft.com/office/drawing/2014/main" id="{18619629-ABAD-53AA-0542-B888A7FFDD6F}"/>
                </a:ext>
              </a:extLst>
            </p:cNvPr>
            <p:cNvPicPr>
              <a:picLocks noChangeAspect="1"/>
            </p:cNvPicPr>
            <p:nvPr/>
          </p:nvPicPr>
          <p:blipFill>
            <a:blip r:embed="rId55">
              <a:extLst>
                <a:ext uri="{96DAC541-7B7A-43D3-8B79-37D633B846F1}">
                  <asvg:svgBlip xmlns:asvg="http://schemas.microsoft.com/office/drawing/2016/SVG/main" r:embed="rId56"/>
                </a:ext>
              </a:extLst>
            </a:blip>
            <a:srcRect/>
            <a:stretch/>
          </p:blipFill>
          <p:spPr>
            <a:xfrm>
              <a:off x="4837001" y="3335267"/>
              <a:ext cx="457200" cy="444500"/>
            </a:xfrm>
            <a:prstGeom prst="rect">
              <a:avLst/>
            </a:prstGeom>
          </p:spPr>
        </p:pic>
        <p:sp>
          <p:nvSpPr>
            <p:cNvPr id="80" name="TextBox 79">
              <a:extLst>
                <a:ext uri="{FF2B5EF4-FFF2-40B4-BE49-F238E27FC236}">
                  <a16:creationId xmlns:a16="http://schemas.microsoft.com/office/drawing/2014/main" id="{2BCC5CC0-A70D-624D-EC72-6F6DDB48E5B6}"/>
                </a:ext>
              </a:extLst>
            </p:cNvPr>
            <p:cNvSpPr txBox="1"/>
            <p:nvPr/>
          </p:nvSpPr>
          <p:spPr>
            <a:xfrm>
              <a:off x="4016001" y="3799503"/>
              <a:ext cx="826039"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Character Animator</a:t>
              </a:r>
            </a:p>
          </p:txBody>
        </p:sp>
        <p:pic>
          <p:nvPicPr>
            <p:cNvPr id="68" name="Adobe Character Animator icon" descr="Adobe Character Animator logo">
              <a:extLst>
                <a:ext uri="{FF2B5EF4-FFF2-40B4-BE49-F238E27FC236}">
                  <a16:creationId xmlns:a16="http://schemas.microsoft.com/office/drawing/2014/main" id="{432BBB29-5860-9671-80CA-B22914E032E7}"/>
                </a:ext>
              </a:extLst>
            </p:cNvPr>
            <p:cNvPicPr>
              <a:picLocks noChangeAspect="1"/>
            </p:cNvPicPr>
            <p:nvPr/>
          </p:nvPicPr>
          <p:blipFill>
            <a:blip r:embed="rId57">
              <a:extLst>
                <a:ext uri="{96DAC541-7B7A-43D3-8B79-37D633B846F1}">
                  <asvg:svgBlip xmlns:asvg="http://schemas.microsoft.com/office/drawing/2016/SVG/main" r:embed="rId58"/>
                </a:ext>
              </a:extLst>
            </a:blip>
            <a:srcRect/>
            <a:stretch/>
          </p:blipFill>
          <p:spPr>
            <a:xfrm>
              <a:off x="4198343" y="3335267"/>
              <a:ext cx="457200" cy="444500"/>
            </a:xfrm>
            <a:prstGeom prst="rect">
              <a:avLst/>
            </a:prstGeom>
          </p:spPr>
        </p:pic>
        <p:sp>
          <p:nvSpPr>
            <p:cNvPr id="79" name="TextBox 78">
              <a:extLst>
                <a:ext uri="{FF2B5EF4-FFF2-40B4-BE49-F238E27FC236}">
                  <a16:creationId xmlns:a16="http://schemas.microsoft.com/office/drawing/2014/main" id="{AD1271A8-D51E-F546-FC2B-CFA3B81FE250}"/>
                </a:ext>
              </a:extLst>
            </p:cNvPr>
            <p:cNvSpPr txBox="1"/>
            <p:nvPr/>
          </p:nvSpPr>
          <p:spPr>
            <a:xfrm>
              <a:off x="3424017" y="3783308"/>
              <a:ext cx="72854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Animate</a:t>
              </a:r>
            </a:p>
          </p:txBody>
        </p:sp>
        <p:pic>
          <p:nvPicPr>
            <p:cNvPr id="70" name="Adobe Animate icon" descr="Adobe Animate logo">
              <a:extLst>
                <a:ext uri="{FF2B5EF4-FFF2-40B4-BE49-F238E27FC236}">
                  <a16:creationId xmlns:a16="http://schemas.microsoft.com/office/drawing/2014/main" id="{350484E2-1C38-03AC-0729-3EEB2381AEE7}"/>
                </a:ext>
              </a:extLst>
            </p:cNvPr>
            <p:cNvPicPr>
              <a:picLocks noChangeAspect="1"/>
            </p:cNvPicPr>
            <p:nvPr/>
          </p:nvPicPr>
          <p:blipFill>
            <a:blip r:embed="rId59">
              <a:extLst>
                <a:ext uri="{96DAC541-7B7A-43D3-8B79-37D633B846F1}">
                  <asvg:svgBlip xmlns:asvg="http://schemas.microsoft.com/office/drawing/2016/SVG/main" r:embed="rId60"/>
                </a:ext>
              </a:extLst>
            </a:blip>
            <a:srcRect/>
            <a:stretch/>
          </p:blipFill>
          <p:spPr>
            <a:xfrm>
              <a:off x="3559687" y="3335267"/>
              <a:ext cx="457200" cy="444500"/>
            </a:xfrm>
            <a:prstGeom prst="rect">
              <a:avLst/>
            </a:prstGeom>
          </p:spPr>
        </p:pic>
        <p:sp>
          <p:nvSpPr>
            <p:cNvPr id="78" name="TextBox 77">
              <a:extLst>
                <a:ext uri="{FF2B5EF4-FFF2-40B4-BE49-F238E27FC236}">
                  <a16:creationId xmlns:a16="http://schemas.microsoft.com/office/drawing/2014/main" id="{476178C6-E6DA-99CF-1E91-5F48AB28387F}"/>
                </a:ext>
              </a:extLst>
            </p:cNvPr>
            <p:cNvSpPr txBox="1"/>
            <p:nvPr/>
          </p:nvSpPr>
          <p:spPr>
            <a:xfrm>
              <a:off x="2783933" y="3783308"/>
              <a:ext cx="72854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Audition</a:t>
              </a:r>
            </a:p>
          </p:txBody>
        </p:sp>
        <p:pic>
          <p:nvPicPr>
            <p:cNvPr id="72" name="Adobe Audition icon" descr="Adobe Audition logo">
              <a:extLst>
                <a:ext uri="{FF2B5EF4-FFF2-40B4-BE49-F238E27FC236}">
                  <a16:creationId xmlns:a16="http://schemas.microsoft.com/office/drawing/2014/main" id="{45407CA9-81E3-C693-F851-053B0622010E}"/>
                </a:ext>
              </a:extLst>
            </p:cNvPr>
            <p:cNvPicPr>
              <a:picLocks noChangeAspect="1"/>
            </p:cNvPicPr>
            <p:nvPr/>
          </p:nvPicPr>
          <p:blipFill>
            <a:blip r:embed="rId61">
              <a:extLst>
                <a:ext uri="{96DAC541-7B7A-43D3-8B79-37D633B846F1}">
                  <asvg:svgBlip xmlns:asvg="http://schemas.microsoft.com/office/drawing/2016/SVG/main" r:embed="rId62"/>
                </a:ext>
              </a:extLst>
            </a:blip>
            <a:srcRect/>
            <a:stretch/>
          </p:blipFill>
          <p:spPr>
            <a:xfrm>
              <a:off x="2921031" y="3335267"/>
              <a:ext cx="457200" cy="444500"/>
            </a:xfrm>
            <a:prstGeom prst="rect">
              <a:avLst/>
            </a:prstGeom>
          </p:spPr>
        </p:pic>
        <p:sp>
          <p:nvSpPr>
            <p:cNvPr id="77" name="TextBox 76">
              <a:extLst>
                <a:ext uri="{FF2B5EF4-FFF2-40B4-BE49-F238E27FC236}">
                  <a16:creationId xmlns:a16="http://schemas.microsoft.com/office/drawing/2014/main" id="{DE21BADC-6806-27F4-E40A-F703FC22E5C9}"/>
                </a:ext>
              </a:extLst>
            </p:cNvPr>
            <p:cNvSpPr txBox="1"/>
            <p:nvPr/>
          </p:nvSpPr>
          <p:spPr>
            <a:xfrm>
              <a:off x="2151332" y="3783308"/>
              <a:ext cx="72854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After Effects</a:t>
              </a:r>
            </a:p>
          </p:txBody>
        </p:sp>
        <p:pic>
          <p:nvPicPr>
            <p:cNvPr id="60" name="Adobe After Effects icon" descr="Adobe After Effects logo">
              <a:extLst>
                <a:ext uri="{FF2B5EF4-FFF2-40B4-BE49-F238E27FC236}">
                  <a16:creationId xmlns:a16="http://schemas.microsoft.com/office/drawing/2014/main" id="{8B9E13C3-DEC1-7D04-8D9A-433A4390A967}"/>
                </a:ext>
              </a:extLst>
            </p:cNvPr>
            <p:cNvPicPr>
              <a:picLocks noChangeAspect="1"/>
            </p:cNvPicPr>
            <p:nvPr/>
          </p:nvPicPr>
          <p:blipFill>
            <a:blip r:embed="rId63">
              <a:extLst>
                <a:ext uri="{96DAC541-7B7A-43D3-8B79-37D633B846F1}">
                  <asvg:svgBlip xmlns:asvg="http://schemas.microsoft.com/office/drawing/2016/SVG/main" r:embed="rId64"/>
                </a:ext>
              </a:extLst>
            </a:blip>
            <a:srcRect/>
            <a:stretch/>
          </p:blipFill>
          <p:spPr>
            <a:xfrm>
              <a:off x="2282375" y="3335267"/>
              <a:ext cx="457200" cy="444500"/>
            </a:xfrm>
            <a:prstGeom prst="rect">
              <a:avLst/>
            </a:prstGeom>
          </p:spPr>
        </p:pic>
        <p:sp>
          <p:nvSpPr>
            <p:cNvPr id="75" name="TextBox 74">
              <a:extLst>
                <a:ext uri="{FF2B5EF4-FFF2-40B4-BE49-F238E27FC236}">
                  <a16:creationId xmlns:a16="http://schemas.microsoft.com/office/drawing/2014/main" id="{9AC5D97A-1BF7-DC3F-F324-0246C99CED62}"/>
                </a:ext>
              </a:extLst>
            </p:cNvPr>
            <p:cNvSpPr txBox="1"/>
            <p:nvPr/>
          </p:nvSpPr>
          <p:spPr>
            <a:xfrm>
              <a:off x="1507096" y="3783308"/>
              <a:ext cx="72854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Premiere Pro</a:t>
              </a:r>
            </a:p>
          </p:txBody>
        </p:sp>
        <p:pic>
          <p:nvPicPr>
            <p:cNvPr id="62" name="Adobe Premiere Pro icon" descr="Adobe Premiere Pro logo">
              <a:extLst>
                <a:ext uri="{FF2B5EF4-FFF2-40B4-BE49-F238E27FC236}">
                  <a16:creationId xmlns:a16="http://schemas.microsoft.com/office/drawing/2014/main" id="{B29EA15B-7019-5A17-420B-077A02F000BB}"/>
                </a:ext>
              </a:extLst>
            </p:cNvPr>
            <p:cNvPicPr>
              <a:picLocks noChangeAspect="1"/>
            </p:cNvPicPr>
            <p:nvPr/>
          </p:nvPicPr>
          <p:blipFill>
            <a:blip r:embed="rId65">
              <a:extLst>
                <a:ext uri="{96DAC541-7B7A-43D3-8B79-37D633B846F1}">
                  <asvg:svgBlip xmlns:asvg="http://schemas.microsoft.com/office/drawing/2016/SVG/main" r:embed="rId66"/>
                </a:ext>
              </a:extLst>
            </a:blip>
            <a:srcRect/>
            <a:stretch/>
          </p:blipFill>
          <p:spPr>
            <a:xfrm>
              <a:off x="1643958" y="3335267"/>
              <a:ext cx="457200" cy="444500"/>
            </a:xfrm>
            <a:prstGeom prst="rect">
              <a:avLst/>
            </a:prstGeom>
          </p:spPr>
        </p:pic>
        <p:sp>
          <p:nvSpPr>
            <p:cNvPr id="58" name="TextBox 57" descr="Adobe Fresco logo">
              <a:extLst>
                <a:ext uri="{FF2B5EF4-FFF2-40B4-BE49-F238E27FC236}">
                  <a16:creationId xmlns:a16="http://schemas.microsoft.com/office/drawing/2014/main" id="{AE6086AC-38D5-CC8A-56FE-02979C24DAAC}"/>
                </a:ext>
              </a:extLst>
            </p:cNvPr>
            <p:cNvSpPr txBox="1"/>
            <p:nvPr/>
          </p:nvSpPr>
          <p:spPr>
            <a:xfrm>
              <a:off x="4750975" y="3003077"/>
              <a:ext cx="632678"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Fresco</a:t>
              </a:r>
            </a:p>
          </p:txBody>
        </p:sp>
        <p:pic>
          <p:nvPicPr>
            <p:cNvPr id="49" name="Adobe Fresco icon" descr="Adobe Fresco logo">
              <a:extLst>
                <a:ext uri="{FF2B5EF4-FFF2-40B4-BE49-F238E27FC236}">
                  <a16:creationId xmlns:a16="http://schemas.microsoft.com/office/drawing/2014/main" id="{B2FCA1B9-FED9-79B5-6B29-FACA7F506FDE}"/>
                </a:ext>
              </a:extLst>
            </p:cNvPr>
            <p:cNvPicPr>
              <a:picLocks noChangeAspect="1"/>
            </p:cNvPicPr>
            <p:nvPr/>
          </p:nvPicPr>
          <p:blipFill>
            <a:blip r:embed="rId67">
              <a:extLst>
                <a:ext uri="{96DAC541-7B7A-43D3-8B79-37D633B846F1}">
                  <asvg:svgBlip xmlns:asvg="http://schemas.microsoft.com/office/drawing/2016/SVG/main" r:embed="rId68"/>
                </a:ext>
              </a:extLst>
            </a:blip>
            <a:srcRect/>
            <a:stretch/>
          </p:blipFill>
          <p:spPr>
            <a:xfrm>
              <a:off x="4837001" y="2549322"/>
              <a:ext cx="457200" cy="444500"/>
            </a:xfrm>
            <a:prstGeom prst="rect">
              <a:avLst/>
            </a:prstGeom>
          </p:spPr>
        </p:pic>
        <p:sp>
          <p:nvSpPr>
            <p:cNvPr id="57" name="TextBox 56">
              <a:extLst>
                <a:ext uri="{FF2B5EF4-FFF2-40B4-BE49-F238E27FC236}">
                  <a16:creationId xmlns:a16="http://schemas.microsoft.com/office/drawing/2014/main" id="{3B4A6269-E7BC-51BE-7DDF-73F4B226D69D}"/>
                </a:ext>
              </a:extLst>
            </p:cNvPr>
            <p:cNvSpPr txBox="1"/>
            <p:nvPr/>
          </p:nvSpPr>
          <p:spPr>
            <a:xfrm>
              <a:off x="4004972" y="3003077"/>
              <a:ext cx="843941"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Photoshop Lightroom Classic</a:t>
              </a:r>
            </a:p>
          </p:txBody>
        </p:sp>
        <p:pic>
          <p:nvPicPr>
            <p:cNvPr id="41" name="Adobe Photoshop Lightroom Classic icon" descr="Adobe Photoshop Lightroom Classic logo">
              <a:extLst>
                <a:ext uri="{FF2B5EF4-FFF2-40B4-BE49-F238E27FC236}">
                  <a16:creationId xmlns:a16="http://schemas.microsoft.com/office/drawing/2014/main" id="{144E8C24-2BE6-4284-5765-481D1355274D}"/>
                </a:ext>
              </a:extLst>
            </p:cNvPr>
            <p:cNvPicPr>
              <a:picLocks noChangeAspect="1"/>
            </p:cNvPicPr>
            <p:nvPr/>
          </p:nvPicPr>
          <p:blipFill>
            <a:blip r:embed="rId69">
              <a:extLst>
                <a:ext uri="{96DAC541-7B7A-43D3-8B79-37D633B846F1}">
                  <asvg:svgBlip xmlns:asvg="http://schemas.microsoft.com/office/drawing/2016/SVG/main" r:embed="rId70"/>
                </a:ext>
              </a:extLst>
            </a:blip>
            <a:srcRect/>
            <a:stretch/>
          </p:blipFill>
          <p:spPr>
            <a:xfrm>
              <a:off x="4198343" y="2549322"/>
              <a:ext cx="457200" cy="444500"/>
            </a:xfrm>
            <a:prstGeom prst="rect">
              <a:avLst/>
            </a:prstGeom>
          </p:spPr>
        </p:pic>
        <p:sp>
          <p:nvSpPr>
            <p:cNvPr id="56" name="TextBox 55">
              <a:extLst>
                <a:ext uri="{FF2B5EF4-FFF2-40B4-BE49-F238E27FC236}">
                  <a16:creationId xmlns:a16="http://schemas.microsoft.com/office/drawing/2014/main" id="{552A2327-80F8-E978-0E3A-6C5EA5276AD0}"/>
                </a:ext>
              </a:extLst>
            </p:cNvPr>
            <p:cNvSpPr txBox="1"/>
            <p:nvPr/>
          </p:nvSpPr>
          <p:spPr>
            <a:xfrm>
              <a:off x="3452753" y="3003077"/>
              <a:ext cx="632678"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Photoshop Lightroom</a:t>
              </a:r>
            </a:p>
          </p:txBody>
        </p:sp>
        <p:pic>
          <p:nvPicPr>
            <p:cNvPr id="45" name="Adobe Photoshop Lightroom icon" descr="Adobe Photoshop Lightroom logo">
              <a:extLst>
                <a:ext uri="{FF2B5EF4-FFF2-40B4-BE49-F238E27FC236}">
                  <a16:creationId xmlns:a16="http://schemas.microsoft.com/office/drawing/2014/main" id="{17435FC3-63DE-D7F7-577B-EBBC2C4CEDB3}"/>
                </a:ext>
              </a:extLst>
            </p:cNvPr>
            <p:cNvPicPr>
              <a:picLocks noChangeAspect="1"/>
            </p:cNvPicPr>
            <p:nvPr/>
          </p:nvPicPr>
          <p:blipFill>
            <a:blip r:embed="rId71">
              <a:extLst>
                <a:ext uri="{96DAC541-7B7A-43D3-8B79-37D633B846F1}">
                  <asvg:svgBlip xmlns:asvg="http://schemas.microsoft.com/office/drawing/2016/SVG/main" r:embed="rId72"/>
                </a:ext>
              </a:extLst>
            </a:blip>
            <a:srcRect/>
            <a:stretch/>
          </p:blipFill>
          <p:spPr>
            <a:xfrm>
              <a:off x="3559687" y="2549322"/>
              <a:ext cx="457200" cy="444500"/>
            </a:xfrm>
            <a:prstGeom prst="rect">
              <a:avLst/>
            </a:prstGeom>
          </p:spPr>
        </p:pic>
        <p:sp>
          <p:nvSpPr>
            <p:cNvPr id="55" name="TextBox 54">
              <a:extLst>
                <a:ext uri="{FF2B5EF4-FFF2-40B4-BE49-F238E27FC236}">
                  <a16:creationId xmlns:a16="http://schemas.microsoft.com/office/drawing/2014/main" id="{EE26FA2B-A785-3396-F4BF-D001D65E510C}"/>
                </a:ext>
              </a:extLst>
            </p:cNvPr>
            <p:cNvSpPr txBox="1"/>
            <p:nvPr/>
          </p:nvSpPr>
          <p:spPr>
            <a:xfrm>
              <a:off x="2831864" y="3003077"/>
              <a:ext cx="632678" cy="324448"/>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Photoshop Camera</a:t>
              </a:r>
            </a:p>
          </p:txBody>
        </p:sp>
        <p:pic>
          <p:nvPicPr>
            <p:cNvPr id="43" name="Adobe Photoshop Camera icon" descr="Adobe Photoshop Camera logo">
              <a:extLst>
                <a:ext uri="{FF2B5EF4-FFF2-40B4-BE49-F238E27FC236}">
                  <a16:creationId xmlns:a16="http://schemas.microsoft.com/office/drawing/2014/main" id="{6114D2DB-2F9C-1B1B-9814-98CD9AAB3A01}"/>
                </a:ext>
              </a:extLst>
            </p:cNvPr>
            <p:cNvPicPr>
              <a:picLocks noChangeAspect="1"/>
            </p:cNvPicPr>
            <p:nvPr/>
          </p:nvPicPr>
          <p:blipFill>
            <a:blip r:embed="rId73">
              <a:extLst>
                <a:ext uri="{96DAC541-7B7A-43D3-8B79-37D633B846F1}">
                  <asvg:svgBlip xmlns:asvg="http://schemas.microsoft.com/office/drawing/2016/SVG/main" r:embed="rId74"/>
                </a:ext>
              </a:extLst>
            </a:blip>
            <a:srcRect/>
            <a:stretch/>
          </p:blipFill>
          <p:spPr>
            <a:xfrm>
              <a:off x="2921031" y="2549322"/>
              <a:ext cx="457200" cy="444500"/>
            </a:xfrm>
            <a:prstGeom prst="rect">
              <a:avLst/>
            </a:prstGeom>
          </p:spPr>
        </p:pic>
        <p:pic>
          <p:nvPicPr>
            <p:cNvPr id="35" name="Adobe Photoshop Express icon" descr="Adobe Photoshop Express logo">
              <a:extLst>
                <a:ext uri="{FF2B5EF4-FFF2-40B4-BE49-F238E27FC236}">
                  <a16:creationId xmlns:a16="http://schemas.microsoft.com/office/drawing/2014/main" id="{DAF09652-1AE7-0A80-ABC5-79B8716C36A2}"/>
                </a:ext>
              </a:extLst>
            </p:cNvPr>
            <p:cNvPicPr>
              <a:picLocks noChangeAspect="1"/>
            </p:cNvPicPr>
            <p:nvPr/>
          </p:nvPicPr>
          <p:blipFill>
            <a:blip r:embed="rId75">
              <a:extLst>
                <a:ext uri="{96DAC541-7B7A-43D3-8B79-37D633B846F1}">
                  <asvg:svgBlip xmlns:asvg="http://schemas.microsoft.com/office/drawing/2016/SVG/main" r:embed="rId76"/>
                </a:ext>
              </a:extLst>
            </a:blip>
            <a:srcRect/>
            <a:stretch/>
          </p:blipFill>
          <p:spPr>
            <a:xfrm>
              <a:off x="2282375" y="2549322"/>
              <a:ext cx="457200" cy="444500"/>
            </a:xfrm>
            <a:prstGeom prst="rect">
              <a:avLst/>
            </a:prstGeom>
          </p:spPr>
        </p:pic>
        <p:sp>
          <p:nvSpPr>
            <p:cNvPr id="52" name="TextBox 51">
              <a:extLst>
                <a:ext uri="{FF2B5EF4-FFF2-40B4-BE49-F238E27FC236}">
                  <a16:creationId xmlns:a16="http://schemas.microsoft.com/office/drawing/2014/main" id="{ED189AC3-9332-6FF8-44EE-8559B2F2195C}"/>
                </a:ext>
              </a:extLst>
            </p:cNvPr>
            <p:cNvSpPr txBox="1"/>
            <p:nvPr/>
          </p:nvSpPr>
          <p:spPr>
            <a:xfrm>
              <a:off x="1556219" y="3003077"/>
              <a:ext cx="632678"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Photoshop</a:t>
              </a:r>
            </a:p>
          </p:txBody>
        </p:sp>
        <p:pic>
          <p:nvPicPr>
            <p:cNvPr id="47" name="Adobe Photoshop icon" descr="Adobe Photoshop logo">
              <a:extLst>
                <a:ext uri="{FF2B5EF4-FFF2-40B4-BE49-F238E27FC236}">
                  <a16:creationId xmlns:a16="http://schemas.microsoft.com/office/drawing/2014/main" id="{8ED1DB43-1F68-4FCE-5069-3870A45B7EC6}"/>
                </a:ext>
              </a:extLst>
            </p:cNvPr>
            <p:cNvPicPr>
              <a:picLocks noChangeAspect="1"/>
            </p:cNvPicPr>
            <p:nvPr/>
          </p:nvPicPr>
          <p:blipFill>
            <a:blip r:embed="rId77">
              <a:extLst>
                <a:ext uri="{96DAC541-7B7A-43D3-8B79-37D633B846F1}">
                  <asvg:svgBlip xmlns:asvg="http://schemas.microsoft.com/office/drawing/2016/SVG/main" r:embed="rId78"/>
                </a:ext>
              </a:extLst>
            </a:blip>
            <a:srcRect/>
            <a:stretch/>
          </p:blipFill>
          <p:spPr>
            <a:xfrm>
              <a:off x="1643958" y="2549322"/>
              <a:ext cx="457200" cy="444500"/>
            </a:xfrm>
            <a:prstGeom prst="rect">
              <a:avLst/>
            </a:prstGeom>
          </p:spPr>
        </p:pic>
        <p:sp>
          <p:nvSpPr>
            <p:cNvPr id="38" name="TextBox 37">
              <a:extLst>
                <a:ext uri="{FF2B5EF4-FFF2-40B4-BE49-F238E27FC236}">
                  <a16:creationId xmlns:a16="http://schemas.microsoft.com/office/drawing/2014/main" id="{B3F1D0FA-4670-19F0-EF21-454C8FC875CF}"/>
                </a:ext>
              </a:extLst>
            </p:cNvPr>
            <p:cNvSpPr txBox="1"/>
            <p:nvPr/>
          </p:nvSpPr>
          <p:spPr>
            <a:xfrm>
              <a:off x="2222338" y="2270630"/>
              <a:ext cx="577273"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Firefly</a:t>
              </a:r>
            </a:p>
          </p:txBody>
        </p:sp>
        <p:pic>
          <p:nvPicPr>
            <p:cNvPr id="37" name="Adobe Firefly icon" descr="Adobe Firefly logo">
              <a:extLst>
                <a:ext uri="{FF2B5EF4-FFF2-40B4-BE49-F238E27FC236}">
                  <a16:creationId xmlns:a16="http://schemas.microsoft.com/office/drawing/2014/main" id="{A133F8DE-DD0A-C324-49A3-499A8924AEE1}"/>
                </a:ext>
              </a:extLst>
            </p:cNvPr>
            <p:cNvPicPr>
              <a:picLocks noChangeAspect="1"/>
            </p:cNvPicPr>
            <p:nvPr/>
          </p:nvPicPr>
          <p:blipFill>
            <a:blip r:embed="rId79">
              <a:extLst>
                <a:ext uri="{96DAC541-7B7A-43D3-8B79-37D633B846F1}">
                  <asvg:svgBlip xmlns:asvg="http://schemas.microsoft.com/office/drawing/2016/SVG/main" r:embed="rId80"/>
                </a:ext>
              </a:extLst>
            </a:blip>
            <a:srcRect/>
            <a:stretch/>
          </p:blipFill>
          <p:spPr>
            <a:xfrm>
              <a:off x="2282375" y="1821337"/>
              <a:ext cx="457200" cy="444500"/>
            </a:xfrm>
            <a:prstGeom prst="rect">
              <a:avLst/>
            </a:prstGeom>
          </p:spPr>
        </p:pic>
        <p:sp>
          <p:nvSpPr>
            <p:cNvPr id="31" name="TextBox 30">
              <a:extLst>
                <a:ext uri="{FF2B5EF4-FFF2-40B4-BE49-F238E27FC236}">
                  <a16:creationId xmlns:a16="http://schemas.microsoft.com/office/drawing/2014/main" id="{D052304F-C3F5-A7D4-F025-F3B61D6BE787}"/>
                </a:ext>
              </a:extLst>
            </p:cNvPr>
            <p:cNvSpPr txBox="1"/>
            <p:nvPr/>
          </p:nvSpPr>
          <p:spPr>
            <a:xfrm>
              <a:off x="1526805" y="2270630"/>
              <a:ext cx="689122"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Express</a:t>
              </a:r>
            </a:p>
          </p:txBody>
        </p:sp>
        <p:pic>
          <p:nvPicPr>
            <p:cNvPr id="33" name="Adobe Express icon" descr="Adobe Express logo">
              <a:extLst>
                <a:ext uri="{FF2B5EF4-FFF2-40B4-BE49-F238E27FC236}">
                  <a16:creationId xmlns:a16="http://schemas.microsoft.com/office/drawing/2014/main" id="{C73653E2-7E2A-3A74-3336-35EAA4D74100}"/>
                </a:ext>
              </a:extLst>
            </p:cNvPr>
            <p:cNvPicPr>
              <a:picLocks noChangeAspect="1"/>
            </p:cNvPicPr>
            <p:nvPr/>
          </p:nvPicPr>
          <p:blipFill>
            <a:blip r:embed="rId81">
              <a:extLst>
                <a:ext uri="{96DAC541-7B7A-43D3-8B79-37D633B846F1}">
                  <asvg:svgBlip xmlns:asvg="http://schemas.microsoft.com/office/drawing/2016/SVG/main" r:embed="rId82"/>
                </a:ext>
              </a:extLst>
            </a:blip>
            <a:srcRect/>
            <a:stretch/>
          </p:blipFill>
          <p:spPr>
            <a:xfrm>
              <a:off x="1642766" y="1821337"/>
              <a:ext cx="457200" cy="444500"/>
            </a:xfrm>
            <a:prstGeom prst="rect">
              <a:avLst/>
            </a:prstGeom>
          </p:spPr>
        </p:pic>
      </p:grpSp>
      <p:grpSp>
        <p:nvGrpSpPr>
          <p:cNvPr id="11" name="DC Product Icons" descr="Apps and Platforms Dcoument Cloud product icons">
            <a:extLst>
              <a:ext uri="{FF2B5EF4-FFF2-40B4-BE49-F238E27FC236}">
                <a16:creationId xmlns:a16="http://schemas.microsoft.com/office/drawing/2014/main" id="{E1BC9700-8DCB-7225-822F-2D7A555CF965}"/>
              </a:ext>
            </a:extLst>
          </p:cNvPr>
          <p:cNvGrpSpPr/>
          <p:nvPr/>
        </p:nvGrpSpPr>
        <p:grpSpPr>
          <a:xfrm>
            <a:off x="7461690" y="1821337"/>
            <a:ext cx="1661215" cy="1429244"/>
            <a:chOff x="7461690" y="1821337"/>
            <a:chExt cx="1661215" cy="1429244"/>
          </a:xfrm>
        </p:grpSpPr>
        <p:sp>
          <p:nvSpPr>
            <p:cNvPr id="175" name="TextBox 174">
              <a:extLst>
                <a:ext uri="{FF2B5EF4-FFF2-40B4-BE49-F238E27FC236}">
                  <a16:creationId xmlns:a16="http://schemas.microsoft.com/office/drawing/2014/main" id="{79219610-69DB-3375-25A6-8766FCAD0742}"/>
                </a:ext>
              </a:extLst>
            </p:cNvPr>
            <p:cNvSpPr txBox="1"/>
            <p:nvPr/>
          </p:nvSpPr>
          <p:spPr>
            <a:xfrm>
              <a:off x="8424582" y="3003077"/>
              <a:ext cx="632678" cy="170560"/>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Scan</a:t>
              </a:r>
            </a:p>
          </p:txBody>
        </p:sp>
        <p:pic>
          <p:nvPicPr>
            <p:cNvPr id="160" name="Adobe Scan icon" descr="Adobe Scan logo">
              <a:extLst>
                <a:ext uri="{FF2B5EF4-FFF2-40B4-BE49-F238E27FC236}">
                  <a16:creationId xmlns:a16="http://schemas.microsoft.com/office/drawing/2014/main" id="{D3C4432A-25C1-E035-0D23-330CC9E1D9C9}"/>
                </a:ext>
              </a:extLst>
            </p:cNvPr>
            <p:cNvPicPr>
              <a:picLocks noChangeAspect="1"/>
            </p:cNvPicPr>
            <p:nvPr/>
          </p:nvPicPr>
          <p:blipFill>
            <a:blip r:embed="rId83">
              <a:extLst>
                <a:ext uri="{96DAC541-7B7A-43D3-8B79-37D633B846F1}">
                  <asvg:svgBlip xmlns:asvg="http://schemas.microsoft.com/office/drawing/2016/SVG/main" r:embed="rId84"/>
                </a:ext>
              </a:extLst>
            </a:blip>
            <a:srcRect/>
            <a:stretch/>
          </p:blipFill>
          <p:spPr>
            <a:xfrm>
              <a:off x="8512321" y="2549322"/>
              <a:ext cx="457200" cy="444500"/>
            </a:xfrm>
            <a:prstGeom prst="rect">
              <a:avLst/>
            </a:prstGeom>
          </p:spPr>
        </p:pic>
        <p:sp>
          <p:nvSpPr>
            <p:cNvPr id="176" name="TextBox 175">
              <a:extLst>
                <a:ext uri="{FF2B5EF4-FFF2-40B4-BE49-F238E27FC236}">
                  <a16:creationId xmlns:a16="http://schemas.microsoft.com/office/drawing/2014/main" id="{5EE3222D-8BC4-B2D4-FCAD-190D895E6D44}"/>
                </a:ext>
              </a:extLst>
            </p:cNvPr>
            <p:cNvSpPr txBox="1"/>
            <p:nvPr/>
          </p:nvSpPr>
          <p:spPr>
            <a:xfrm>
              <a:off x="7548206" y="3003077"/>
              <a:ext cx="806059"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Acrobat Sign</a:t>
              </a:r>
            </a:p>
          </p:txBody>
        </p:sp>
        <p:pic>
          <p:nvPicPr>
            <p:cNvPr id="162" name="Adobe Acrobat Sign icon" descr="Adobe Acrobat Sign logo">
              <a:extLst>
                <a:ext uri="{FF2B5EF4-FFF2-40B4-BE49-F238E27FC236}">
                  <a16:creationId xmlns:a16="http://schemas.microsoft.com/office/drawing/2014/main" id="{0193A684-CAA0-6014-7F32-8AAF6134BD1F}"/>
                </a:ext>
              </a:extLst>
            </p:cNvPr>
            <p:cNvPicPr>
              <a:picLocks noChangeAspect="1"/>
            </p:cNvPicPr>
            <p:nvPr/>
          </p:nvPicPr>
          <p:blipFill>
            <a:blip r:embed="rId85">
              <a:extLst>
                <a:ext uri="{96DAC541-7B7A-43D3-8B79-37D633B846F1}">
                  <asvg:svgBlip xmlns:asvg="http://schemas.microsoft.com/office/drawing/2016/SVG/main" r:embed="rId86"/>
                </a:ext>
              </a:extLst>
            </a:blip>
            <a:srcRect/>
            <a:stretch/>
          </p:blipFill>
          <p:spPr>
            <a:xfrm>
              <a:off x="7722635" y="2549322"/>
              <a:ext cx="457200" cy="444500"/>
            </a:xfrm>
            <a:prstGeom prst="rect">
              <a:avLst/>
            </a:prstGeom>
          </p:spPr>
        </p:pic>
        <p:sp>
          <p:nvSpPr>
            <p:cNvPr id="172" name="TextBox 171">
              <a:extLst>
                <a:ext uri="{FF2B5EF4-FFF2-40B4-BE49-F238E27FC236}">
                  <a16:creationId xmlns:a16="http://schemas.microsoft.com/office/drawing/2014/main" id="{0B9B49BD-4C7F-89FE-02DE-559743C7A778}"/>
                </a:ext>
              </a:extLst>
            </p:cNvPr>
            <p:cNvSpPr txBox="1"/>
            <p:nvPr/>
          </p:nvSpPr>
          <p:spPr>
            <a:xfrm>
              <a:off x="8358937" y="2270630"/>
              <a:ext cx="763968"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Acrobat Classic</a:t>
              </a:r>
            </a:p>
          </p:txBody>
        </p:sp>
        <p:pic>
          <p:nvPicPr>
            <p:cNvPr id="164" name="Adobe Acrobat Classic icon" descr="Adobe Acrobat Classic logo">
              <a:extLst>
                <a:ext uri="{FF2B5EF4-FFF2-40B4-BE49-F238E27FC236}">
                  <a16:creationId xmlns:a16="http://schemas.microsoft.com/office/drawing/2014/main" id="{70155421-5162-B04F-0C66-802B7BB0D3CE}"/>
                </a:ext>
              </a:extLst>
            </p:cNvPr>
            <p:cNvPicPr>
              <a:picLocks noChangeAspect="1"/>
            </p:cNvPicPr>
            <p:nvPr/>
          </p:nvPicPr>
          <p:blipFill>
            <a:blip r:embed="rId87">
              <a:extLst>
                <a:ext uri="{96DAC541-7B7A-43D3-8B79-37D633B846F1}">
                  <asvg:svgBlip xmlns:asvg="http://schemas.microsoft.com/office/drawing/2016/SVG/main" r:embed="rId88"/>
                </a:ext>
              </a:extLst>
            </a:blip>
            <a:srcRect/>
            <a:stretch/>
          </p:blipFill>
          <p:spPr>
            <a:xfrm>
              <a:off x="8512321" y="1821337"/>
              <a:ext cx="457200" cy="444500"/>
            </a:xfrm>
            <a:prstGeom prst="rect">
              <a:avLst/>
            </a:prstGeom>
          </p:spPr>
        </p:pic>
        <p:sp>
          <p:nvSpPr>
            <p:cNvPr id="169" name="TextBox 168">
              <a:extLst>
                <a:ext uri="{FF2B5EF4-FFF2-40B4-BE49-F238E27FC236}">
                  <a16:creationId xmlns:a16="http://schemas.microsoft.com/office/drawing/2014/main" id="{52C9B625-9AD0-2568-5B46-81F1968597BD}"/>
                </a:ext>
              </a:extLst>
            </p:cNvPr>
            <p:cNvSpPr txBox="1"/>
            <p:nvPr/>
          </p:nvSpPr>
          <p:spPr>
            <a:xfrm>
              <a:off x="7461690" y="2270630"/>
              <a:ext cx="979090" cy="247504"/>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Acrobat Reader/Standard/Pro</a:t>
              </a:r>
            </a:p>
          </p:txBody>
        </p:sp>
        <p:pic>
          <p:nvPicPr>
            <p:cNvPr id="168" name="Adobe Acrobat Reader/Standard/Pro icon" descr="Adobe Acrobat Reader/Standard/Pro logo">
              <a:extLst>
                <a:ext uri="{FF2B5EF4-FFF2-40B4-BE49-F238E27FC236}">
                  <a16:creationId xmlns:a16="http://schemas.microsoft.com/office/drawing/2014/main" id="{97E8F8DB-6D7B-65A9-7683-E81CF5CD8E3E}"/>
                </a:ext>
              </a:extLst>
            </p:cNvPr>
            <p:cNvPicPr>
              <a:picLocks noChangeAspect="1"/>
            </p:cNvPicPr>
            <p:nvPr/>
          </p:nvPicPr>
          <p:blipFill>
            <a:blip r:embed="rId89">
              <a:extLst>
                <a:ext uri="{96DAC541-7B7A-43D3-8B79-37D633B846F1}">
                  <asvg:svgBlip xmlns:asvg="http://schemas.microsoft.com/office/drawing/2016/SVG/main" r:embed="rId90"/>
                </a:ext>
              </a:extLst>
            </a:blip>
            <a:srcRect/>
            <a:stretch/>
          </p:blipFill>
          <p:spPr>
            <a:xfrm>
              <a:off x="7722635" y="1821337"/>
              <a:ext cx="457200" cy="444500"/>
            </a:xfrm>
            <a:prstGeom prst="rect">
              <a:avLst/>
            </a:prstGeom>
          </p:spPr>
        </p:pic>
      </p:grpSp>
      <p:grpSp>
        <p:nvGrpSpPr>
          <p:cNvPr id="12" name="EC Product Icons" descr="Apps and Platforms Experience Cloud product icons">
            <a:extLst>
              <a:ext uri="{FF2B5EF4-FFF2-40B4-BE49-F238E27FC236}">
                <a16:creationId xmlns:a16="http://schemas.microsoft.com/office/drawing/2014/main" id="{3BBBE272-BBBE-BC9B-81A4-DA663D49FB0A}"/>
              </a:ext>
            </a:extLst>
          </p:cNvPr>
          <p:cNvGrpSpPr/>
          <p:nvPr/>
        </p:nvGrpSpPr>
        <p:grpSpPr>
          <a:xfrm>
            <a:off x="9654497" y="1857921"/>
            <a:ext cx="1927903" cy="4422528"/>
            <a:chOff x="9654497" y="1857921"/>
            <a:chExt cx="1927903" cy="4422528"/>
          </a:xfrm>
        </p:grpSpPr>
        <p:sp>
          <p:nvSpPr>
            <p:cNvPr id="34" name="TextBox 33">
              <a:extLst>
                <a:ext uri="{FF2B5EF4-FFF2-40B4-BE49-F238E27FC236}">
                  <a16:creationId xmlns:a16="http://schemas.microsoft.com/office/drawing/2014/main" id="{D21092C6-E038-A441-C569-FEE21DBFD9E1}"/>
                </a:ext>
              </a:extLst>
            </p:cNvPr>
            <p:cNvSpPr txBox="1"/>
            <p:nvPr/>
          </p:nvSpPr>
          <p:spPr>
            <a:xfrm>
              <a:off x="9914452" y="6109889"/>
              <a:ext cx="1334304" cy="170560"/>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Workfront</a:t>
              </a:r>
            </a:p>
          </p:txBody>
        </p:sp>
        <p:pic>
          <p:nvPicPr>
            <p:cNvPr id="32" name="Adobe Workfront icon" descr="Adobe Workfront logo">
              <a:extLst>
                <a:ext uri="{FF2B5EF4-FFF2-40B4-BE49-F238E27FC236}">
                  <a16:creationId xmlns:a16="http://schemas.microsoft.com/office/drawing/2014/main" id="{65583668-1E58-4CF9-D258-268C08D2AC9B}"/>
                </a:ext>
              </a:extLst>
            </p:cNvPr>
            <p:cNvPicPr>
              <a:picLocks noChangeAspect="1"/>
            </p:cNvPicPr>
            <p:nvPr/>
          </p:nvPicPr>
          <p:blipFill>
            <a:blip r:embed="rId91">
              <a:extLst>
                <a:ext uri="{96DAC541-7B7A-43D3-8B79-37D633B846F1}">
                  <asvg:svgBlip xmlns:asvg="http://schemas.microsoft.com/office/drawing/2016/SVG/main" r:embed="rId92"/>
                </a:ext>
              </a:extLst>
            </a:blip>
            <a:srcRect/>
            <a:stretch/>
          </p:blipFill>
          <p:spPr>
            <a:xfrm>
              <a:off x="10353004" y="5637419"/>
              <a:ext cx="457200" cy="444500"/>
            </a:xfrm>
            <a:prstGeom prst="rect">
              <a:avLst/>
            </a:prstGeom>
            <a:ln w="12700">
              <a:noFill/>
            </a:ln>
            <a:effectLst>
              <a:outerShdw blurRad="36062" sx="97209" sy="97209" algn="ctr" rotWithShape="0">
                <a:prstClr val="black">
                  <a:alpha val="40000"/>
                </a:prstClr>
              </a:outerShdw>
            </a:effectLst>
          </p:spPr>
        </p:pic>
        <p:sp>
          <p:nvSpPr>
            <p:cNvPr id="158" name="TextBox 157">
              <a:extLst>
                <a:ext uri="{FF2B5EF4-FFF2-40B4-BE49-F238E27FC236}">
                  <a16:creationId xmlns:a16="http://schemas.microsoft.com/office/drawing/2014/main" id="{47F2294F-AEDF-7AA8-7119-6557E6CFDA2D}"/>
                </a:ext>
              </a:extLst>
            </p:cNvPr>
            <p:cNvSpPr txBox="1"/>
            <p:nvPr/>
          </p:nvSpPr>
          <p:spPr>
            <a:xfrm>
              <a:off x="9914452" y="5281507"/>
              <a:ext cx="1334304" cy="170560"/>
            </a:xfrm>
            <a:prstGeom prst="rect">
              <a:avLst/>
            </a:prstGeom>
            <a:noFill/>
          </p:spPr>
          <p:txBody>
            <a:bodyPr wrap="square" rtlCol="0">
              <a:spAutoFit/>
            </a:bodyPr>
            <a:lstStyle/>
            <a:p>
              <a:pPr algn="ctr">
                <a:lnSpc>
                  <a:spcPts val="640"/>
                </a:lnSpc>
              </a:pPr>
              <a:r>
                <a:rPr lang="en-US" sz="700" b="1" dirty="0">
                  <a:latin typeface="Adobe Clean" panose="020B0503020404020204" pitchFamily="34" charset="0"/>
                </a:rPr>
                <a:t>Adobe Experience Platform</a:t>
              </a:r>
            </a:p>
          </p:txBody>
        </p:sp>
        <p:pic>
          <p:nvPicPr>
            <p:cNvPr id="157" name="Adobe Experience Platform icon" descr="Adobe Experience Platform logo">
              <a:extLst>
                <a:ext uri="{FF2B5EF4-FFF2-40B4-BE49-F238E27FC236}">
                  <a16:creationId xmlns:a16="http://schemas.microsoft.com/office/drawing/2014/main" id="{210BBF12-38FA-779F-32B6-A783F611D8D1}"/>
                </a:ext>
              </a:extLst>
            </p:cNvPr>
            <p:cNvPicPr>
              <a:picLocks noChangeAspect="1"/>
            </p:cNvPicPr>
            <p:nvPr/>
          </p:nvPicPr>
          <p:blipFill>
            <a:blip r:embed="rId93">
              <a:extLst>
                <a:ext uri="{96DAC541-7B7A-43D3-8B79-37D633B846F1}">
                  <asvg:svgBlip xmlns:asvg="http://schemas.microsoft.com/office/drawing/2016/SVG/main" r:embed="rId94"/>
                </a:ext>
              </a:extLst>
            </a:blip>
            <a:srcRect/>
            <a:stretch/>
          </p:blipFill>
          <p:spPr>
            <a:xfrm>
              <a:off x="10353004" y="4836745"/>
              <a:ext cx="457200" cy="444500"/>
            </a:xfrm>
            <a:prstGeom prst="rect">
              <a:avLst/>
            </a:prstGeom>
          </p:spPr>
        </p:pic>
        <p:sp>
          <p:nvSpPr>
            <p:cNvPr id="153" name="TextBox 152">
              <a:extLst>
                <a:ext uri="{FF2B5EF4-FFF2-40B4-BE49-F238E27FC236}">
                  <a16:creationId xmlns:a16="http://schemas.microsoft.com/office/drawing/2014/main" id="{3571BF25-2DB4-8718-C86C-97511D2F9614}"/>
                </a:ext>
              </a:extLst>
            </p:cNvPr>
            <p:cNvSpPr txBox="1"/>
            <p:nvPr/>
          </p:nvSpPr>
          <p:spPr>
            <a:xfrm>
              <a:off x="9813653" y="3907355"/>
              <a:ext cx="1528311" cy="661078"/>
            </a:xfrm>
            <a:prstGeom prst="rect">
              <a:avLst/>
            </a:prstGeom>
            <a:noFill/>
          </p:spPr>
          <p:txBody>
            <a:bodyPr wrap="square" rtlCol="0">
              <a:spAutoFit/>
            </a:bodyPr>
            <a:lstStyle/>
            <a:p>
              <a:pPr algn="ctr">
                <a:lnSpc>
                  <a:spcPts val="940"/>
                </a:lnSpc>
              </a:pPr>
              <a:r>
                <a:rPr lang="en-US" sz="700" b="1" dirty="0">
                  <a:latin typeface="Adobe Clean" panose="020B0503020404020204" pitchFamily="34" charset="0"/>
                </a:rPr>
                <a:t>Data insights and audiences</a:t>
              </a:r>
            </a:p>
            <a:p>
              <a:pPr algn="ctr">
                <a:lnSpc>
                  <a:spcPts val="940"/>
                </a:lnSpc>
              </a:pPr>
              <a:r>
                <a:rPr lang="en-US" sz="700" dirty="0">
                  <a:latin typeface="Adobe Clean" panose="020B0503020404020204" pitchFamily="34" charset="0"/>
                </a:rPr>
                <a:t>Adobe Analytics</a:t>
              </a:r>
            </a:p>
            <a:p>
              <a:pPr algn="ctr">
                <a:lnSpc>
                  <a:spcPts val="940"/>
                </a:lnSpc>
              </a:pPr>
              <a:r>
                <a:rPr lang="en-US" sz="700" dirty="0">
                  <a:latin typeface="Adobe Clean" panose="020B0503020404020204" pitchFamily="34" charset="0"/>
                </a:rPr>
                <a:t>Adobe Customer Journey Analytics</a:t>
              </a:r>
            </a:p>
            <a:p>
              <a:pPr algn="ctr">
                <a:lnSpc>
                  <a:spcPts val="940"/>
                </a:lnSpc>
              </a:pPr>
              <a:r>
                <a:rPr lang="en-US" sz="700" dirty="0">
                  <a:latin typeface="Adobe Clean" panose="020B0503020404020204" pitchFamily="34" charset="0"/>
                </a:rPr>
                <a:t>Adobe Real-Time CDP</a:t>
              </a:r>
            </a:p>
            <a:p>
              <a:pPr algn="ctr">
                <a:lnSpc>
                  <a:spcPts val="940"/>
                </a:lnSpc>
              </a:pPr>
              <a:r>
                <a:rPr lang="en-US" sz="700" dirty="0">
                  <a:latin typeface="Adobe Clean" panose="020B0503020404020204" pitchFamily="34" charset="0"/>
                </a:rPr>
                <a:t>Adobe Mix Modeler</a:t>
              </a:r>
            </a:p>
          </p:txBody>
        </p:sp>
        <p:sp>
          <p:nvSpPr>
            <p:cNvPr id="154" name="TextBox 153">
              <a:extLst>
                <a:ext uri="{FF2B5EF4-FFF2-40B4-BE49-F238E27FC236}">
                  <a16:creationId xmlns:a16="http://schemas.microsoft.com/office/drawing/2014/main" id="{3FFAA560-06C9-3E34-2957-A9829525FCBD}"/>
                </a:ext>
              </a:extLst>
            </p:cNvPr>
            <p:cNvSpPr txBox="1"/>
            <p:nvPr/>
          </p:nvSpPr>
          <p:spPr>
            <a:xfrm>
              <a:off x="9910656" y="3148638"/>
              <a:ext cx="1334304" cy="661078"/>
            </a:xfrm>
            <a:prstGeom prst="rect">
              <a:avLst/>
            </a:prstGeom>
            <a:noFill/>
          </p:spPr>
          <p:txBody>
            <a:bodyPr wrap="square" rtlCol="0">
              <a:spAutoFit/>
            </a:bodyPr>
            <a:lstStyle/>
            <a:p>
              <a:pPr algn="ctr">
                <a:lnSpc>
                  <a:spcPts val="940"/>
                </a:lnSpc>
              </a:pPr>
              <a:r>
                <a:rPr lang="en-US" sz="700" b="1" dirty="0">
                  <a:latin typeface="Adobe Clean" panose="020B0503020404020204" pitchFamily="34" charset="0"/>
                </a:rPr>
                <a:t>Customer journeys</a:t>
              </a:r>
            </a:p>
            <a:p>
              <a:pPr algn="ctr">
                <a:lnSpc>
                  <a:spcPts val="940"/>
                </a:lnSpc>
              </a:pPr>
              <a:r>
                <a:rPr lang="en-US" sz="700" dirty="0">
                  <a:latin typeface="Adobe Clean" panose="020B0503020404020204" pitchFamily="34" charset="0"/>
                </a:rPr>
                <a:t>Adobe Journey Optimizer</a:t>
              </a:r>
            </a:p>
            <a:p>
              <a:pPr algn="ctr">
                <a:lnSpc>
                  <a:spcPts val="940"/>
                </a:lnSpc>
              </a:pPr>
              <a:r>
                <a:rPr lang="en-US" sz="700" dirty="0">
                  <a:latin typeface="Adobe Clean" panose="020B0503020404020204" pitchFamily="34" charset="0"/>
                </a:rPr>
                <a:t>Adobe Marketo Engage</a:t>
              </a:r>
            </a:p>
            <a:p>
              <a:pPr algn="ctr">
                <a:lnSpc>
                  <a:spcPts val="940"/>
                </a:lnSpc>
              </a:pPr>
              <a:r>
                <a:rPr lang="en-US" sz="700" dirty="0">
                  <a:latin typeface="Adobe Clean" panose="020B0503020404020204" pitchFamily="34" charset="0"/>
                </a:rPr>
                <a:t>Adobe Target</a:t>
              </a:r>
            </a:p>
            <a:p>
              <a:pPr algn="ctr">
                <a:lnSpc>
                  <a:spcPts val="940"/>
                </a:lnSpc>
              </a:pPr>
              <a:r>
                <a:rPr lang="en-US" sz="700" dirty="0">
                  <a:latin typeface="Adobe Clean" panose="020B0503020404020204" pitchFamily="34" charset="0"/>
                </a:rPr>
                <a:t>Adobe Campaign</a:t>
              </a:r>
            </a:p>
          </p:txBody>
        </p:sp>
        <p:sp>
          <p:nvSpPr>
            <p:cNvPr id="152" name="TextBox 151">
              <a:extLst>
                <a:ext uri="{FF2B5EF4-FFF2-40B4-BE49-F238E27FC236}">
                  <a16:creationId xmlns:a16="http://schemas.microsoft.com/office/drawing/2014/main" id="{AC7490DF-EE10-43B0-B12D-0342AC88ED91}"/>
                </a:ext>
              </a:extLst>
            </p:cNvPr>
            <p:cNvSpPr txBox="1"/>
            <p:nvPr/>
          </p:nvSpPr>
          <p:spPr>
            <a:xfrm>
              <a:off x="9654497" y="2389921"/>
              <a:ext cx="1927903" cy="661078"/>
            </a:xfrm>
            <a:prstGeom prst="rect">
              <a:avLst/>
            </a:prstGeom>
            <a:noFill/>
          </p:spPr>
          <p:txBody>
            <a:bodyPr wrap="square" rtlCol="0">
              <a:spAutoFit/>
            </a:bodyPr>
            <a:lstStyle/>
            <a:p>
              <a:pPr algn="ctr">
                <a:lnSpc>
                  <a:spcPts val="940"/>
                </a:lnSpc>
              </a:pPr>
              <a:r>
                <a:rPr lang="en-US" sz="700" b="1" dirty="0">
                  <a:latin typeface="Adobe Clean" panose="020B0503020404020204" pitchFamily="34" charset="0"/>
                </a:rPr>
                <a:t>Content, commerce, and workflows</a:t>
              </a:r>
            </a:p>
            <a:p>
              <a:pPr algn="ctr">
                <a:lnSpc>
                  <a:spcPts val="940"/>
                </a:lnSpc>
              </a:pPr>
              <a:r>
                <a:rPr lang="en-US" sz="700" dirty="0">
                  <a:latin typeface="Adobe Clean" panose="020B0503020404020204" pitchFamily="34" charset="0"/>
                </a:rPr>
                <a:t>Adobe Experience Manager</a:t>
              </a:r>
            </a:p>
            <a:p>
              <a:pPr algn="ctr">
                <a:lnSpc>
                  <a:spcPts val="940"/>
                </a:lnSpc>
              </a:pPr>
              <a:r>
                <a:rPr lang="en-US" sz="700" dirty="0">
                  <a:latin typeface="Adobe Clean" panose="020B0503020404020204" pitchFamily="34" charset="0"/>
                </a:rPr>
                <a:t>Adobe Commerce</a:t>
              </a:r>
            </a:p>
            <a:p>
              <a:pPr algn="ctr">
                <a:lnSpc>
                  <a:spcPts val="940"/>
                </a:lnSpc>
              </a:pPr>
              <a:r>
                <a:rPr lang="en-US" sz="700" dirty="0">
                  <a:latin typeface="Adobe Clean" panose="020B0503020404020204" pitchFamily="34" charset="0"/>
                </a:rPr>
                <a:t>Adobe Workfront</a:t>
              </a:r>
            </a:p>
            <a:p>
              <a:pPr algn="ctr">
                <a:lnSpc>
                  <a:spcPts val="940"/>
                </a:lnSpc>
              </a:pPr>
              <a:r>
                <a:rPr lang="en-US" sz="700" dirty="0">
                  <a:latin typeface="Adobe Clean" panose="020B0503020404020204" pitchFamily="34" charset="0"/>
                </a:rPr>
                <a:t>Adobe </a:t>
              </a:r>
              <a:r>
                <a:rPr lang="en-US" sz="700" dirty="0" err="1">
                  <a:latin typeface="Adobe Clean" panose="020B0503020404020204" pitchFamily="34" charset="0"/>
                </a:rPr>
                <a:t>GenStudio</a:t>
              </a:r>
              <a:r>
                <a:rPr lang="en-US" sz="700" dirty="0">
                  <a:latin typeface="Adobe Clean" panose="020B0503020404020204" pitchFamily="34" charset="0"/>
                </a:rPr>
                <a:t> for Performance Marketing</a:t>
              </a:r>
            </a:p>
          </p:txBody>
        </p:sp>
        <p:pic>
          <p:nvPicPr>
            <p:cNvPr id="5" name="Adobe Experience Cloud products icon" descr="Adobe Experience Cloud Products logo&#13;&#10;">
              <a:extLst>
                <a:ext uri="{FF2B5EF4-FFF2-40B4-BE49-F238E27FC236}">
                  <a16:creationId xmlns:a16="http://schemas.microsoft.com/office/drawing/2014/main" id="{93145D2D-D080-F8F4-27BE-63B692B6C72B}"/>
                </a:ext>
              </a:extLst>
            </p:cNvPr>
            <p:cNvPicPr>
              <a:picLocks noChangeAspect="1"/>
            </p:cNvPicPr>
            <p:nvPr/>
          </p:nvPicPr>
          <p:blipFill>
            <a:blip r:embed="rId95">
              <a:extLst>
                <a:ext uri="{96DAC541-7B7A-43D3-8B79-37D633B846F1}">
                  <asvg:svgBlip xmlns:asvg="http://schemas.microsoft.com/office/drawing/2016/SVG/main" r:embed="rId96"/>
                </a:ext>
              </a:extLst>
            </a:blip>
            <a:srcRect/>
            <a:stretch/>
          </p:blipFill>
          <p:spPr>
            <a:xfrm>
              <a:off x="10354537" y="1857921"/>
              <a:ext cx="457200" cy="444500"/>
            </a:xfrm>
            <a:prstGeom prst="rect">
              <a:avLst/>
            </a:prstGeom>
            <a:ln w="12700">
              <a:noFill/>
            </a:ln>
            <a:effectLst>
              <a:outerShdw blurRad="36062" sx="97209" sy="97209" algn="ctr" rotWithShape="0">
                <a:prstClr val="black">
                  <a:alpha val="40000"/>
                </a:prstClr>
              </a:outerShdw>
            </a:effectLst>
          </p:spPr>
        </p:pic>
      </p:grpSp>
    </p:spTree>
    <p:extLst>
      <p:ext uri="{BB962C8B-B14F-4D97-AF65-F5344CB8AC3E}">
        <p14:creationId xmlns:p14="http://schemas.microsoft.com/office/powerpoint/2010/main" val="1405160945"/>
      </p:ext>
    </p:extLst>
  </p:cSld>
  <p:clrMapOvr>
    <a:masterClrMapping/>
  </p:clrMapOvr>
  <p:transition spd="med"/>
</p:sld>
</file>

<file path=ppt/theme/theme1.xml><?xml version="1.0" encoding="utf-8"?>
<a:theme xmlns:a="http://schemas.openxmlformats.org/drawingml/2006/main" name="Adobe Template 2024">
  <a:themeElements>
    <a:clrScheme name="Adobe 2024">
      <a:dk1>
        <a:srgbClr val="000000"/>
      </a:dk1>
      <a:lt1>
        <a:srgbClr val="FFFFFF"/>
      </a:lt1>
      <a:dk2>
        <a:srgbClr val="2C2C2C"/>
      </a:dk2>
      <a:lt2>
        <a:srgbClr val="F5F5F5"/>
      </a:lt2>
      <a:accent1>
        <a:srgbClr val="0AA35B"/>
      </a:accent1>
      <a:accent2>
        <a:srgbClr val="3A63F9"/>
      </a:accent2>
      <a:accent3>
        <a:srgbClr val="FF66CC"/>
      </a:accent3>
      <a:accent4>
        <a:srgbClr val="FFA311"/>
      </a:accent4>
      <a:accent5>
        <a:srgbClr val="F3C600"/>
      </a:accent5>
      <a:accent6>
        <a:srgbClr val="EB1000"/>
      </a:accent6>
      <a:hlink>
        <a:srgbClr val="5F5F5F"/>
      </a:hlink>
      <a:folHlink>
        <a:srgbClr val="919191"/>
      </a:folHlink>
    </a:clrScheme>
    <a:fontScheme name="Adobe 2024">
      <a:majorFont>
        <a:latin typeface="Adobe Clean Black"/>
        <a:ea typeface=""/>
        <a:cs typeface=""/>
      </a:majorFont>
      <a:minorFont>
        <a:latin typeface="Adobe Cle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4C4C4"/>
        </a:solidFill>
        <a:ln>
          <a:noFill/>
        </a:ln>
      </a:spPr>
      <a:bodyPr rtlCol="0" anchor="ctr"/>
      <a:lstStyle>
        <a:defPPr algn="ctr">
          <a:defRPr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rgbClr val="0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10000"/>
          </a:lnSpc>
          <a:spcBef>
            <a:spcPts val="9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 dockstate="right" visibility="0" width="35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FDFCA518-E110-7A4E-8C23-7E933C39BA21}">
  <we:reference id="6a7bd4f3-0563-43af-8c08-79110eebdff6" version="1.1.4.0" store="EXCatalog" storeType="EXCatalog"/>
  <we:alternateReferences>
    <we:reference id="WA104381155" version="1.1.4.0"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17A8BD02-3C67-344E-A79D-108E81CF67C1}">
  <we:reference id="b0430364-2ab6-47cd-907e-f8b72239b204" version="4.6.79.0" store="EXCatalog" storeType="EXCatalog"/>
  <we:alternateReferences>
    <we:reference id="WA200000729" version="4.6.79.0" store="en-US"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879836B7-688A-D345-B4C0-7BFBC7971B91}">
  <we:reference id="a3b40b4f-8edf-490e-9df1-7e66f93912bf" version="1.0.33.0" store="EXCatalog" storeType="EXCatalog"/>
  <we:alternateReferences>
    <we:reference id="WA104380526" version="1.0.33.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C1E330420DBD418D5B620A8C9D53C3" ma:contentTypeVersion="4" ma:contentTypeDescription="Create a new document." ma:contentTypeScope="" ma:versionID="161ebf91384bd4ce04c6344ec46ffba0">
  <xsd:schema xmlns:xsd="http://www.w3.org/2001/XMLSchema" xmlns:xs="http://www.w3.org/2001/XMLSchema" xmlns:p="http://schemas.microsoft.com/office/2006/metadata/properties" xmlns:ns2="6b0ab358-a088-4e6e-bfec-d9b12e2052a0" targetNamespace="http://schemas.microsoft.com/office/2006/metadata/properties" ma:root="true" ma:fieldsID="b22a944ac4c21b7b41787822d4746f96" ns2:_="">
    <xsd:import namespace="6b0ab358-a088-4e6e-bfec-d9b12e2052a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0ab358-a088-4e6e-bfec-d9b12e2052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7CB1AD-E214-46C5-86F9-85C8F29FA0E6}">
  <ds:schemaRefs>
    <ds:schemaRef ds:uri="6b0ab358-a088-4e6e-bfec-d9b12e2052a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3C468D7-2A62-4899-BEF3-AA07431EA73C}">
  <ds:schemaRefs>
    <ds:schemaRef ds:uri="http://schemas.microsoft.com/sharepoint/v3/contenttype/forms"/>
  </ds:schemaRefs>
</ds:datastoreItem>
</file>

<file path=customXml/itemProps3.xml><?xml version="1.0" encoding="utf-8"?>
<ds:datastoreItem xmlns:ds="http://schemas.openxmlformats.org/officeDocument/2006/customXml" ds:itemID="{36069ECC-20E0-49A9-BB05-2E7CAA2C58E1}">
  <ds:schemaRefs>
    <ds:schemaRef ds:uri="http://schemas.microsoft.com/office/2006/metadata/properties"/>
    <ds:schemaRef ds:uri="http://www.w3.org/XML/1998/namespace"/>
    <ds:schemaRef ds:uri="http://purl.org/dc/dcmitype/"/>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6b0ab358-a088-4e6e-bfec-d9b12e2052a0"/>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17400</TotalTime>
  <Words>2816</Words>
  <Application>Microsoft Macintosh PowerPoint</Application>
  <PresentationFormat>Widescreen</PresentationFormat>
  <Paragraphs>480</Paragraphs>
  <Slides>69</Slides>
  <Notes>30</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Adobe Clean</vt:lpstr>
      <vt:lpstr>Adobe Clean Black</vt:lpstr>
      <vt:lpstr>Adobe Clean ExtraBold</vt:lpstr>
      <vt:lpstr>Arial</vt:lpstr>
      <vt:lpstr>Calibri</vt:lpstr>
      <vt:lpstr>clean-regular</vt:lpstr>
      <vt:lpstr>Menlo</vt:lpstr>
      <vt:lpstr>System Font Regular</vt:lpstr>
      <vt:lpstr>Wingdings</vt:lpstr>
      <vt:lpstr>Adobe Template 2024</vt:lpstr>
      <vt:lpstr>PowerPoint Presentation</vt:lpstr>
      <vt:lpstr>Are We There Yet?</vt:lpstr>
      <vt:lpstr>Industry Developments</vt:lpstr>
      <vt:lpstr>Adobe</vt:lpstr>
      <vt:lpstr>       Photoshop</vt:lpstr>
      <vt:lpstr>       Photoshop</vt:lpstr>
      <vt:lpstr>Analysts (Then)</vt:lpstr>
      <vt:lpstr>Analysts</vt:lpstr>
      <vt:lpstr>Large Quote</vt:lpstr>
      <vt:lpstr>Large Quote</vt:lpstr>
      <vt:lpstr>Large Quote</vt:lpstr>
      <vt:lpstr>Binary Search Solution (from 2006 talk)</vt:lpstr>
      <vt:lpstr>Jon Bentley’s Solution (translated to C++)</vt:lpstr>
      <vt:lpstr>Question: If we can’t write binary search…</vt:lpstr>
      <vt:lpstr>Analysts (Now)</vt:lpstr>
      <vt:lpstr>Large Quote</vt:lpstr>
      <vt:lpstr>Large Quote</vt:lpstr>
      <vt:lpstr>Binary Search Solution (Copilot 2025)</vt:lpstr>
      <vt:lpstr>Closer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Answer: Iterative Refinement.</vt:lpstr>
      <vt:lpstr>Generic Programming</vt:lpstr>
      <vt:lpstr>How can we write Better Code?</vt:lpstr>
      <vt:lpstr>Generic Programming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Programming with Generics ≠ Generic Programming</vt:lpstr>
      <vt:lpstr>Programming is Mathematics</vt:lpstr>
      <vt:lpstr>Building a Repository of Algorithms</vt:lpstr>
      <vt:lpstr>Unfortunately, the IRMT doesn’t exist</vt:lpstr>
      <vt:lpstr>Declarative Forms</vt:lpstr>
      <vt:lpstr>Closer Slide</vt:lpstr>
      <vt:lpstr>Title and content</vt:lpstr>
      <vt:lpstr>Agenda</vt:lpstr>
      <vt:lpstr>Image on right 1/2 </vt:lpstr>
      <vt:lpstr>Image on right 1/3</vt:lpstr>
      <vt:lpstr>Title and content, 2 columns (text)</vt:lpstr>
      <vt:lpstr>Title and content, 3 columns (text)</vt:lpstr>
      <vt:lpstr>Title and content, 4 columns (text)</vt:lpstr>
      <vt:lpstr>Title and content, 5 columns (text)</vt:lpstr>
      <vt:lpstr>Title and content, 2 columns (text + images)</vt:lpstr>
      <vt:lpstr>Title and content, 3 columns (text + images)</vt:lpstr>
      <vt:lpstr>Title and content, 4 columns (text + images)</vt:lpstr>
      <vt:lpstr>Title and content, 5 columns (text + images)</vt:lpstr>
      <vt:lpstr>Title and content, 2 columns (image + title)</vt:lpstr>
      <vt:lpstr>Title and content, 3 columns (image + title)</vt:lpstr>
      <vt:lpstr>Title and content, 4 columns (image + title)</vt:lpstr>
      <vt:lpstr>Title and content, 5 columns (image + title) </vt:lpstr>
      <vt:lpstr>1 x 1 image only</vt:lpstr>
      <vt:lpstr>2 x 2 images only</vt:lpstr>
      <vt:lpstr>3 x 2 images only</vt:lpstr>
      <vt:lpstr>8 x 4 images only</vt:lpstr>
      <vt:lpstr>Full bleed image with red thread</vt:lpstr>
      <vt:lpstr>Dark icons for white backgrounds</vt:lpstr>
      <vt:lpstr>Light icons for dark backgrounds</vt:lpstr>
      <vt:lpstr>Adobe cloud and product icons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Adobe presentation template</dc:title>
  <dc:subject/>
  <dc:creator>Adobe</dc:creator>
  <cp:keywords/>
  <dc:description/>
  <cp:lastModifiedBy>Sean Parent</cp:lastModifiedBy>
  <cp:revision>53</cp:revision>
  <dcterms:created xsi:type="dcterms:W3CDTF">2024-01-24T22:04:21Z</dcterms:created>
  <dcterms:modified xsi:type="dcterms:W3CDTF">2025-04-19T01:05:37Z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0x0101001BC1E330420DBD418D5B620A8C9D53C3</vt:lpwstr>
  </property>
</Properties>
</file>