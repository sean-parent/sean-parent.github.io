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5"/>
  </p:notesMasterIdLst>
  <p:sldIdLst>
    <p:sldId id="2147483583" r:id="rId5"/>
    <p:sldId id="2147483551" r:id="rId6"/>
    <p:sldId id="263" r:id="rId7"/>
    <p:sldId id="10953" r:id="rId8"/>
    <p:sldId id="2147483572" r:id="rId9"/>
    <p:sldId id="2147483573" r:id="rId10"/>
    <p:sldId id="2147483581" r:id="rId11"/>
    <p:sldId id="2147483574" r:id="rId12"/>
    <p:sldId id="2147483436" r:id="rId13"/>
    <p:sldId id="2147483575" r:id="rId14"/>
    <p:sldId id="2147483577" r:id="rId15"/>
    <p:sldId id="2147483597" r:id="rId16"/>
    <p:sldId id="265" r:id="rId17"/>
    <p:sldId id="2147483591" r:id="rId18"/>
    <p:sldId id="2147483607" r:id="rId19"/>
    <p:sldId id="2147483576" r:id="rId20"/>
    <p:sldId id="2147483580" r:id="rId21"/>
    <p:sldId id="2147483579" r:id="rId22"/>
    <p:sldId id="2147472774" r:id="rId23"/>
    <p:sldId id="2147483584" r:id="rId24"/>
    <p:sldId id="2147483590" r:id="rId25"/>
    <p:sldId id="2147483585" r:id="rId26"/>
    <p:sldId id="2147483586" r:id="rId27"/>
    <p:sldId id="2147483587" r:id="rId28"/>
    <p:sldId id="2147483588" r:id="rId29"/>
    <p:sldId id="2147483589" r:id="rId30"/>
    <p:sldId id="2147483593" r:id="rId31"/>
    <p:sldId id="2147483569" r:id="rId32"/>
    <p:sldId id="2147483596" r:id="rId33"/>
    <p:sldId id="2147483595" r:id="rId34"/>
    <p:sldId id="2147483598" r:id="rId35"/>
    <p:sldId id="2147483599" r:id="rId36"/>
    <p:sldId id="2147483600" r:id="rId37"/>
    <p:sldId id="2147483601" r:id="rId38"/>
    <p:sldId id="2147483602" r:id="rId39"/>
    <p:sldId id="2147483603" r:id="rId40"/>
    <p:sldId id="2147483604" r:id="rId41"/>
    <p:sldId id="2147483606" r:id="rId42"/>
    <p:sldId id="2147483605" r:id="rId43"/>
    <p:sldId id="2147483608" r:id="rId44"/>
    <p:sldId id="2147483610" r:id="rId45"/>
    <p:sldId id="2147483609" r:id="rId46"/>
    <p:sldId id="2147483627" r:id="rId47"/>
    <p:sldId id="2147483592" r:id="rId48"/>
    <p:sldId id="2147483594" r:id="rId49"/>
    <p:sldId id="2147483618" r:id="rId50"/>
    <p:sldId id="2147483619" r:id="rId51"/>
    <p:sldId id="2147483613" r:id="rId52"/>
    <p:sldId id="2147483614" r:id="rId53"/>
    <p:sldId id="2147483570" r:id="rId54"/>
    <p:sldId id="2147483612" r:id="rId55"/>
    <p:sldId id="2147483611" r:id="rId56"/>
    <p:sldId id="2147483631" r:id="rId57"/>
    <p:sldId id="2147483622" r:id="rId58"/>
    <p:sldId id="2147483623" r:id="rId59"/>
    <p:sldId id="2147483624" r:id="rId60"/>
    <p:sldId id="2147483628" r:id="rId61"/>
    <p:sldId id="2147483616" r:id="rId62"/>
    <p:sldId id="2147483629" r:id="rId63"/>
    <p:sldId id="2147483617" r:id="rId64"/>
    <p:sldId id="2147483615" r:id="rId65"/>
    <p:sldId id="2147483630" r:id="rId66"/>
    <p:sldId id="2147483632" r:id="rId67"/>
    <p:sldId id="2147483625" r:id="rId68"/>
    <p:sldId id="2147483626" r:id="rId69"/>
    <p:sldId id="2147483582" r:id="rId70"/>
    <p:sldId id="2147483578" r:id="rId71"/>
    <p:sldId id="2147483571" r:id="rId72"/>
    <p:sldId id="2147483308" r:id="rId73"/>
    <p:sldId id="2147472784" r:id="rId74"/>
    <p:sldId id="2147472802" r:id="rId75"/>
    <p:sldId id="2147483254" r:id="rId76"/>
    <p:sldId id="2147483317" r:id="rId77"/>
    <p:sldId id="2147483442" r:id="rId78"/>
    <p:sldId id="2147472823" r:id="rId79"/>
    <p:sldId id="2147483292" r:id="rId80"/>
    <p:sldId id="2147483296" r:id="rId81"/>
    <p:sldId id="2147483440" r:id="rId82"/>
    <p:sldId id="2147483298" r:id="rId83"/>
    <p:sldId id="2147483306" r:id="rId84"/>
    <p:sldId id="2147483438" r:id="rId85"/>
    <p:sldId id="2147483446" r:id="rId86"/>
    <p:sldId id="2147472754" r:id="rId87"/>
    <p:sldId id="2147472757" r:id="rId88"/>
    <p:sldId id="2147472760" r:id="rId89"/>
    <p:sldId id="2147483322" r:id="rId90"/>
    <p:sldId id="2147483256" r:id="rId91"/>
    <p:sldId id="2147483404" r:id="rId92"/>
    <p:sldId id="2147483533" r:id="rId93"/>
    <p:sldId id="2147483568" r:id="rId9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73"/>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69"/>
            <p14:sldId id="2147483596"/>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22"/>
            <p14:sldId id="2147483623"/>
            <p14:sldId id="2147483624"/>
            <p14:sldId id="2147483628"/>
            <p14:sldId id="2147483616"/>
            <p14:sldId id="2147483629"/>
            <p14:sldId id="2147483617"/>
            <p14:sldId id="2147483615"/>
            <p14:sldId id="2147483630"/>
            <p14:sldId id="2147483632"/>
            <p14:sldId id="2147483625"/>
            <p14:sldId id="2147483626"/>
            <p14:sldId id="2147483582"/>
            <p14:sldId id="2147483578"/>
            <p14:sldId id="2147483571"/>
            <p14:sldId id="2147483308"/>
            <p14:sldId id="2147472784"/>
            <p14:sldId id="2147472802"/>
            <p14:sldId id="2147483254"/>
            <p14:sldId id="2147483317"/>
            <p14:sldId id="2147483442"/>
            <p14:sldId id="2147472823"/>
            <p14:sldId id="2147483292"/>
            <p14:sldId id="2147483296"/>
            <p14:sldId id="2147483440"/>
            <p14:sldId id="2147483298"/>
            <p14:sldId id="2147483306"/>
            <p14:sldId id="2147483438"/>
            <p14:sldId id="2147483446"/>
            <p14:sldId id="2147472754"/>
            <p14:sldId id="2147472757"/>
            <p14:sldId id="2147472760"/>
            <p14:sldId id="2147483322"/>
            <p14:sldId id="2147483256"/>
            <p14:sldId id="2147483404"/>
            <p14:sldId id="2147483533"/>
            <p14:sldId id="214748356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2"/>
    <p:restoredTop sz="69127"/>
  </p:normalViewPr>
  <p:slideViewPr>
    <p:cSldViewPr snapToGrid="0" showGuides="1">
      <p:cViewPr varScale="1">
        <p:scale>
          <a:sx n="120" d="100"/>
          <a:sy n="120" d="100"/>
        </p:scale>
        <p:origin x="704" y="496"/>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notesMaster" Target="notesMasters/notesMaster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microsoft.com/office/2018/10/relationships/authors" Targe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Dave suggested I give the talk this year, since 18 years later, few of you have heard it (this was long before "That's a Rotate").</a:t>
            </a:r>
          </a:p>
          <a:p>
            <a:endParaRPr lang="en-US" dirty="0"/>
          </a:p>
          <a:p>
            <a:r>
              <a:rPr lang="en-US" dirty="0"/>
              <a:t>Two years after I gave this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 fact: Photoshop 3.0 shipped on Sun and SGI Unix. But that was </a:t>
            </a:r>
            <a:r>
              <a:rPr lang="en-US" i="1" dirty="0"/>
              <a:t>way</a:t>
            </a:r>
            <a:r>
              <a:rPr lang="en-US" dirty="0"/>
              <a:t> back in 1994.</a:t>
            </a:r>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follow a waterfall process out of ignorance. Significant constraints, such as the lead time for printing manuals and box art, and booking manufacturing time for CDs, pushed the processes to front-load features.</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1850855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Possible underflow (requires signed value)</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 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Unfortunately (maybe?) I don’t believe AI fixes everything.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How many generic libraries for Algorithms and Data Structures can you name?</a:t>
            </a:r>
          </a:p>
          <a:p>
            <a:endParaRPr lang="en-US" dirty="0"/>
          </a:p>
          <a:p>
            <a:r>
              <a:rPr lang="en-US" dirty="0"/>
              <a:t>No language progress – Alex’s work had directly influenced C++ Concepts, Rust Traits, and Swift Protocols.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34</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r>
              <a:rPr lang="en-US" dirty="0"/>
              <a:t>Discovering requirements, the concepts they form, and the useful models they</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Lather, rinse, repeat.</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 Bigger is different.</a:t>
            </a:r>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of which he identified 5. 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the “what” and not the “how”</a:t>
            </a:r>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Software development is a process of discovery, not invention.</a:t>
            </a:r>
          </a:p>
          <a:p>
            <a:endParaRPr lang="en-US" dirty="0"/>
          </a:p>
          <a:p>
            <a:r>
              <a:rPr lang="en-US" dirty="0"/>
              <a:t>The laws of mathematics and physics govern our systems.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This is the description in the code I just showed. This is</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237049871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000" dirty="0"/>
          </a:p>
        </p:txBody>
      </p:sp>
      <p:sp>
        <p:nvSpPr>
          <p:cNvPr id="4" name="Slide Number Placeholder 3"/>
          <p:cNvSpPr>
            <a:spLocks noGrp="1"/>
          </p:cNvSpPr>
          <p:nvPr>
            <p:ph type="sldNum" sz="quarter" idx="5"/>
          </p:nvPr>
        </p:nvSpPr>
        <p:spPr/>
        <p:txBody>
          <a:bodyPr/>
          <a:lstStyle/>
          <a:p>
            <a:fld id="{EFBB79AF-D22A-4E5D-9392-72114F6AB7F4}" type="slidenum">
              <a:rPr lang="en-US" smtClean="0"/>
              <a:t>90</a:t>
            </a:fld>
            <a:endParaRPr lang="en-US"/>
          </a:p>
        </p:txBody>
      </p:sp>
    </p:spTree>
    <p:extLst>
      <p:ext uri="{BB962C8B-B14F-4D97-AF65-F5344CB8AC3E}">
        <p14:creationId xmlns:p14="http://schemas.microsoft.com/office/powerpoint/2010/main" val="5904874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4/24/25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4/24/25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4/24/25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4/24/25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4/24/25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4/24/25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4/24/25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4/24/25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4/24/25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4/24/25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4/24/25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4/24/25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4/24/25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4/24/25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4/24/25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4/24/25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5.xml"/></Relationships>
</file>

<file path=ppt/slides/_rels/slide8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6.xml"/></Relationships>
</file>

<file path=ppt/slides/_rels/slide8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7.xml"/></Relationships>
</file>

<file path=ppt/slides/_rels/slide8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8.xml"/></Relationships>
</file>

<file path=ppt/slides/_rels/slide8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9.xml"/></Relationships>
</file>

<file path=ppt/slides/_rels/slide8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png"/><Relationship Id="rId1" Type="http://schemas.openxmlformats.org/officeDocument/2006/relationships/slideLayout" Target="../slideLayouts/slideLayout20.xml"/></Relationships>
</file>

<file path=ppt/slides/_rels/slide8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png"/><Relationship Id="rId1" Type="http://schemas.openxmlformats.org/officeDocument/2006/relationships/slideLayout" Target="../slideLayouts/slideLayout21.xml"/></Relationships>
</file>

<file path=ppt/slides/_rels/slide8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2.xml"/></Relationships>
</file>

<file path=ppt/slides/_rels/slide8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117" Type="http://schemas.openxmlformats.org/officeDocument/2006/relationships/image" Target="../media/image138.svg"/><Relationship Id="rId21" Type="http://schemas.openxmlformats.org/officeDocument/2006/relationships/image" Target="../media/image42.svg"/><Relationship Id="rId42" Type="http://schemas.openxmlformats.org/officeDocument/2006/relationships/image" Target="../media/image63.png"/><Relationship Id="rId63" Type="http://schemas.openxmlformats.org/officeDocument/2006/relationships/image" Target="../media/image84.svg"/><Relationship Id="rId84" Type="http://schemas.openxmlformats.org/officeDocument/2006/relationships/image" Target="../media/image105.png"/><Relationship Id="rId138" Type="http://schemas.openxmlformats.org/officeDocument/2006/relationships/image" Target="../media/image159.png"/><Relationship Id="rId159" Type="http://schemas.openxmlformats.org/officeDocument/2006/relationships/image" Target="../media/image180.svg"/><Relationship Id="rId170" Type="http://schemas.openxmlformats.org/officeDocument/2006/relationships/image" Target="../media/image191.png"/><Relationship Id="rId191" Type="http://schemas.openxmlformats.org/officeDocument/2006/relationships/image" Target="../media/image212.svg"/><Relationship Id="rId205" Type="http://schemas.openxmlformats.org/officeDocument/2006/relationships/image" Target="../media/image226.svg"/><Relationship Id="rId226" Type="http://schemas.openxmlformats.org/officeDocument/2006/relationships/image" Target="../media/image247.png"/><Relationship Id="rId247" Type="http://schemas.openxmlformats.org/officeDocument/2006/relationships/image" Target="../media/image268.svg"/><Relationship Id="rId107" Type="http://schemas.openxmlformats.org/officeDocument/2006/relationships/image" Target="../media/image128.svg"/><Relationship Id="rId11" Type="http://schemas.openxmlformats.org/officeDocument/2006/relationships/image" Target="../media/image32.svg"/><Relationship Id="rId32" Type="http://schemas.openxmlformats.org/officeDocument/2006/relationships/image" Target="../media/image53.png"/><Relationship Id="rId53" Type="http://schemas.openxmlformats.org/officeDocument/2006/relationships/image" Target="../media/image74.svg"/><Relationship Id="rId74" Type="http://schemas.openxmlformats.org/officeDocument/2006/relationships/image" Target="../media/image95.png"/><Relationship Id="rId128" Type="http://schemas.openxmlformats.org/officeDocument/2006/relationships/image" Target="../media/image149.png"/><Relationship Id="rId149" Type="http://schemas.openxmlformats.org/officeDocument/2006/relationships/image" Target="../media/image170.svg"/><Relationship Id="rId5" Type="http://schemas.openxmlformats.org/officeDocument/2006/relationships/image" Target="../media/image26.svg"/><Relationship Id="rId95" Type="http://schemas.openxmlformats.org/officeDocument/2006/relationships/image" Target="../media/image116.svg"/><Relationship Id="rId160" Type="http://schemas.openxmlformats.org/officeDocument/2006/relationships/image" Target="../media/image181.png"/><Relationship Id="rId181" Type="http://schemas.openxmlformats.org/officeDocument/2006/relationships/image" Target="../media/image202.svg"/><Relationship Id="rId216" Type="http://schemas.openxmlformats.org/officeDocument/2006/relationships/image" Target="../media/image237.png"/><Relationship Id="rId237" Type="http://schemas.openxmlformats.org/officeDocument/2006/relationships/image" Target="../media/image258.svg"/><Relationship Id="rId258" Type="http://schemas.openxmlformats.org/officeDocument/2006/relationships/image" Target="../media/image279.png"/><Relationship Id="rId22" Type="http://schemas.openxmlformats.org/officeDocument/2006/relationships/image" Target="../media/image43.png"/><Relationship Id="rId43" Type="http://schemas.openxmlformats.org/officeDocument/2006/relationships/image" Target="../media/image64.svg"/><Relationship Id="rId64" Type="http://schemas.openxmlformats.org/officeDocument/2006/relationships/image" Target="../media/image85.png"/><Relationship Id="rId118" Type="http://schemas.openxmlformats.org/officeDocument/2006/relationships/image" Target="../media/image139.png"/><Relationship Id="rId139" Type="http://schemas.openxmlformats.org/officeDocument/2006/relationships/image" Target="../media/image160.svg"/><Relationship Id="rId85" Type="http://schemas.openxmlformats.org/officeDocument/2006/relationships/image" Target="../media/image106.svg"/><Relationship Id="rId150" Type="http://schemas.openxmlformats.org/officeDocument/2006/relationships/image" Target="../media/image171.png"/><Relationship Id="rId171" Type="http://schemas.openxmlformats.org/officeDocument/2006/relationships/image" Target="../media/image192.svg"/><Relationship Id="rId192" Type="http://schemas.openxmlformats.org/officeDocument/2006/relationships/image" Target="../media/image213.png"/><Relationship Id="rId206" Type="http://schemas.openxmlformats.org/officeDocument/2006/relationships/image" Target="../media/image227.png"/><Relationship Id="rId227" Type="http://schemas.openxmlformats.org/officeDocument/2006/relationships/image" Target="../media/image248.svg"/><Relationship Id="rId248" Type="http://schemas.openxmlformats.org/officeDocument/2006/relationships/image" Target="../media/image269.png"/><Relationship Id="rId12" Type="http://schemas.openxmlformats.org/officeDocument/2006/relationships/image" Target="../media/image33.png"/><Relationship Id="rId33" Type="http://schemas.openxmlformats.org/officeDocument/2006/relationships/image" Target="../media/image54.svg"/><Relationship Id="rId108" Type="http://schemas.openxmlformats.org/officeDocument/2006/relationships/image" Target="../media/image129.png"/><Relationship Id="rId129" Type="http://schemas.openxmlformats.org/officeDocument/2006/relationships/image" Target="../media/image150.svg"/><Relationship Id="rId54" Type="http://schemas.openxmlformats.org/officeDocument/2006/relationships/image" Target="../media/image75.png"/><Relationship Id="rId75" Type="http://schemas.openxmlformats.org/officeDocument/2006/relationships/image" Target="../media/image96.svg"/><Relationship Id="rId96" Type="http://schemas.openxmlformats.org/officeDocument/2006/relationships/image" Target="../media/image117.png"/><Relationship Id="rId140" Type="http://schemas.openxmlformats.org/officeDocument/2006/relationships/image" Target="../media/image161.png"/><Relationship Id="rId161" Type="http://schemas.openxmlformats.org/officeDocument/2006/relationships/image" Target="../media/image182.svg"/><Relationship Id="rId182" Type="http://schemas.openxmlformats.org/officeDocument/2006/relationships/image" Target="../media/image203.png"/><Relationship Id="rId217" Type="http://schemas.openxmlformats.org/officeDocument/2006/relationships/image" Target="../media/image238.svg"/><Relationship Id="rId6" Type="http://schemas.openxmlformats.org/officeDocument/2006/relationships/image" Target="../media/image27.png"/><Relationship Id="rId238" Type="http://schemas.openxmlformats.org/officeDocument/2006/relationships/image" Target="../media/image259.png"/><Relationship Id="rId259" Type="http://schemas.openxmlformats.org/officeDocument/2006/relationships/image" Target="../media/image280.svg"/><Relationship Id="rId23" Type="http://schemas.openxmlformats.org/officeDocument/2006/relationships/image" Target="../media/image44.svg"/><Relationship Id="rId119" Type="http://schemas.openxmlformats.org/officeDocument/2006/relationships/image" Target="../media/image140.svg"/><Relationship Id="rId44" Type="http://schemas.openxmlformats.org/officeDocument/2006/relationships/image" Target="../media/image65.png"/><Relationship Id="rId65" Type="http://schemas.openxmlformats.org/officeDocument/2006/relationships/image" Target="../media/image86.svg"/><Relationship Id="rId86" Type="http://schemas.openxmlformats.org/officeDocument/2006/relationships/image" Target="../media/image107.png"/><Relationship Id="rId130" Type="http://schemas.openxmlformats.org/officeDocument/2006/relationships/image" Target="../media/image151.png"/><Relationship Id="rId151" Type="http://schemas.openxmlformats.org/officeDocument/2006/relationships/image" Target="../media/image172.svg"/><Relationship Id="rId172" Type="http://schemas.openxmlformats.org/officeDocument/2006/relationships/image" Target="../media/image193.png"/><Relationship Id="rId193" Type="http://schemas.openxmlformats.org/officeDocument/2006/relationships/image" Target="../media/image214.svg"/><Relationship Id="rId207" Type="http://schemas.openxmlformats.org/officeDocument/2006/relationships/image" Target="../media/image228.svg"/><Relationship Id="rId228" Type="http://schemas.openxmlformats.org/officeDocument/2006/relationships/image" Target="../media/image249.png"/><Relationship Id="rId249" Type="http://schemas.openxmlformats.org/officeDocument/2006/relationships/image" Target="../media/image270.svg"/><Relationship Id="rId13" Type="http://schemas.openxmlformats.org/officeDocument/2006/relationships/image" Target="../media/image34.svg"/><Relationship Id="rId109" Type="http://schemas.openxmlformats.org/officeDocument/2006/relationships/image" Target="../media/image130.svg"/><Relationship Id="rId34" Type="http://schemas.openxmlformats.org/officeDocument/2006/relationships/image" Target="../media/image55.png"/><Relationship Id="rId55" Type="http://schemas.openxmlformats.org/officeDocument/2006/relationships/image" Target="../media/image76.svg"/><Relationship Id="rId76" Type="http://schemas.openxmlformats.org/officeDocument/2006/relationships/image" Target="../media/image97.png"/><Relationship Id="rId97" Type="http://schemas.openxmlformats.org/officeDocument/2006/relationships/image" Target="../media/image118.svg"/><Relationship Id="rId120" Type="http://schemas.openxmlformats.org/officeDocument/2006/relationships/image" Target="../media/image141.png"/><Relationship Id="rId141" Type="http://schemas.openxmlformats.org/officeDocument/2006/relationships/image" Target="../media/image162.svg"/><Relationship Id="rId7" Type="http://schemas.openxmlformats.org/officeDocument/2006/relationships/image" Target="../media/image28.svg"/><Relationship Id="rId162" Type="http://schemas.openxmlformats.org/officeDocument/2006/relationships/image" Target="../media/image183.png"/><Relationship Id="rId183" Type="http://schemas.openxmlformats.org/officeDocument/2006/relationships/image" Target="../media/image204.svg"/><Relationship Id="rId218" Type="http://schemas.openxmlformats.org/officeDocument/2006/relationships/image" Target="../media/image239.png"/><Relationship Id="rId239" Type="http://schemas.openxmlformats.org/officeDocument/2006/relationships/image" Target="../media/image260.svg"/><Relationship Id="rId250" Type="http://schemas.openxmlformats.org/officeDocument/2006/relationships/image" Target="../media/image271.png"/><Relationship Id="rId24" Type="http://schemas.openxmlformats.org/officeDocument/2006/relationships/image" Target="../media/image45.png"/><Relationship Id="rId45" Type="http://schemas.openxmlformats.org/officeDocument/2006/relationships/image" Target="../media/image66.svg"/><Relationship Id="rId66" Type="http://schemas.openxmlformats.org/officeDocument/2006/relationships/image" Target="../media/image87.png"/><Relationship Id="rId87" Type="http://schemas.openxmlformats.org/officeDocument/2006/relationships/image" Target="../media/image108.svg"/><Relationship Id="rId110" Type="http://schemas.openxmlformats.org/officeDocument/2006/relationships/image" Target="../media/image131.png"/><Relationship Id="rId131" Type="http://schemas.openxmlformats.org/officeDocument/2006/relationships/image" Target="../media/image152.svg"/><Relationship Id="rId152" Type="http://schemas.openxmlformats.org/officeDocument/2006/relationships/image" Target="../media/image173.png"/><Relationship Id="rId173" Type="http://schemas.openxmlformats.org/officeDocument/2006/relationships/image" Target="../media/image194.svg"/><Relationship Id="rId194" Type="http://schemas.openxmlformats.org/officeDocument/2006/relationships/image" Target="../media/image215.png"/><Relationship Id="rId208" Type="http://schemas.openxmlformats.org/officeDocument/2006/relationships/image" Target="../media/image229.png"/><Relationship Id="rId229" Type="http://schemas.openxmlformats.org/officeDocument/2006/relationships/image" Target="../media/image250.svg"/><Relationship Id="rId240" Type="http://schemas.openxmlformats.org/officeDocument/2006/relationships/image" Target="../media/image261.png"/><Relationship Id="rId14" Type="http://schemas.openxmlformats.org/officeDocument/2006/relationships/image" Target="../media/image35.png"/><Relationship Id="rId35" Type="http://schemas.openxmlformats.org/officeDocument/2006/relationships/image" Target="../media/image56.svg"/><Relationship Id="rId56" Type="http://schemas.openxmlformats.org/officeDocument/2006/relationships/image" Target="../media/image77.png"/><Relationship Id="rId77" Type="http://schemas.openxmlformats.org/officeDocument/2006/relationships/image" Target="../media/image98.svg"/><Relationship Id="rId100" Type="http://schemas.openxmlformats.org/officeDocument/2006/relationships/image" Target="../media/image121.png"/><Relationship Id="rId8" Type="http://schemas.openxmlformats.org/officeDocument/2006/relationships/image" Target="../media/image29.png"/><Relationship Id="rId98" Type="http://schemas.openxmlformats.org/officeDocument/2006/relationships/image" Target="../media/image119.png"/><Relationship Id="rId121" Type="http://schemas.openxmlformats.org/officeDocument/2006/relationships/image" Target="../media/image142.svg"/><Relationship Id="rId142" Type="http://schemas.openxmlformats.org/officeDocument/2006/relationships/image" Target="../media/image163.png"/><Relationship Id="rId163" Type="http://schemas.openxmlformats.org/officeDocument/2006/relationships/image" Target="../media/image184.svg"/><Relationship Id="rId184" Type="http://schemas.openxmlformats.org/officeDocument/2006/relationships/image" Target="../media/image205.png"/><Relationship Id="rId219" Type="http://schemas.openxmlformats.org/officeDocument/2006/relationships/image" Target="../media/image240.svg"/><Relationship Id="rId230" Type="http://schemas.openxmlformats.org/officeDocument/2006/relationships/image" Target="../media/image251.png"/><Relationship Id="rId251" Type="http://schemas.openxmlformats.org/officeDocument/2006/relationships/image" Target="../media/image272.svg"/><Relationship Id="rId25" Type="http://schemas.openxmlformats.org/officeDocument/2006/relationships/image" Target="../media/image46.svg"/><Relationship Id="rId46" Type="http://schemas.openxmlformats.org/officeDocument/2006/relationships/image" Target="../media/image67.png"/><Relationship Id="rId67" Type="http://schemas.openxmlformats.org/officeDocument/2006/relationships/image" Target="../media/image88.svg"/><Relationship Id="rId88" Type="http://schemas.openxmlformats.org/officeDocument/2006/relationships/image" Target="../media/image109.png"/><Relationship Id="rId111" Type="http://schemas.openxmlformats.org/officeDocument/2006/relationships/image" Target="../media/image132.svg"/><Relationship Id="rId132" Type="http://schemas.openxmlformats.org/officeDocument/2006/relationships/image" Target="../media/image153.png"/><Relationship Id="rId153" Type="http://schemas.openxmlformats.org/officeDocument/2006/relationships/image" Target="../media/image174.svg"/><Relationship Id="rId174" Type="http://schemas.openxmlformats.org/officeDocument/2006/relationships/image" Target="../media/image195.png"/><Relationship Id="rId195" Type="http://schemas.openxmlformats.org/officeDocument/2006/relationships/image" Target="../media/image216.svg"/><Relationship Id="rId209" Type="http://schemas.openxmlformats.org/officeDocument/2006/relationships/image" Target="../media/image230.svg"/><Relationship Id="rId220" Type="http://schemas.openxmlformats.org/officeDocument/2006/relationships/image" Target="../media/image241.png"/><Relationship Id="rId241" Type="http://schemas.openxmlformats.org/officeDocument/2006/relationships/image" Target="../media/image262.svg"/><Relationship Id="rId15" Type="http://schemas.openxmlformats.org/officeDocument/2006/relationships/image" Target="../media/image36.svg"/><Relationship Id="rId36" Type="http://schemas.openxmlformats.org/officeDocument/2006/relationships/image" Target="../media/image57.png"/><Relationship Id="rId57" Type="http://schemas.openxmlformats.org/officeDocument/2006/relationships/image" Target="../media/image78.svg"/><Relationship Id="rId78" Type="http://schemas.openxmlformats.org/officeDocument/2006/relationships/image" Target="../media/image99.png"/><Relationship Id="rId99" Type="http://schemas.openxmlformats.org/officeDocument/2006/relationships/image" Target="../media/image120.svg"/><Relationship Id="rId101" Type="http://schemas.openxmlformats.org/officeDocument/2006/relationships/image" Target="../media/image122.svg"/><Relationship Id="rId122" Type="http://schemas.openxmlformats.org/officeDocument/2006/relationships/image" Target="../media/image143.png"/><Relationship Id="rId143" Type="http://schemas.openxmlformats.org/officeDocument/2006/relationships/image" Target="../media/image164.svg"/><Relationship Id="rId164" Type="http://schemas.openxmlformats.org/officeDocument/2006/relationships/image" Target="../media/image185.png"/><Relationship Id="rId185" Type="http://schemas.openxmlformats.org/officeDocument/2006/relationships/image" Target="../media/image206.svg"/><Relationship Id="rId9" Type="http://schemas.openxmlformats.org/officeDocument/2006/relationships/image" Target="../media/image30.svg"/><Relationship Id="rId210" Type="http://schemas.openxmlformats.org/officeDocument/2006/relationships/image" Target="../media/image231.png"/><Relationship Id="rId26" Type="http://schemas.openxmlformats.org/officeDocument/2006/relationships/image" Target="../media/image47.png"/><Relationship Id="rId231" Type="http://schemas.openxmlformats.org/officeDocument/2006/relationships/image" Target="../media/image252.svg"/><Relationship Id="rId252" Type="http://schemas.openxmlformats.org/officeDocument/2006/relationships/image" Target="../media/image273.png"/><Relationship Id="rId47" Type="http://schemas.openxmlformats.org/officeDocument/2006/relationships/image" Target="../media/image68.svg"/><Relationship Id="rId68" Type="http://schemas.openxmlformats.org/officeDocument/2006/relationships/image" Target="../media/image89.png"/><Relationship Id="rId89" Type="http://schemas.openxmlformats.org/officeDocument/2006/relationships/image" Target="../media/image110.svg"/><Relationship Id="rId112" Type="http://schemas.openxmlformats.org/officeDocument/2006/relationships/image" Target="../media/image133.png"/><Relationship Id="rId133" Type="http://schemas.openxmlformats.org/officeDocument/2006/relationships/image" Target="../media/image154.svg"/><Relationship Id="rId154" Type="http://schemas.openxmlformats.org/officeDocument/2006/relationships/image" Target="../media/image175.png"/><Relationship Id="rId175" Type="http://schemas.openxmlformats.org/officeDocument/2006/relationships/image" Target="../media/image196.svg"/><Relationship Id="rId196" Type="http://schemas.openxmlformats.org/officeDocument/2006/relationships/image" Target="../media/image217.png"/><Relationship Id="rId200" Type="http://schemas.openxmlformats.org/officeDocument/2006/relationships/image" Target="../media/image221.png"/><Relationship Id="rId16" Type="http://schemas.openxmlformats.org/officeDocument/2006/relationships/image" Target="../media/image37.png"/><Relationship Id="rId221" Type="http://schemas.openxmlformats.org/officeDocument/2006/relationships/image" Target="../media/image242.svg"/><Relationship Id="rId242" Type="http://schemas.openxmlformats.org/officeDocument/2006/relationships/image" Target="../media/image263.png"/><Relationship Id="rId37" Type="http://schemas.openxmlformats.org/officeDocument/2006/relationships/image" Target="../media/image58.svg"/><Relationship Id="rId58" Type="http://schemas.openxmlformats.org/officeDocument/2006/relationships/image" Target="../media/image79.png"/><Relationship Id="rId79" Type="http://schemas.openxmlformats.org/officeDocument/2006/relationships/image" Target="../media/image100.svg"/><Relationship Id="rId102" Type="http://schemas.openxmlformats.org/officeDocument/2006/relationships/image" Target="../media/image123.png"/><Relationship Id="rId123" Type="http://schemas.openxmlformats.org/officeDocument/2006/relationships/image" Target="../media/image144.svg"/><Relationship Id="rId144" Type="http://schemas.openxmlformats.org/officeDocument/2006/relationships/image" Target="../media/image165.png"/><Relationship Id="rId90" Type="http://schemas.openxmlformats.org/officeDocument/2006/relationships/image" Target="../media/image111.png"/><Relationship Id="rId165" Type="http://schemas.openxmlformats.org/officeDocument/2006/relationships/image" Target="../media/image186.svg"/><Relationship Id="rId186" Type="http://schemas.openxmlformats.org/officeDocument/2006/relationships/image" Target="../media/image207.png"/><Relationship Id="rId211" Type="http://schemas.openxmlformats.org/officeDocument/2006/relationships/image" Target="../media/image232.svg"/><Relationship Id="rId232" Type="http://schemas.openxmlformats.org/officeDocument/2006/relationships/image" Target="../media/image253.png"/><Relationship Id="rId253" Type="http://schemas.openxmlformats.org/officeDocument/2006/relationships/image" Target="../media/image274.svg"/><Relationship Id="rId27" Type="http://schemas.openxmlformats.org/officeDocument/2006/relationships/image" Target="../media/image48.svg"/><Relationship Id="rId48" Type="http://schemas.openxmlformats.org/officeDocument/2006/relationships/image" Target="../media/image69.png"/><Relationship Id="rId69" Type="http://schemas.openxmlformats.org/officeDocument/2006/relationships/image" Target="../media/image90.svg"/><Relationship Id="rId113" Type="http://schemas.openxmlformats.org/officeDocument/2006/relationships/image" Target="../media/image134.svg"/><Relationship Id="rId134" Type="http://schemas.openxmlformats.org/officeDocument/2006/relationships/image" Target="../media/image155.png"/><Relationship Id="rId80" Type="http://schemas.openxmlformats.org/officeDocument/2006/relationships/image" Target="../media/image101.png"/><Relationship Id="rId155" Type="http://schemas.openxmlformats.org/officeDocument/2006/relationships/image" Target="../media/image176.svg"/><Relationship Id="rId176" Type="http://schemas.openxmlformats.org/officeDocument/2006/relationships/image" Target="../media/image197.png"/><Relationship Id="rId197" Type="http://schemas.openxmlformats.org/officeDocument/2006/relationships/image" Target="../media/image218.svg"/><Relationship Id="rId201" Type="http://schemas.openxmlformats.org/officeDocument/2006/relationships/image" Target="../media/image222.svg"/><Relationship Id="rId222" Type="http://schemas.openxmlformats.org/officeDocument/2006/relationships/image" Target="../media/image243.png"/><Relationship Id="rId243" Type="http://schemas.openxmlformats.org/officeDocument/2006/relationships/image" Target="../media/image264.svg"/><Relationship Id="rId17" Type="http://schemas.openxmlformats.org/officeDocument/2006/relationships/image" Target="../media/image38.svg"/><Relationship Id="rId38" Type="http://schemas.openxmlformats.org/officeDocument/2006/relationships/image" Target="../media/image59.png"/><Relationship Id="rId59" Type="http://schemas.openxmlformats.org/officeDocument/2006/relationships/image" Target="../media/image80.svg"/><Relationship Id="rId103" Type="http://schemas.openxmlformats.org/officeDocument/2006/relationships/image" Target="../media/image124.svg"/><Relationship Id="rId124" Type="http://schemas.openxmlformats.org/officeDocument/2006/relationships/image" Target="../media/image145.png"/><Relationship Id="rId70" Type="http://schemas.openxmlformats.org/officeDocument/2006/relationships/image" Target="../media/image91.png"/><Relationship Id="rId91" Type="http://schemas.openxmlformats.org/officeDocument/2006/relationships/image" Target="../media/image112.svg"/><Relationship Id="rId145" Type="http://schemas.openxmlformats.org/officeDocument/2006/relationships/image" Target="../media/image166.svg"/><Relationship Id="rId166" Type="http://schemas.openxmlformats.org/officeDocument/2006/relationships/image" Target="../media/image187.png"/><Relationship Id="rId187" Type="http://schemas.openxmlformats.org/officeDocument/2006/relationships/image" Target="../media/image208.svg"/><Relationship Id="rId1" Type="http://schemas.openxmlformats.org/officeDocument/2006/relationships/slideLayout" Target="../slideLayouts/slideLayout3.xml"/><Relationship Id="rId212" Type="http://schemas.openxmlformats.org/officeDocument/2006/relationships/image" Target="../media/image233.png"/><Relationship Id="rId233" Type="http://schemas.openxmlformats.org/officeDocument/2006/relationships/image" Target="../media/image254.svg"/><Relationship Id="rId254" Type="http://schemas.openxmlformats.org/officeDocument/2006/relationships/image" Target="../media/image275.png"/><Relationship Id="rId28" Type="http://schemas.openxmlformats.org/officeDocument/2006/relationships/image" Target="../media/image49.png"/><Relationship Id="rId49" Type="http://schemas.openxmlformats.org/officeDocument/2006/relationships/image" Target="../media/image70.svg"/><Relationship Id="rId114" Type="http://schemas.openxmlformats.org/officeDocument/2006/relationships/image" Target="../media/image135.png"/><Relationship Id="rId60" Type="http://schemas.openxmlformats.org/officeDocument/2006/relationships/image" Target="../media/image81.png"/><Relationship Id="rId81" Type="http://schemas.openxmlformats.org/officeDocument/2006/relationships/image" Target="../media/image102.svg"/><Relationship Id="rId135" Type="http://schemas.openxmlformats.org/officeDocument/2006/relationships/image" Target="../media/image156.svg"/><Relationship Id="rId156" Type="http://schemas.openxmlformats.org/officeDocument/2006/relationships/image" Target="../media/image177.png"/><Relationship Id="rId177" Type="http://schemas.openxmlformats.org/officeDocument/2006/relationships/image" Target="../media/image198.svg"/><Relationship Id="rId198" Type="http://schemas.openxmlformats.org/officeDocument/2006/relationships/image" Target="../media/image219.png"/><Relationship Id="rId202" Type="http://schemas.openxmlformats.org/officeDocument/2006/relationships/image" Target="../media/image223.png"/><Relationship Id="rId223" Type="http://schemas.openxmlformats.org/officeDocument/2006/relationships/image" Target="../media/image244.svg"/><Relationship Id="rId244" Type="http://schemas.openxmlformats.org/officeDocument/2006/relationships/image" Target="../media/image265.png"/><Relationship Id="rId18" Type="http://schemas.openxmlformats.org/officeDocument/2006/relationships/image" Target="../media/image39.png"/><Relationship Id="rId39" Type="http://schemas.openxmlformats.org/officeDocument/2006/relationships/image" Target="../media/image60.svg"/><Relationship Id="rId50" Type="http://schemas.openxmlformats.org/officeDocument/2006/relationships/image" Target="../media/image71.png"/><Relationship Id="rId104" Type="http://schemas.openxmlformats.org/officeDocument/2006/relationships/image" Target="../media/image125.png"/><Relationship Id="rId125" Type="http://schemas.openxmlformats.org/officeDocument/2006/relationships/image" Target="../media/image146.svg"/><Relationship Id="rId146" Type="http://schemas.openxmlformats.org/officeDocument/2006/relationships/image" Target="../media/image167.png"/><Relationship Id="rId167" Type="http://schemas.openxmlformats.org/officeDocument/2006/relationships/image" Target="../media/image188.svg"/><Relationship Id="rId188" Type="http://schemas.openxmlformats.org/officeDocument/2006/relationships/image" Target="../media/image209.png"/><Relationship Id="rId71" Type="http://schemas.openxmlformats.org/officeDocument/2006/relationships/image" Target="../media/image92.svg"/><Relationship Id="rId92" Type="http://schemas.openxmlformats.org/officeDocument/2006/relationships/image" Target="../media/image113.png"/><Relationship Id="rId213" Type="http://schemas.openxmlformats.org/officeDocument/2006/relationships/image" Target="../media/image234.svg"/><Relationship Id="rId234" Type="http://schemas.openxmlformats.org/officeDocument/2006/relationships/image" Target="../media/image255.png"/><Relationship Id="rId2" Type="http://schemas.openxmlformats.org/officeDocument/2006/relationships/image" Target="../media/image23.png"/><Relationship Id="rId29" Type="http://schemas.openxmlformats.org/officeDocument/2006/relationships/image" Target="../media/image50.svg"/><Relationship Id="rId255" Type="http://schemas.openxmlformats.org/officeDocument/2006/relationships/image" Target="../media/image276.svg"/><Relationship Id="rId40" Type="http://schemas.openxmlformats.org/officeDocument/2006/relationships/image" Target="../media/image61.png"/><Relationship Id="rId115" Type="http://schemas.openxmlformats.org/officeDocument/2006/relationships/image" Target="../media/image136.svg"/><Relationship Id="rId136" Type="http://schemas.openxmlformats.org/officeDocument/2006/relationships/image" Target="../media/image157.png"/><Relationship Id="rId157" Type="http://schemas.openxmlformats.org/officeDocument/2006/relationships/image" Target="../media/image178.svg"/><Relationship Id="rId178" Type="http://schemas.openxmlformats.org/officeDocument/2006/relationships/image" Target="../media/image199.png"/><Relationship Id="rId61" Type="http://schemas.openxmlformats.org/officeDocument/2006/relationships/image" Target="../media/image82.svg"/><Relationship Id="rId82" Type="http://schemas.openxmlformats.org/officeDocument/2006/relationships/image" Target="../media/image103.png"/><Relationship Id="rId199" Type="http://schemas.openxmlformats.org/officeDocument/2006/relationships/image" Target="../media/image220.svg"/><Relationship Id="rId203" Type="http://schemas.openxmlformats.org/officeDocument/2006/relationships/image" Target="../media/image224.svg"/><Relationship Id="rId19" Type="http://schemas.openxmlformats.org/officeDocument/2006/relationships/image" Target="../media/image40.svg"/><Relationship Id="rId224" Type="http://schemas.openxmlformats.org/officeDocument/2006/relationships/image" Target="../media/image245.png"/><Relationship Id="rId245" Type="http://schemas.openxmlformats.org/officeDocument/2006/relationships/image" Target="../media/image266.svg"/><Relationship Id="rId30" Type="http://schemas.openxmlformats.org/officeDocument/2006/relationships/image" Target="../media/image51.png"/><Relationship Id="rId105" Type="http://schemas.openxmlformats.org/officeDocument/2006/relationships/image" Target="../media/image126.svg"/><Relationship Id="rId126" Type="http://schemas.openxmlformats.org/officeDocument/2006/relationships/image" Target="../media/image147.png"/><Relationship Id="rId147" Type="http://schemas.openxmlformats.org/officeDocument/2006/relationships/image" Target="../media/image168.svg"/><Relationship Id="rId168" Type="http://schemas.openxmlformats.org/officeDocument/2006/relationships/image" Target="../media/image189.png"/><Relationship Id="rId51" Type="http://schemas.openxmlformats.org/officeDocument/2006/relationships/image" Target="../media/image72.svg"/><Relationship Id="rId72" Type="http://schemas.openxmlformats.org/officeDocument/2006/relationships/image" Target="../media/image93.png"/><Relationship Id="rId93" Type="http://schemas.openxmlformats.org/officeDocument/2006/relationships/image" Target="../media/image114.svg"/><Relationship Id="rId189" Type="http://schemas.openxmlformats.org/officeDocument/2006/relationships/image" Target="../media/image210.svg"/><Relationship Id="rId3" Type="http://schemas.openxmlformats.org/officeDocument/2006/relationships/image" Target="../media/image24.svg"/><Relationship Id="rId214" Type="http://schemas.openxmlformats.org/officeDocument/2006/relationships/image" Target="../media/image235.png"/><Relationship Id="rId235" Type="http://schemas.openxmlformats.org/officeDocument/2006/relationships/image" Target="../media/image256.svg"/><Relationship Id="rId256" Type="http://schemas.openxmlformats.org/officeDocument/2006/relationships/image" Target="../media/image277.png"/><Relationship Id="rId116" Type="http://schemas.openxmlformats.org/officeDocument/2006/relationships/image" Target="../media/image137.png"/><Relationship Id="rId137" Type="http://schemas.openxmlformats.org/officeDocument/2006/relationships/image" Target="../media/image158.svg"/><Relationship Id="rId158" Type="http://schemas.openxmlformats.org/officeDocument/2006/relationships/image" Target="../media/image179.png"/><Relationship Id="rId20" Type="http://schemas.openxmlformats.org/officeDocument/2006/relationships/image" Target="../media/image41.png"/><Relationship Id="rId41" Type="http://schemas.openxmlformats.org/officeDocument/2006/relationships/image" Target="../media/image62.svg"/><Relationship Id="rId62" Type="http://schemas.openxmlformats.org/officeDocument/2006/relationships/image" Target="../media/image83.png"/><Relationship Id="rId83" Type="http://schemas.openxmlformats.org/officeDocument/2006/relationships/image" Target="../media/image104.svg"/><Relationship Id="rId179" Type="http://schemas.openxmlformats.org/officeDocument/2006/relationships/image" Target="../media/image200.svg"/><Relationship Id="rId190" Type="http://schemas.openxmlformats.org/officeDocument/2006/relationships/image" Target="../media/image211.png"/><Relationship Id="rId204" Type="http://schemas.openxmlformats.org/officeDocument/2006/relationships/image" Target="../media/image225.png"/><Relationship Id="rId225" Type="http://schemas.openxmlformats.org/officeDocument/2006/relationships/image" Target="../media/image246.svg"/><Relationship Id="rId246" Type="http://schemas.openxmlformats.org/officeDocument/2006/relationships/image" Target="../media/image267.png"/><Relationship Id="rId106" Type="http://schemas.openxmlformats.org/officeDocument/2006/relationships/image" Target="../media/image127.png"/><Relationship Id="rId127" Type="http://schemas.openxmlformats.org/officeDocument/2006/relationships/image" Target="../media/image148.svg"/><Relationship Id="rId10" Type="http://schemas.openxmlformats.org/officeDocument/2006/relationships/image" Target="../media/image31.png"/><Relationship Id="rId31" Type="http://schemas.openxmlformats.org/officeDocument/2006/relationships/image" Target="../media/image52.svg"/><Relationship Id="rId52" Type="http://schemas.openxmlformats.org/officeDocument/2006/relationships/image" Target="../media/image73.png"/><Relationship Id="rId73" Type="http://schemas.openxmlformats.org/officeDocument/2006/relationships/image" Target="../media/image94.svg"/><Relationship Id="rId94" Type="http://schemas.openxmlformats.org/officeDocument/2006/relationships/image" Target="../media/image115.png"/><Relationship Id="rId148" Type="http://schemas.openxmlformats.org/officeDocument/2006/relationships/image" Target="../media/image169.png"/><Relationship Id="rId169" Type="http://schemas.openxmlformats.org/officeDocument/2006/relationships/image" Target="../media/image190.svg"/><Relationship Id="rId4" Type="http://schemas.openxmlformats.org/officeDocument/2006/relationships/image" Target="../media/image25.png"/><Relationship Id="rId180" Type="http://schemas.openxmlformats.org/officeDocument/2006/relationships/image" Target="../media/image201.png"/><Relationship Id="rId215" Type="http://schemas.openxmlformats.org/officeDocument/2006/relationships/image" Target="../media/image236.svg"/><Relationship Id="rId236" Type="http://schemas.openxmlformats.org/officeDocument/2006/relationships/image" Target="../media/image257.png"/><Relationship Id="rId257" Type="http://schemas.openxmlformats.org/officeDocument/2006/relationships/image" Target="../media/image278.svg"/></Relationships>
</file>

<file path=ppt/slides/_rels/slide89.xml.rels><?xml version="1.0" encoding="UTF-8" standalone="yes"?>
<Relationships xmlns="http://schemas.openxmlformats.org/package/2006/relationships"><Relationship Id="rId117" Type="http://schemas.openxmlformats.org/officeDocument/2006/relationships/image" Target="../media/image396.svg"/><Relationship Id="rId21" Type="http://schemas.openxmlformats.org/officeDocument/2006/relationships/image" Target="../media/image300.svg"/><Relationship Id="rId42" Type="http://schemas.openxmlformats.org/officeDocument/2006/relationships/image" Target="../media/image321.png"/><Relationship Id="rId63" Type="http://schemas.openxmlformats.org/officeDocument/2006/relationships/image" Target="../media/image342.svg"/><Relationship Id="rId84" Type="http://schemas.openxmlformats.org/officeDocument/2006/relationships/image" Target="../media/image363.png"/><Relationship Id="rId138" Type="http://schemas.openxmlformats.org/officeDocument/2006/relationships/image" Target="../media/image417.png"/><Relationship Id="rId159" Type="http://schemas.openxmlformats.org/officeDocument/2006/relationships/image" Target="../media/image438.svg"/><Relationship Id="rId170" Type="http://schemas.openxmlformats.org/officeDocument/2006/relationships/image" Target="../media/image449.png"/><Relationship Id="rId191" Type="http://schemas.openxmlformats.org/officeDocument/2006/relationships/image" Target="../media/image470.svg"/><Relationship Id="rId205" Type="http://schemas.openxmlformats.org/officeDocument/2006/relationships/image" Target="../media/image484.svg"/><Relationship Id="rId226" Type="http://schemas.openxmlformats.org/officeDocument/2006/relationships/image" Target="../media/image505.png"/><Relationship Id="rId247" Type="http://schemas.openxmlformats.org/officeDocument/2006/relationships/image" Target="../media/image526.svg"/><Relationship Id="rId107" Type="http://schemas.openxmlformats.org/officeDocument/2006/relationships/image" Target="../media/image386.svg"/><Relationship Id="rId11" Type="http://schemas.openxmlformats.org/officeDocument/2006/relationships/image" Target="../media/image290.svg"/><Relationship Id="rId32" Type="http://schemas.openxmlformats.org/officeDocument/2006/relationships/image" Target="../media/image311.png"/><Relationship Id="rId53" Type="http://schemas.openxmlformats.org/officeDocument/2006/relationships/image" Target="../media/image332.svg"/><Relationship Id="rId74" Type="http://schemas.openxmlformats.org/officeDocument/2006/relationships/image" Target="../media/image353.png"/><Relationship Id="rId128" Type="http://schemas.openxmlformats.org/officeDocument/2006/relationships/image" Target="../media/image407.png"/><Relationship Id="rId149" Type="http://schemas.openxmlformats.org/officeDocument/2006/relationships/image" Target="../media/image428.svg"/><Relationship Id="rId5" Type="http://schemas.openxmlformats.org/officeDocument/2006/relationships/image" Target="../media/image284.svg"/><Relationship Id="rId95" Type="http://schemas.openxmlformats.org/officeDocument/2006/relationships/image" Target="../media/image374.svg"/><Relationship Id="rId160" Type="http://schemas.openxmlformats.org/officeDocument/2006/relationships/image" Target="../media/image439.png"/><Relationship Id="rId181" Type="http://schemas.openxmlformats.org/officeDocument/2006/relationships/image" Target="../media/image460.svg"/><Relationship Id="rId216" Type="http://schemas.openxmlformats.org/officeDocument/2006/relationships/image" Target="../media/image495.png"/><Relationship Id="rId237" Type="http://schemas.openxmlformats.org/officeDocument/2006/relationships/image" Target="../media/image516.svg"/><Relationship Id="rId258" Type="http://schemas.openxmlformats.org/officeDocument/2006/relationships/image" Target="../media/image537.png"/><Relationship Id="rId22" Type="http://schemas.openxmlformats.org/officeDocument/2006/relationships/image" Target="../media/image301.png"/><Relationship Id="rId43" Type="http://schemas.openxmlformats.org/officeDocument/2006/relationships/image" Target="../media/image322.svg"/><Relationship Id="rId64" Type="http://schemas.openxmlformats.org/officeDocument/2006/relationships/image" Target="../media/image343.png"/><Relationship Id="rId118" Type="http://schemas.openxmlformats.org/officeDocument/2006/relationships/image" Target="../media/image397.png"/><Relationship Id="rId139" Type="http://schemas.openxmlformats.org/officeDocument/2006/relationships/image" Target="../media/image418.svg"/><Relationship Id="rId85" Type="http://schemas.openxmlformats.org/officeDocument/2006/relationships/image" Target="../media/image364.svg"/><Relationship Id="rId150" Type="http://schemas.openxmlformats.org/officeDocument/2006/relationships/image" Target="../media/image429.png"/><Relationship Id="rId171" Type="http://schemas.openxmlformats.org/officeDocument/2006/relationships/image" Target="../media/image450.svg"/><Relationship Id="rId192" Type="http://schemas.openxmlformats.org/officeDocument/2006/relationships/image" Target="../media/image471.png"/><Relationship Id="rId206" Type="http://schemas.openxmlformats.org/officeDocument/2006/relationships/image" Target="../media/image485.png"/><Relationship Id="rId227" Type="http://schemas.openxmlformats.org/officeDocument/2006/relationships/image" Target="../media/image506.svg"/><Relationship Id="rId248" Type="http://schemas.openxmlformats.org/officeDocument/2006/relationships/image" Target="../media/image527.png"/><Relationship Id="rId12" Type="http://schemas.openxmlformats.org/officeDocument/2006/relationships/image" Target="../media/image291.png"/><Relationship Id="rId33" Type="http://schemas.openxmlformats.org/officeDocument/2006/relationships/image" Target="../media/image312.svg"/><Relationship Id="rId108" Type="http://schemas.openxmlformats.org/officeDocument/2006/relationships/image" Target="../media/image387.png"/><Relationship Id="rId129" Type="http://schemas.openxmlformats.org/officeDocument/2006/relationships/image" Target="../media/image408.svg"/><Relationship Id="rId54" Type="http://schemas.openxmlformats.org/officeDocument/2006/relationships/image" Target="../media/image333.png"/><Relationship Id="rId75" Type="http://schemas.openxmlformats.org/officeDocument/2006/relationships/image" Target="../media/image354.svg"/><Relationship Id="rId96" Type="http://schemas.openxmlformats.org/officeDocument/2006/relationships/image" Target="../media/image375.png"/><Relationship Id="rId140" Type="http://schemas.openxmlformats.org/officeDocument/2006/relationships/image" Target="../media/image419.png"/><Relationship Id="rId161" Type="http://schemas.openxmlformats.org/officeDocument/2006/relationships/image" Target="../media/image440.svg"/><Relationship Id="rId182" Type="http://schemas.openxmlformats.org/officeDocument/2006/relationships/image" Target="../media/image461.png"/><Relationship Id="rId217" Type="http://schemas.openxmlformats.org/officeDocument/2006/relationships/image" Target="../media/image496.svg"/><Relationship Id="rId6" Type="http://schemas.openxmlformats.org/officeDocument/2006/relationships/image" Target="../media/image285.png"/><Relationship Id="rId238" Type="http://schemas.openxmlformats.org/officeDocument/2006/relationships/image" Target="../media/image517.png"/><Relationship Id="rId259" Type="http://schemas.openxmlformats.org/officeDocument/2006/relationships/image" Target="../media/image538.svg"/><Relationship Id="rId23" Type="http://schemas.openxmlformats.org/officeDocument/2006/relationships/image" Target="../media/image302.svg"/><Relationship Id="rId119" Type="http://schemas.openxmlformats.org/officeDocument/2006/relationships/image" Target="../media/image398.svg"/><Relationship Id="rId44" Type="http://schemas.openxmlformats.org/officeDocument/2006/relationships/image" Target="../media/image323.png"/><Relationship Id="rId65" Type="http://schemas.openxmlformats.org/officeDocument/2006/relationships/image" Target="../media/image344.svg"/><Relationship Id="rId86" Type="http://schemas.openxmlformats.org/officeDocument/2006/relationships/image" Target="../media/image365.png"/><Relationship Id="rId130" Type="http://schemas.openxmlformats.org/officeDocument/2006/relationships/image" Target="../media/image409.png"/><Relationship Id="rId151" Type="http://schemas.openxmlformats.org/officeDocument/2006/relationships/image" Target="../media/image430.svg"/><Relationship Id="rId172" Type="http://schemas.openxmlformats.org/officeDocument/2006/relationships/image" Target="../media/image451.png"/><Relationship Id="rId193" Type="http://schemas.openxmlformats.org/officeDocument/2006/relationships/image" Target="../media/image472.svg"/><Relationship Id="rId207" Type="http://schemas.openxmlformats.org/officeDocument/2006/relationships/image" Target="../media/image486.svg"/><Relationship Id="rId228" Type="http://schemas.openxmlformats.org/officeDocument/2006/relationships/image" Target="../media/image507.png"/><Relationship Id="rId249" Type="http://schemas.openxmlformats.org/officeDocument/2006/relationships/image" Target="../media/image528.svg"/><Relationship Id="rId13" Type="http://schemas.openxmlformats.org/officeDocument/2006/relationships/image" Target="../media/image292.svg"/><Relationship Id="rId109" Type="http://schemas.openxmlformats.org/officeDocument/2006/relationships/image" Target="../media/image388.svg"/><Relationship Id="rId34" Type="http://schemas.openxmlformats.org/officeDocument/2006/relationships/image" Target="../media/image313.png"/><Relationship Id="rId55" Type="http://schemas.openxmlformats.org/officeDocument/2006/relationships/image" Target="../media/image334.svg"/><Relationship Id="rId76" Type="http://schemas.openxmlformats.org/officeDocument/2006/relationships/image" Target="../media/image355.png"/><Relationship Id="rId97" Type="http://schemas.openxmlformats.org/officeDocument/2006/relationships/image" Target="../media/image376.svg"/><Relationship Id="rId120" Type="http://schemas.openxmlformats.org/officeDocument/2006/relationships/image" Target="../media/image399.png"/><Relationship Id="rId141" Type="http://schemas.openxmlformats.org/officeDocument/2006/relationships/image" Target="../media/image420.svg"/><Relationship Id="rId7" Type="http://schemas.openxmlformats.org/officeDocument/2006/relationships/image" Target="../media/image286.svg"/><Relationship Id="rId162" Type="http://schemas.openxmlformats.org/officeDocument/2006/relationships/image" Target="../media/image441.png"/><Relationship Id="rId183" Type="http://schemas.openxmlformats.org/officeDocument/2006/relationships/image" Target="../media/image462.svg"/><Relationship Id="rId218" Type="http://schemas.openxmlformats.org/officeDocument/2006/relationships/image" Target="../media/image497.png"/><Relationship Id="rId239" Type="http://schemas.openxmlformats.org/officeDocument/2006/relationships/image" Target="../media/image518.svg"/><Relationship Id="rId250" Type="http://schemas.openxmlformats.org/officeDocument/2006/relationships/image" Target="../media/image529.png"/><Relationship Id="rId24" Type="http://schemas.openxmlformats.org/officeDocument/2006/relationships/image" Target="../media/image303.png"/><Relationship Id="rId45" Type="http://schemas.openxmlformats.org/officeDocument/2006/relationships/image" Target="../media/image324.svg"/><Relationship Id="rId66" Type="http://schemas.openxmlformats.org/officeDocument/2006/relationships/image" Target="../media/image345.png"/><Relationship Id="rId87" Type="http://schemas.openxmlformats.org/officeDocument/2006/relationships/image" Target="../media/image366.svg"/><Relationship Id="rId110" Type="http://schemas.openxmlformats.org/officeDocument/2006/relationships/image" Target="../media/image389.png"/><Relationship Id="rId131" Type="http://schemas.openxmlformats.org/officeDocument/2006/relationships/image" Target="../media/image410.svg"/><Relationship Id="rId152" Type="http://schemas.openxmlformats.org/officeDocument/2006/relationships/image" Target="../media/image431.png"/><Relationship Id="rId173" Type="http://schemas.openxmlformats.org/officeDocument/2006/relationships/image" Target="../media/image452.svg"/><Relationship Id="rId194" Type="http://schemas.openxmlformats.org/officeDocument/2006/relationships/image" Target="../media/image473.png"/><Relationship Id="rId208" Type="http://schemas.openxmlformats.org/officeDocument/2006/relationships/image" Target="../media/image487.png"/><Relationship Id="rId229" Type="http://schemas.openxmlformats.org/officeDocument/2006/relationships/image" Target="../media/image508.svg"/><Relationship Id="rId240" Type="http://schemas.openxmlformats.org/officeDocument/2006/relationships/image" Target="../media/image519.png"/><Relationship Id="rId14" Type="http://schemas.openxmlformats.org/officeDocument/2006/relationships/image" Target="../media/image293.png"/><Relationship Id="rId35" Type="http://schemas.openxmlformats.org/officeDocument/2006/relationships/image" Target="../media/image314.svg"/><Relationship Id="rId56" Type="http://schemas.openxmlformats.org/officeDocument/2006/relationships/image" Target="../media/image335.png"/><Relationship Id="rId77" Type="http://schemas.openxmlformats.org/officeDocument/2006/relationships/image" Target="../media/image356.svg"/><Relationship Id="rId100" Type="http://schemas.openxmlformats.org/officeDocument/2006/relationships/image" Target="../media/image379.png"/><Relationship Id="rId8" Type="http://schemas.openxmlformats.org/officeDocument/2006/relationships/image" Target="../media/image287.png"/><Relationship Id="rId98" Type="http://schemas.openxmlformats.org/officeDocument/2006/relationships/image" Target="../media/image377.png"/><Relationship Id="rId121" Type="http://schemas.openxmlformats.org/officeDocument/2006/relationships/image" Target="../media/image400.svg"/><Relationship Id="rId142" Type="http://schemas.openxmlformats.org/officeDocument/2006/relationships/image" Target="../media/image421.png"/><Relationship Id="rId163" Type="http://schemas.openxmlformats.org/officeDocument/2006/relationships/image" Target="../media/image442.svg"/><Relationship Id="rId184" Type="http://schemas.openxmlformats.org/officeDocument/2006/relationships/image" Target="../media/image463.png"/><Relationship Id="rId219" Type="http://schemas.openxmlformats.org/officeDocument/2006/relationships/image" Target="../media/image498.svg"/><Relationship Id="rId230" Type="http://schemas.openxmlformats.org/officeDocument/2006/relationships/image" Target="../media/image509.png"/><Relationship Id="rId251" Type="http://schemas.openxmlformats.org/officeDocument/2006/relationships/image" Target="../media/image530.svg"/><Relationship Id="rId25" Type="http://schemas.openxmlformats.org/officeDocument/2006/relationships/image" Target="../media/image304.svg"/><Relationship Id="rId46" Type="http://schemas.openxmlformats.org/officeDocument/2006/relationships/image" Target="../media/image325.png"/><Relationship Id="rId67" Type="http://schemas.openxmlformats.org/officeDocument/2006/relationships/image" Target="../media/image346.svg"/><Relationship Id="rId88" Type="http://schemas.openxmlformats.org/officeDocument/2006/relationships/image" Target="../media/image367.png"/><Relationship Id="rId111" Type="http://schemas.openxmlformats.org/officeDocument/2006/relationships/image" Target="../media/image390.svg"/><Relationship Id="rId132" Type="http://schemas.openxmlformats.org/officeDocument/2006/relationships/image" Target="../media/image411.png"/><Relationship Id="rId153" Type="http://schemas.openxmlformats.org/officeDocument/2006/relationships/image" Target="../media/image432.svg"/><Relationship Id="rId174" Type="http://schemas.openxmlformats.org/officeDocument/2006/relationships/image" Target="../media/image453.png"/><Relationship Id="rId195" Type="http://schemas.openxmlformats.org/officeDocument/2006/relationships/image" Target="../media/image474.svg"/><Relationship Id="rId209" Type="http://schemas.openxmlformats.org/officeDocument/2006/relationships/image" Target="../media/image488.svg"/><Relationship Id="rId220" Type="http://schemas.openxmlformats.org/officeDocument/2006/relationships/image" Target="../media/image499.png"/><Relationship Id="rId241" Type="http://schemas.openxmlformats.org/officeDocument/2006/relationships/image" Target="../media/image520.svg"/><Relationship Id="rId15" Type="http://schemas.openxmlformats.org/officeDocument/2006/relationships/image" Target="../media/image294.svg"/><Relationship Id="rId36" Type="http://schemas.openxmlformats.org/officeDocument/2006/relationships/image" Target="../media/image315.png"/><Relationship Id="rId57" Type="http://schemas.openxmlformats.org/officeDocument/2006/relationships/image" Target="../media/image336.svg"/><Relationship Id="rId78" Type="http://schemas.openxmlformats.org/officeDocument/2006/relationships/image" Target="../media/image357.png"/><Relationship Id="rId99" Type="http://schemas.openxmlformats.org/officeDocument/2006/relationships/image" Target="../media/image378.svg"/><Relationship Id="rId101" Type="http://schemas.openxmlformats.org/officeDocument/2006/relationships/image" Target="../media/image380.svg"/><Relationship Id="rId122" Type="http://schemas.openxmlformats.org/officeDocument/2006/relationships/image" Target="../media/image401.png"/><Relationship Id="rId143" Type="http://schemas.openxmlformats.org/officeDocument/2006/relationships/image" Target="../media/image422.svg"/><Relationship Id="rId164" Type="http://schemas.openxmlformats.org/officeDocument/2006/relationships/image" Target="../media/image443.png"/><Relationship Id="rId185" Type="http://schemas.openxmlformats.org/officeDocument/2006/relationships/image" Target="../media/image464.svg"/><Relationship Id="rId9" Type="http://schemas.openxmlformats.org/officeDocument/2006/relationships/image" Target="../media/image288.svg"/><Relationship Id="rId210" Type="http://schemas.openxmlformats.org/officeDocument/2006/relationships/image" Target="../media/image489.png"/><Relationship Id="rId26" Type="http://schemas.openxmlformats.org/officeDocument/2006/relationships/image" Target="../media/image305.png"/><Relationship Id="rId231" Type="http://schemas.openxmlformats.org/officeDocument/2006/relationships/image" Target="../media/image510.svg"/><Relationship Id="rId252" Type="http://schemas.openxmlformats.org/officeDocument/2006/relationships/image" Target="../media/image531.png"/><Relationship Id="rId47" Type="http://schemas.openxmlformats.org/officeDocument/2006/relationships/image" Target="../media/image326.svg"/><Relationship Id="rId68" Type="http://schemas.openxmlformats.org/officeDocument/2006/relationships/image" Target="../media/image347.png"/><Relationship Id="rId89" Type="http://schemas.openxmlformats.org/officeDocument/2006/relationships/image" Target="../media/image368.svg"/><Relationship Id="rId112" Type="http://schemas.openxmlformats.org/officeDocument/2006/relationships/image" Target="../media/image391.png"/><Relationship Id="rId133" Type="http://schemas.openxmlformats.org/officeDocument/2006/relationships/image" Target="../media/image412.svg"/><Relationship Id="rId154" Type="http://schemas.openxmlformats.org/officeDocument/2006/relationships/image" Target="../media/image433.png"/><Relationship Id="rId175" Type="http://schemas.openxmlformats.org/officeDocument/2006/relationships/image" Target="../media/image454.svg"/><Relationship Id="rId196" Type="http://schemas.openxmlformats.org/officeDocument/2006/relationships/image" Target="../media/image475.png"/><Relationship Id="rId200" Type="http://schemas.openxmlformats.org/officeDocument/2006/relationships/image" Target="../media/image479.png"/><Relationship Id="rId16" Type="http://schemas.openxmlformats.org/officeDocument/2006/relationships/image" Target="../media/image295.png"/><Relationship Id="rId221" Type="http://schemas.openxmlformats.org/officeDocument/2006/relationships/image" Target="../media/image500.svg"/><Relationship Id="rId242" Type="http://schemas.openxmlformats.org/officeDocument/2006/relationships/image" Target="../media/image521.png"/><Relationship Id="rId37" Type="http://schemas.openxmlformats.org/officeDocument/2006/relationships/image" Target="../media/image316.svg"/><Relationship Id="rId58" Type="http://schemas.openxmlformats.org/officeDocument/2006/relationships/image" Target="../media/image337.png"/><Relationship Id="rId79" Type="http://schemas.openxmlformats.org/officeDocument/2006/relationships/image" Target="../media/image358.svg"/><Relationship Id="rId102" Type="http://schemas.openxmlformats.org/officeDocument/2006/relationships/image" Target="../media/image381.png"/><Relationship Id="rId123" Type="http://schemas.openxmlformats.org/officeDocument/2006/relationships/image" Target="../media/image402.svg"/><Relationship Id="rId144" Type="http://schemas.openxmlformats.org/officeDocument/2006/relationships/image" Target="../media/image423.png"/><Relationship Id="rId90" Type="http://schemas.openxmlformats.org/officeDocument/2006/relationships/image" Target="../media/image369.png"/><Relationship Id="rId165" Type="http://schemas.openxmlformats.org/officeDocument/2006/relationships/image" Target="../media/image444.svg"/><Relationship Id="rId186" Type="http://schemas.openxmlformats.org/officeDocument/2006/relationships/image" Target="../media/image465.png"/><Relationship Id="rId211" Type="http://schemas.openxmlformats.org/officeDocument/2006/relationships/image" Target="../media/image490.svg"/><Relationship Id="rId232" Type="http://schemas.openxmlformats.org/officeDocument/2006/relationships/image" Target="../media/image511.png"/><Relationship Id="rId253" Type="http://schemas.openxmlformats.org/officeDocument/2006/relationships/image" Target="../media/image532.svg"/><Relationship Id="rId27" Type="http://schemas.openxmlformats.org/officeDocument/2006/relationships/image" Target="../media/image306.svg"/><Relationship Id="rId48" Type="http://schemas.openxmlformats.org/officeDocument/2006/relationships/image" Target="../media/image327.png"/><Relationship Id="rId69" Type="http://schemas.openxmlformats.org/officeDocument/2006/relationships/image" Target="../media/image348.svg"/><Relationship Id="rId113" Type="http://schemas.openxmlformats.org/officeDocument/2006/relationships/image" Target="../media/image392.svg"/><Relationship Id="rId134" Type="http://schemas.openxmlformats.org/officeDocument/2006/relationships/image" Target="../media/image413.png"/><Relationship Id="rId80" Type="http://schemas.openxmlformats.org/officeDocument/2006/relationships/image" Target="../media/image359.png"/><Relationship Id="rId155" Type="http://schemas.openxmlformats.org/officeDocument/2006/relationships/image" Target="../media/image434.svg"/><Relationship Id="rId176" Type="http://schemas.openxmlformats.org/officeDocument/2006/relationships/image" Target="../media/image455.png"/><Relationship Id="rId197" Type="http://schemas.openxmlformats.org/officeDocument/2006/relationships/image" Target="../media/image476.svg"/><Relationship Id="rId201" Type="http://schemas.openxmlformats.org/officeDocument/2006/relationships/image" Target="../media/image480.svg"/><Relationship Id="rId222" Type="http://schemas.openxmlformats.org/officeDocument/2006/relationships/image" Target="../media/image501.png"/><Relationship Id="rId243" Type="http://schemas.openxmlformats.org/officeDocument/2006/relationships/image" Target="../media/image522.svg"/><Relationship Id="rId17" Type="http://schemas.openxmlformats.org/officeDocument/2006/relationships/image" Target="../media/image296.svg"/><Relationship Id="rId38" Type="http://schemas.openxmlformats.org/officeDocument/2006/relationships/image" Target="../media/image317.png"/><Relationship Id="rId59" Type="http://schemas.openxmlformats.org/officeDocument/2006/relationships/image" Target="../media/image338.svg"/><Relationship Id="rId103" Type="http://schemas.openxmlformats.org/officeDocument/2006/relationships/image" Target="../media/image382.svg"/><Relationship Id="rId124" Type="http://schemas.openxmlformats.org/officeDocument/2006/relationships/image" Target="../media/image403.png"/><Relationship Id="rId70" Type="http://schemas.openxmlformats.org/officeDocument/2006/relationships/image" Target="../media/image349.png"/><Relationship Id="rId91" Type="http://schemas.openxmlformats.org/officeDocument/2006/relationships/image" Target="../media/image370.svg"/><Relationship Id="rId145" Type="http://schemas.openxmlformats.org/officeDocument/2006/relationships/image" Target="../media/image424.svg"/><Relationship Id="rId166" Type="http://schemas.openxmlformats.org/officeDocument/2006/relationships/image" Target="../media/image445.png"/><Relationship Id="rId187" Type="http://schemas.openxmlformats.org/officeDocument/2006/relationships/image" Target="../media/image466.svg"/><Relationship Id="rId1" Type="http://schemas.openxmlformats.org/officeDocument/2006/relationships/slideLayout" Target="../slideLayouts/slideLayout23.xml"/><Relationship Id="rId212" Type="http://schemas.openxmlformats.org/officeDocument/2006/relationships/image" Target="../media/image491.png"/><Relationship Id="rId233" Type="http://schemas.openxmlformats.org/officeDocument/2006/relationships/image" Target="../media/image512.svg"/><Relationship Id="rId254" Type="http://schemas.openxmlformats.org/officeDocument/2006/relationships/image" Target="../media/image533.png"/><Relationship Id="rId28" Type="http://schemas.openxmlformats.org/officeDocument/2006/relationships/image" Target="../media/image307.png"/><Relationship Id="rId49" Type="http://schemas.openxmlformats.org/officeDocument/2006/relationships/image" Target="../media/image328.svg"/><Relationship Id="rId114" Type="http://schemas.openxmlformats.org/officeDocument/2006/relationships/image" Target="../media/image393.png"/><Relationship Id="rId60" Type="http://schemas.openxmlformats.org/officeDocument/2006/relationships/image" Target="../media/image339.png"/><Relationship Id="rId81" Type="http://schemas.openxmlformats.org/officeDocument/2006/relationships/image" Target="../media/image360.svg"/><Relationship Id="rId135" Type="http://schemas.openxmlformats.org/officeDocument/2006/relationships/image" Target="../media/image414.svg"/><Relationship Id="rId156" Type="http://schemas.openxmlformats.org/officeDocument/2006/relationships/image" Target="../media/image435.png"/><Relationship Id="rId177" Type="http://schemas.openxmlformats.org/officeDocument/2006/relationships/image" Target="../media/image456.svg"/><Relationship Id="rId198" Type="http://schemas.openxmlformats.org/officeDocument/2006/relationships/image" Target="../media/image477.png"/><Relationship Id="rId202" Type="http://schemas.openxmlformats.org/officeDocument/2006/relationships/image" Target="../media/image481.png"/><Relationship Id="rId223" Type="http://schemas.openxmlformats.org/officeDocument/2006/relationships/image" Target="../media/image502.svg"/><Relationship Id="rId244" Type="http://schemas.openxmlformats.org/officeDocument/2006/relationships/image" Target="../media/image523.png"/><Relationship Id="rId18" Type="http://schemas.openxmlformats.org/officeDocument/2006/relationships/image" Target="../media/image297.png"/><Relationship Id="rId39" Type="http://schemas.openxmlformats.org/officeDocument/2006/relationships/image" Target="../media/image318.svg"/><Relationship Id="rId50" Type="http://schemas.openxmlformats.org/officeDocument/2006/relationships/image" Target="../media/image329.png"/><Relationship Id="rId104" Type="http://schemas.openxmlformats.org/officeDocument/2006/relationships/image" Target="../media/image383.png"/><Relationship Id="rId125" Type="http://schemas.openxmlformats.org/officeDocument/2006/relationships/image" Target="../media/image404.svg"/><Relationship Id="rId146" Type="http://schemas.openxmlformats.org/officeDocument/2006/relationships/image" Target="../media/image425.png"/><Relationship Id="rId167" Type="http://schemas.openxmlformats.org/officeDocument/2006/relationships/image" Target="../media/image446.svg"/><Relationship Id="rId188" Type="http://schemas.openxmlformats.org/officeDocument/2006/relationships/image" Target="../media/image467.png"/><Relationship Id="rId71" Type="http://schemas.openxmlformats.org/officeDocument/2006/relationships/image" Target="../media/image350.svg"/><Relationship Id="rId92" Type="http://schemas.openxmlformats.org/officeDocument/2006/relationships/image" Target="../media/image371.png"/><Relationship Id="rId213" Type="http://schemas.openxmlformats.org/officeDocument/2006/relationships/image" Target="../media/image492.svg"/><Relationship Id="rId234" Type="http://schemas.openxmlformats.org/officeDocument/2006/relationships/image" Target="../media/image513.png"/><Relationship Id="rId2" Type="http://schemas.openxmlformats.org/officeDocument/2006/relationships/image" Target="../media/image281.png"/><Relationship Id="rId29" Type="http://schemas.openxmlformats.org/officeDocument/2006/relationships/image" Target="../media/image308.svg"/><Relationship Id="rId255" Type="http://schemas.openxmlformats.org/officeDocument/2006/relationships/image" Target="../media/image534.svg"/><Relationship Id="rId40" Type="http://schemas.openxmlformats.org/officeDocument/2006/relationships/image" Target="../media/image319.png"/><Relationship Id="rId115" Type="http://schemas.openxmlformats.org/officeDocument/2006/relationships/image" Target="../media/image394.svg"/><Relationship Id="rId136" Type="http://schemas.openxmlformats.org/officeDocument/2006/relationships/image" Target="../media/image415.png"/><Relationship Id="rId157" Type="http://schemas.openxmlformats.org/officeDocument/2006/relationships/image" Target="../media/image436.svg"/><Relationship Id="rId178" Type="http://schemas.openxmlformats.org/officeDocument/2006/relationships/image" Target="../media/image457.png"/><Relationship Id="rId61" Type="http://schemas.openxmlformats.org/officeDocument/2006/relationships/image" Target="../media/image340.svg"/><Relationship Id="rId82" Type="http://schemas.openxmlformats.org/officeDocument/2006/relationships/image" Target="../media/image361.png"/><Relationship Id="rId199" Type="http://schemas.openxmlformats.org/officeDocument/2006/relationships/image" Target="../media/image478.svg"/><Relationship Id="rId203" Type="http://schemas.openxmlformats.org/officeDocument/2006/relationships/image" Target="../media/image482.svg"/><Relationship Id="rId19" Type="http://schemas.openxmlformats.org/officeDocument/2006/relationships/image" Target="../media/image298.svg"/><Relationship Id="rId224" Type="http://schemas.openxmlformats.org/officeDocument/2006/relationships/image" Target="../media/image503.png"/><Relationship Id="rId245" Type="http://schemas.openxmlformats.org/officeDocument/2006/relationships/image" Target="../media/image524.svg"/><Relationship Id="rId30" Type="http://schemas.openxmlformats.org/officeDocument/2006/relationships/image" Target="../media/image309.png"/><Relationship Id="rId105" Type="http://schemas.openxmlformats.org/officeDocument/2006/relationships/image" Target="../media/image384.svg"/><Relationship Id="rId126" Type="http://schemas.openxmlformats.org/officeDocument/2006/relationships/image" Target="../media/image405.png"/><Relationship Id="rId147" Type="http://schemas.openxmlformats.org/officeDocument/2006/relationships/image" Target="../media/image426.svg"/><Relationship Id="rId168" Type="http://schemas.openxmlformats.org/officeDocument/2006/relationships/image" Target="../media/image447.png"/><Relationship Id="rId51" Type="http://schemas.openxmlformats.org/officeDocument/2006/relationships/image" Target="../media/image330.svg"/><Relationship Id="rId72" Type="http://schemas.openxmlformats.org/officeDocument/2006/relationships/image" Target="../media/image351.png"/><Relationship Id="rId93" Type="http://schemas.openxmlformats.org/officeDocument/2006/relationships/image" Target="../media/image372.svg"/><Relationship Id="rId189" Type="http://schemas.openxmlformats.org/officeDocument/2006/relationships/image" Target="../media/image468.svg"/><Relationship Id="rId3" Type="http://schemas.openxmlformats.org/officeDocument/2006/relationships/image" Target="../media/image282.svg"/><Relationship Id="rId214" Type="http://schemas.openxmlformats.org/officeDocument/2006/relationships/image" Target="../media/image493.png"/><Relationship Id="rId235" Type="http://schemas.openxmlformats.org/officeDocument/2006/relationships/image" Target="../media/image514.svg"/><Relationship Id="rId256" Type="http://schemas.openxmlformats.org/officeDocument/2006/relationships/image" Target="../media/image535.png"/><Relationship Id="rId116" Type="http://schemas.openxmlformats.org/officeDocument/2006/relationships/image" Target="../media/image395.png"/><Relationship Id="rId137" Type="http://schemas.openxmlformats.org/officeDocument/2006/relationships/image" Target="../media/image416.svg"/><Relationship Id="rId158" Type="http://schemas.openxmlformats.org/officeDocument/2006/relationships/image" Target="../media/image437.png"/><Relationship Id="rId20" Type="http://schemas.openxmlformats.org/officeDocument/2006/relationships/image" Target="../media/image299.png"/><Relationship Id="rId41" Type="http://schemas.openxmlformats.org/officeDocument/2006/relationships/image" Target="../media/image320.svg"/><Relationship Id="rId62" Type="http://schemas.openxmlformats.org/officeDocument/2006/relationships/image" Target="../media/image341.png"/><Relationship Id="rId83" Type="http://schemas.openxmlformats.org/officeDocument/2006/relationships/image" Target="../media/image362.svg"/><Relationship Id="rId179" Type="http://schemas.openxmlformats.org/officeDocument/2006/relationships/image" Target="../media/image458.svg"/><Relationship Id="rId190" Type="http://schemas.openxmlformats.org/officeDocument/2006/relationships/image" Target="../media/image469.png"/><Relationship Id="rId204" Type="http://schemas.openxmlformats.org/officeDocument/2006/relationships/image" Target="../media/image483.png"/><Relationship Id="rId225" Type="http://schemas.openxmlformats.org/officeDocument/2006/relationships/image" Target="../media/image504.svg"/><Relationship Id="rId246" Type="http://schemas.openxmlformats.org/officeDocument/2006/relationships/image" Target="../media/image525.png"/><Relationship Id="rId106" Type="http://schemas.openxmlformats.org/officeDocument/2006/relationships/image" Target="../media/image385.png"/><Relationship Id="rId127" Type="http://schemas.openxmlformats.org/officeDocument/2006/relationships/image" Target="../media/image406.svg"/><Relationship Id="rId10" Type="http://schemas.openxmlformats.org/officeDocument/2006/relationships/image" Target="../media/image289.png"/><Relationship Id="rId31" Type="http://schemas.openxmlformats.org/officeDocument/2006/relationships/image" Target="../media/image310.svg"/><Relationship Id="rId52" Type="http://schemas.openxmlformats.org/officeDocument/2006/relationships/image" Target="../media/image331.png"/><Relationship Id="rId73" Type="http://schemas.openxmlformats.org/officeDocument/2006/relationships/image" Target="../media/image352.svg"/><Relationship Id="rId94" Type="http://schemas.openxmlformats.org/officeDocument/2006/relationships/image" Target="../media/image373.png"/><Relationship Id="rId148" Type="http://schemas.openxmlformats.org/officeDocument/2006/relationships/image" Target="../media/image427.png"/><Relationship Id="rId169" Type="http://schemas.openxmlformats.org/officeDocument/2006/relationships/image" Target="../media/image448.svg"/><Relationship Id="rId4" Type="http://schemas.openxmlformats.org/officeDocument/2006/relationships/image" Target="../media/image283.png"/><Relationship Id="rId180" Type="http://schemas.openxmlformats.org/officeDocument/2006/relationships/image" Target="../media/image459.png"/><Relationship Id="rId215" Type="http://schemas.openxmlformats.org/officeDocument/2006/relationships/image" Target="../media/image494.svg"/><Relationship Id="rId236" Type="http://schemas.openxmlformats.org/officeDocument/2006/relationships/image" Target="../media/image515.png"/><Relationship Id="rId257" Type="http://schemas.openxmlformats.org/officeDocument/2006/relationships/image" Target="../media/image536.svg"/></Relationships>
</file>

<file path=ppt/slides/_rels/slide90.xml.rels><?xml version="1.0" encoding="UTF-8" standalone="yes"?>
<Relationships xmlns="http://schemas.openxmlformats.org/package/2006/relationships"><Relationship Id="rId26" Type="http://schemas.openxmlformats.org/officeDocument/2006/relationships/image" Target="../media/image562.svg"/><Relationship Id="rId21" Type="http://schemas.openxmlformats.org/officeDocument/2006/relationships/image" Target="../media/image557.png"/><Relationship Id="rId42" Type="http://schemas.openxmlformats.org/officeDocument/2006/relationships/image" Target="../media/image578.svg"/><Relationship Id="rId47" Type="http://schemas.openxmlformats.org/officeDocument/2006/relationships/image" Target="../media/image583.png"/><Relationship Id="rId63" Type="http://schemas.openxmlformats.org/officeDocument/2006/relationships/image" Target="../media/image599.png"/><Relationship Id="rId68" Type="http://schemas.openxmlformats.org/officeDocument/2006/relationships/image" Target="../media/image604.svg"/><Relationship Id="rId84" Type="http://schemas.openxmlformats.org/officeDocument/2006/relationships/image" Target="../media/image618.svg"/><Relationship Id="rId89" Type="http://schemas.openxmlformats.org/officeDocument/2006/relationships/image" Target="../media/image623.png"/><Relationship Id="rId16" Type="http://schemas.openxmlformats.org/officeDocument/2006/relationships/image" Target="../media/image552.svg"/><Relationship Id="rId11" Type="http://schemas.openxmlformats.org/officeDocument/2006/relationships/image" Target="../media/image547.png"/><Relationship Id="rId32" Type="http://schemas.openxmlformats.org/officeDocument/2006/relationships/image" Target="../media/image568.svg"/><Relationship Id="rId37" Type="http://schemas.openxmlformats.org/officeDocument/2006/relationships/image" Target="../media/image573.png"/><Relationship Id="rId53" Type="http://schemas.openxmlformats.org/officeDocument/2006/relationships/image" Target="../media/image589.png"/><Relationship Id="rId58" Type="http://schemas.openxmlformats.org/officeDocument/2006/relationships/image" Target="../media/image594.svg"/><Relationship Id="rId74" Type="http://schemas.openxmlformats.org/officeDocument/2006/relationships/image" Target="../media/image610.svg"/><Relationship Id="rId79" Type="http://schemas.openxmlformats.org/officeDocument/2006/relationships/image" Target="../media/image613.png"/><Relationship Id="rId5" Type="http://schemas.openxmlformats.org/officeDocument/2006/relationships/image" Target="../media/image541.png"/><Relationship Id="rId90" Type="http://schemas.openxmlformats.org/officeDocument/2006/relationships/image" Target="../media/image624.svg"/><Relationship Id="rId95" Type="http://schemas.openxmlformats.org/officeDocument/2006/relationships/image" Target="../media/image629.png"/><Relationship Id="rId22" Type="http://schemas.openxmlformats.org/officeDocument/2006/relationships/image" Target="../media/image558.svg"/><Relationship Id="rId27" Type="http://schemas.openxmlformats.org/officeDocument/2006/relationships/image" Target="../media/image563.png"/><Relationship Id="rId43" Type="http://schemas.openxmlformats.org/officeDocument/2006/relationships/image" Target="../media/image579.png"/><Relationship Id="rId48" Type="http://schemas.openxmlformats.org/officeDocument/2006/relationships/image" Target="../media/image584.svg"/><Relationship Id="rId64" Type="http://schemas.openxmlformats.org/officeDocument/2006/relationships/image" Target="../media/image600.svg"/><Relationship Id="rId69" Type="http://schemas.openxmlformats.org/officeDocument/2006/relationships/image" Target="../media/image605.png"/><Relationship Id="rId8" Type="http://schemas.openxmlformats.org/officeDocument/2006/relationships/image" Target="../media/image544.svg"/><Relationship Id="rId51" Type="http://schemas.openxmlformats.org/officeDocument/2006/relationships/image" Target="../media/image587.png"/><Relationship Id="rId72" Type="http://schemas.openxmlformats.org/officeDocument/2006/relationships/image" Target="../media/image608.svg"/><Relationship Id="rId80" Type="http://schemas.openxmlformats.org/officeDocument/2006/relationships/image" Target="../media/image614.svg"/><Relationship Id="rId85" Type="http://schemas.openxmlformats.org/officeDocument/2006/relationships/image" Target="../media/image619.png"/><Relationship Id="rId93" Type="http://schemas.openxmlformats.org/officeDocument/2006/relationships/image" Target="../media/image627.png"/><Relationship Id="rId3" Type="http://schemas.openxmlformats.org/officeDocument/2006/relationships/image" Target="../media/image539.png"/><Relationship Id="rId12" Type="http://schemas.openxmlformats.org/officeDocument/2006/relationships/image" Target="../media/image548.svg"/><Relationship Id="rId17" Type="http://schemas.openxmlformats.org/officeDocument/2006/relationships/image" Target="../media/image553.png"/><Relationship Id="rId25" Type="http://schemas.openxmlformats.org/officeDocument/2006/relationships/image" Target="../media/image561.png"/><Relationship Id="rId33" Type="http://schemas.openxmlformats.org/officeDocument/2006/relationships/image" Target="../media/image569.png"/><Relationship Id="rId38" Type="http://schemas.openxmlformats.org/officeDocument/2006/relationships/image" Target="../media/image574.svg"/><Relationship Id="rId46" Type="http://schemas.openxmlformats.org/officeDocument/2006/relationships/image" Target="../media/image582.svg"/><Relationship Id="rId59" Type="http://schemas.openxmlformats.org/officeDocument/2006/relationships/image" Target="../media/image595.png"/><Relationship Id="rId67" Type="http://schemas.openxmlformats.org/officeDocument/2006/relationships/image" Target="../media/image603.png"/><Relationship Id="rId20" Type="http://schemas.openxmlformats.org/officeDocument/2006/relationships/image" Target="../media/image556.svg"/><Relationship Id="rId41" Type="http://schemas.openxmlformats.org/officeDocument/2006/relationships/image" Target="../media/image577.png"/><Relationship Id="rId54" Type="http://schemas.openxmlformats.org/officeDocument/2006/relationships/image" Target="../media/image590.svg"/><Relationship Id="rId62" Type="http://schemas.openxmlformats.org/officeDocument/2006/relationships/image" Target="../media/image598.svg"/><Relationship Id="rId70" Type="http://schemas.openxmlformats.org/officeDocument/2006/relationships/image" Target="../media/image606.svg"/><Relationship Id="rId75" Type="http://schemas.openxmlformats.org/officeDocument/2006/relationships/image" Target="../media/image611.png"/><Relationship Id="rId83" Type="http://schemas.openxmlformats.org/officeDocument/2006/relationships/image" Target="../media/image617.png"/><Relationship Id="rId88" Type="http://schemas.openxmlformats.org/officeDocument/2006/relationships/image" Target="../media/image622.svg"/><Relationship Id="rId91" Type="http://schemas.openxmlformats.org/officeDocument/2006/relationships/image" Target="../media/image625.png"/><Relationship Id="rId96" Type="http://schemas.openxmlformats.org/officeDocument/2006/relationships/image" Target="../media/image630.svg"/><Relationship Id="rId1" Type="http://schemas.openxmlformats.org/officeDocument/2006/relationships/slideLayout" Target="../slideLayouts/slideLayout19.xml"/><Relationship Id="rId6" Type="http://schemas.openxmlformats.org/officeDocument/2006/relationships/image" Target="../media/image542.svg"/><Relationship Id="rId15" Type="http://schemas.openxmlformats.org/officeDocument/2006/relationships/image" Target="../media/image551.png"/><Relationship Id="rId23" Type="http://schemas.openxmlformats.org/officeDocument/2006/relationships/image" Target="../media/image559.png"/><Relationship Id="rId28" Type="http://schemas.openxmlformats.org/officeDocument/2006/relationships/image" Target="../media/image564.svg"/><Relationship Id="rId36" Type="http://schemas.openxmlformats.org/officeDocument/2006/relationships/image" Target="../media/image572.svg"/><Relationship Id="rId49" Type="http://schemas.openxmlformats.org/officeDocument/2006/relationships/image" Target="../media/image585.png"/><Relationship Id="rId57" Type="http://schemas.openxmlformats.org/officeDocument/2006/relationships/image" Target="../media/image593.png"/><Relationship Id="rId10" Type="http://schemas.openxmlformats.org/officeDocument/2006/relationships/image" Target="../media/image546.svg"/><Relationship Id="rId31" Type="http://schemas.openxmlformats.org/officeDocument/2006/relationships/image" Target="../media/image567.png"/><Relationship Id="rId44" Type="http://schemas.openxmlformats.org/officeDocument/2006/relationships/image" Target="../media/image580.svg"/><Relationship Id="rId52" Type="http://schemas.openxmlformats.org/officeDocument/2006/relationships/image" Target="../media/image588.svg"/><Relationship Id="rId60" Type="http://schemas.openxmlformats.org/officeDocument/2006/relationships/image" Target="../media/image596.svg"/><Relationship Id="rId65" Type="http://schemas.openxmlformats.org/officeDocument/2006/relationships/image" Target="../media/image601.png"/><Relationship Id="rId73" Type="http://schemas.openxmlformats.org/officeDocument/2006/relationships/image" Target="../media/image609.png"/><Relationship Id="rId78" Type="http://schemas.openxmlformats.org/officeDocument/2006/relationships/image" Target="../media/image6.svg"/><Relationship Id="rId81" Type="http://schemas.openxmlformats.org/officeDocument/2006/relationships/image" Target="../media/image615.png"/><Relationship Id="rId86" Type="http://schemas.openxmlformats.org/officeDocument/2006/relationships/image" Target="../media/image620.svg"/><Relationship Id="rId94" Type="http://schemas.openxmlformats.org/officeDocument/2006/relationships/image" Target="../media/image628.svg"/><Relationship Id="rId4" Type="http://schemas.openxmlformats.org/officeDocument/2006/relationships/image" Target="../media/image540.svg"/><Relationship Id="rId9" Type="http://schemas.openxmlformats.org/officeDocument/2006/relationships/image" Target="../media/image545.png"/><Relationship Id="rId13" Type="http://schemas.openxmlformats.org/officeDocument/2006/relationships/image" Target="../media/image549.png"/><Relationship Id="rId18" Type="http://schemas.openxmlformats.org/officeDocument/2006/relationships/image" Target="../media/image554.svg"/><Relationship Id="rId39" Type="http://schemas.openxmlformats.org/officeDocument/2006/relationships/image" Target="../media/image575.png"/><Relationship Id="rId34" Type="http://schemas.openxmlformats.org/officeDocument/2006/relationships/image" Target="../media/image570.svg"/><Relationship Id="rId50" Type="http://schemas.openxmlformats.org/officeDocument/2006/relationships/image" Target="../media/image586.svg"/><Relationship Id="rId55" Type="http://schemas.openxmlformats.org/officeDocument/2006/relationships/image" Target="../media/image591.png"/><Relationship Id="rId76" Type="http://schemas.openxmlformats.org/officeDocument/2006/relationships/image" Target="../media/image612.svg"/><Relationship Id="rId7" Type="http://schemas.openxmlformats.org/officeDocument/2006/relationships/image" Target="../media/image543.png"/><Relationship Id="rId71" Type="http://schemas.openxmlformats.org/officeDocument/2006/relationships/image" Target="../media/image607.png"/><Relationship Id="rId92" Type="http://schemas.openxmlformats.org/officeDocument/2006/relationships/image" Target="../media/image626.svg"/><Relationship Id="rId2" Type="http://schemas.openxmlformats.org/officeDocument/2006/relationships/notesSlide" Target="../notesSlides/notesSlide53.xml"/><Relationship Id="rId29" Type="http://schemas.openxmlformats.org/officeDocument/2006/relationships/image" Target="../media/image565.png"/><Relationship Id="rId24" Type="http://schemas.openxmlformats.org/officeDocument/2006/relationships/image" Target="../media/image560.svg"/><Relationship Id="rId40" Type="http://schemas.openxmlformats.org/officeDocument/2006/relationships/image" Target="../media/image576.svg"/><Relationship Id="rId45" Type="http://schemas.openxmlformats.org/officeDocument/2006/relationships/image" Target="../media/image581.png"/><Relationship Id="rId66" Type="http://schemas.openxmlformats.org/officeDocument/2006/relationships/image" Target="../media/image602.svg"/><Relationship Id="rId87" Type="http://schemas.openxmlformats.org/officeDocument/2006/relationships/image" Target="../media/image621.png"/><Relationship Id="rId61" Type="http://schemas.openxmlformats.org/officeDocument/2006/relationships/image" Target="../media/image597.png"/><Relationship Id="rId82" Type="http://schemas.openxmlformats.org/officeDocument/2006/relationships/image" Target="../media/image616.svg"/><Relationship Id="rId19" Type="http://schemas.openxmlformats.org/officeDocument/2006/relationships/image" Target="../media/image555.png"/><Relationship Id="rId14" Type="http://schemas.openxmlformats.org/officeDocument/2006/relationships/image" Target="../media/image550.svg"/><Relationship Id="rId30" Type="http://schemas.openxmlformats.org/officeDocument/2006/relationships/image" Target="../media/image566.svg"/><Relationship Id="rId35" Type="http://schemas.openxmlformats.org/officeDocument/2006/relationships/image" Target="../media/image571.png"/><Relationship Id="rId56" Type="http://schemas.openxmlformats.org/officeDocument/2006/relationships/image" Target="../media/image592.svg"/><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20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20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20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39</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2"/>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implicit data structures</a:t>
            </a:r>
          </a:p>
          <a:p>
            <a:r>
              <a:rPr lang="en-US" dirty="0"/>
              <a:t>Messaging among objects forms implicit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rgbClr val="DDDDDD"/>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2"/>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2"/>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 Placeholder – references to work in this area]</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r>
              <a:rPr lang="en-US" dirty="0"/>
              <a:t>Selections</a:t>
            </a:r>
          </a:p>
          <a:p>
            <a:r>
              <a:rPr lang="en-US" dirty="0"/>
              <a:t>Collection models</a:t>
            </a:r>
          </a:p>
          <a:p>
            <a:r>
              <a:rPr lang="en-US" dirty="0"/>
              <a:t>Related – scheme propagators</a:t>
            </a:r>
          </a:p>
        </p:txBody>
      </p:sp>
    </p:spTree>
    <p:extLst>
      <p:ext uri="{BB962C8B-B14F-4D97-AF65-F5344CB8AC3E}">
        <p14:creationId xmlns:p14="http://schemas.microsoft.com/office/powerpoint/2010/main" val="1876238863"/>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0FDA-5880-275A-C888-8B8AB1935E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BDBBCC-B684-5C9B-AD1E-FB6086A9F547}"/>
              </a:ext>
            </a:extLst>
          </p:cNvPr>
          <p:cNvSpPr>
            <a:spLocks noGrp="1"/>
          </p:cNvSpPr>
          <p:nvPr>
            <p:ph type="title"/>
          </p:nvPr>
        </p:nvSpPr>
        <p:spPr>
          <a:xfrm>
            <a:off x="609600" y="264085"/>
            <a:ext cx="10972800" cy="946389"/>
          </a:xfrm>
        </p:spPr>
        <p:txBody>
          <a:bodyPr/>
          <a:lstStyle/>
          <a:p>
            <a:r>
              <a:rPr lang="en-US"/>
              <a:t>Title and content</a:t>
            </a:r>
          </a:p>
        </p:txBody>
      </p:sp>
      <p:sp>
        <p:nvSpPr>
          <p:cNvPr id="4" name="Content Placeholder 3">
            <a:extLst>
              <a:ext uri="{FF2B5EF4-FFF2-40B4-BE49-F238E27FC236}">
                <a16:creationId xmlns:a16="http://schemas.microsoft.com/office/drawing/2014/main" id="{56EF4720-82F4-DB1A-A909-9AE092AA1E7C}"/>
              </a:ext>
            </a:extLst>
          </p:cNvPr>
          <p:cNvSpPr>
            <a:spLocks noGrp="1"/>
          </p:cNvSpPr>
          <p:nvPr>
            <p:ph idx="1"/>
          </p:nvPr>
        </p:nvSpPr>
        <p:spPr>
          <a:xfrm>
            <a:off x="609600" y="1334324"/>
            <a:ext cx="10972800" cy="4992624"/>
          </a:xfrm>
        </p:spPr>
        <p:txBody>
          <a:bodyPr/>
          <a:lstStyle/>
          <a:p>
            <a:r>
              <a:rPr lang="en-US" dirty="0"/>
              <a:t>Bullet 1 – Adobe Clean, 20pt</a:t>
            </a:r>
          </a:p>
          <a:p>
            <a:pPr lvl="1"/>
            <a:r>
              <a:rPr lang="en-US" dirty="0"/>
              <a:t>Bullet 2 – Adobe Clean, 14pt</a:t>
            </a:r>
          </a:p>
          <a:p>
            <a:pPr lvl="2"/>
            <a:r>
              <a:rPr lang="en-US" dirty="0"/>
              <a:t>Bullet 3 – Adobe Clean, 12pt</a:t>
            </a:r>
          </a:p>
        </p:txBody>
      </p:sp>
    </p:spTree>
    <p:extLst>
      <p:ext uri="{BB962C8B-B14F-4D97-AF65-F5344CB8AC3E}">
        <p14:creationId xmlns:p14="http://schemas.microsoft.com/office/powerpoint/2010/main" val="2296445230"/>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4053-2399-C35A-7657-5666012A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67034-16A5-5F91-D2C3-7E83530144F5}"/>
              </a:ext>
            </a:extLst>
          </p:cNvPr>
          <p:cNvSpPr>
            <a:spLocks noGrp="1"/>
          </p:cNvSpPr>
          <p:nvPr>
            <p:ph type="ctrTitle"/>
          </p:nvPr>
        </p:nvSpPr>
        <p:spPr>
          <a:xfrm>
            <a:off x="612648" y="265176"/>
            <a:ext cx="10972800" cy="950976"/>
          </a:xfrm>
        </p:spPr>
        <p:txBody>
          <a:bodyPr/>
          <a:lstStyle/>
          <a:p>
            <a:r>
              <a:rPr lang="en-US"/>
              <a:t>Agenda</a:t>
            </a:r>
          </a:p>
        </p:txBody>
      </p:sp>
      <p:graphicFrame>
        <p:nvGraphicFramePr>
          <p:cNvPr id="6" name="Table 6">
            <a:extLst>
              <a:ext uri="{FF2B5EF4-FFF2-40B4-BE49-F238E27FC236}">
                <a16:creationId xmlns:a16="http://schemas.microsoft.com/office/drawing/2014/main" id="{9D80B73D-FB00-4276-DC40-CA8958206BAE}"/>
              </a:ext>
            </a:extLst>
          </p:cNvPr>
          <p:cNvGraphicFramePr>
            <a:graphicFrameLocks noGrp="1"/>
          </p:cNvGraphicFramePr>
          <p:nvPr>
            <p:ph type="tbl" sz="quarter" idx="10"/>
          </p:nvPr>
        </p:nvGraphicFramePr>
        <p:xfrm>
          <a:off x="609600" y="1576388"/>
          <a:ext cx="10972798" cy="3775709"/>
        </p:xfrm>
        <a:graphic>
          <a:graphicData uri="http://schemas.openxmlformats.org/drawingml/2006/table">
            <a:tbl>
              <a:tblPr firstRow="1" bandRow="1">
                <a:tableStyleId>{5940675A-B579-460E-94D1-54222C63F5DA}</a:tableStyleId>
              </a:tblPr>
              <a:tblGrid>
                <a:gridCol w="3350300">
                  <a:extLst>
                    <a:ext uri="{9D8B030D-6E8A-4147-A177-3AD203B41FA5}">
                      <a16:colId xmlns:a16="http://schemas.microsoft.com/office/drawing/2014/main" val="4072726795"/>
                    </a:ext>
                  </a:extLst>
                </a:gridCol>
                <a:gridCol w="5037231">
                  <a:extLst>
                    <a:ext uri="{9D8B030D-6E8A-4147-A177-3AD203B41FA5}">
                      <a16:colId xmlns:a16="http://schemas.microsoft.com/office/drawing/2014/main" val="3905159293"/>
                    </a:ext>
                  </a:extLst>
                </a:gridCol>
                <a:gridCol w="2585267">
                  <a:extLst>
                    <a:ext uri="{9D8B030D-6E8A-4147-A177-3AD203B41FA5}">
                      <a16:colId xmlns:a16="http://schemas.microsoft.com/office/drawing/2014/main" val="1933190468"/>
                    </a:ext>
                  </a:extLst>
                </a:gridCol>
              </a:tblGrid>
              <a:tr h="539387">
                <a:tc>
                  <a:txBody>
                    <a:bodyPr/>
                    <a:lstStyle/>
                    <a:p>
                      <a:r>
                        <a:rPr lang="en-US" sz="1600">
                          <a:latin typeface="+mj-lt"/>
                        </a:rPr>
                        <a:t>Speaker Name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Section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Time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a:t>John Reese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Analyzing Data in the Field</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9:00a-9:30a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a:t>Joss Carter</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Governance and Regulations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9:30a-10:00a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a:t>Harold Finch</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Data Aggregation via Alt Sources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10:00a-11:30a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a:t>Break</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endParaRPr lang="en-US" sz="1800"/>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r>
                        <a:rPr lang="en-US" sz="1800"/>
                        <a:t>11:30a-12:30p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8171057"/>
                  </a:ext>
                </a:extLst>
              </a:tr>
              <a:tr h="539387">
                <a:tc>
                  <a:txBody>
                    <a:bodyPr/>
                    <a:lstStyle/>
                    <a:p>
                      <a:r>
                        <a:rPr lang="en-US" sz="1800"/>
                        <a:t>Carl Elias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Networking and Organization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12:30p-2:00p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199528391"/>
                  </a:ext>
                </a:extLst>
              </a:tr>
              <a:tr h="539387">
                <a:tc>
                  <a:txBody>
                    <a:bodyPr/>
                    <a:lstStyle/>
                    <a:p>
                      <a:r>
                        <a:rPr lang="en-US" sz="1800"/>
                        <a:t>Zoe Morgan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Customer Loyalty</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2:00p-4:00p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718008882"/>
                  </a:ext>
                </a:extLst>
              </a:tr>
            </a:tbl>
          </a:graphicData>
        </a:graphic>
      </p:graphicFrame>
    </p:spTree>
    <p:extLst>
      <p:ext uri="{BB962C8B-B14F-4D97-AF65-F5344CB8AC3E}">
        <p14:creationId xmlns:p14="http://schemas.microsoft.com/office/powerpoint/2010/main" val="3816404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423A4D-1E6F-AA04-7D09-A1EDC158B4D3}"/>
              </a:ext>
            </a:extLst>
          </p:cNvPr>
          <p:cNvSpPr>
            <a:spLocks noGrp="1"/>
          </p:cNvSpPr>
          <p:nvPr>
            <p:ph type="title"/>
          </p:nvPr>
        </p:nvSpPr>
        <p:spPr>
          <a:xfrm>
            <a:off x="609600" y="264085"/>
            <a:ext cx="4937760" cy="946389"/>
          </a:xfrm>
        </p:spPr>
        <p:txBody>
          <a:bodyPr/>
          <a:lstStyle/>
          <a:p>
            <a:r>
              <a:rPr lang="en-US"/>
              <a:t>Image on right 1/2 </a:t>
            </a:r>
          </a:p>
        </p:txBody>
      </p:sp>
      <p:sp>
        <p:nvSpPr>
          <p:cNvPr id="9" name="Content Placeholder 8">
            <a:extLst>
              <a:ext uri="{FF2B5EF4-FFF2-40B4-BE49-F238E27FC236}">
                <a16:creationId xmlns:a16="http://schemas.microsoft.com/office/drawing/2014/main" id="{E7225D7A-DEB6-4D27-7A72-20256F079C9D}"/>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C11C96CF-480E-94AB-4566-CD1A95623C7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413027356"/>
      </p:ext>
    </p:extLst>
  </p:cSld>
  <p:clrMapOvr>
    <a:masterClrMapping/>
  </p:clrMapOvr>
  <p:transition spd="me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035BCA-A4C0-CC54-C19D-22F840CFB730}"/>
              </a:ext>
            </a:extLst>
          </p:cNvPr>
          <p:cNvSpPr>
            <a:spLocks noGrp="1"/>
          </p:cNvSpPr>
          <p:nvPr>
            <p:ph type="title"/>
          </p:nvPr>
        </p:nvSpPr>
        <p:spPr>
          <a:xfrm>
            <a:off x="609601" y="264085"/>
            <a:ext cx="6766560" cy="946389"/>
          </a:xfrm>
        </p:spPr>
        <p:txBody>
          <a:bodyPr/>
          <a:lstStyle/>
          <a:p>
            <a:r>
              <a:rPr lang="en-US"/>
              <a:t>Image on right 1/3</a:t>
            </a:r>
          </a:p>
        </p:txBody>
      </p:sp>
      <p:sp>
        <p:nvSpPr>
          <p:cNvPr id="3" name="Content Placeholder 2">
            <a:extLst>
              <a:ext uri="{FF2B5EF4-FFF2-40B4-BE49-F238E27FC236}">
                <a16:creationId xmlns:a16="http://schemas.microsoft.com/office/drawing/2014/main" id="{2F201E5B-D00E-943E-052F-AF7B50B3D634}"/>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2C40C8B6-2019-0417-4256-80EEBBA0251B}"/>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8669" r="18669"/>
          <a:stretch>
            <a:fillRect/>
          </a:stretch>
        </p:blipFill>
        <p:spPr/>
      </p:pic>
    </p:spTree>
    <p:extLst>
      <p:ext uri="{BB962C8B-B14F-4D97-AF65-F5344CB8AC3E}">
        <p14:creationId xmlns:p14="http://schemas.microsoft.com/office/powerpoint/2010/main" val="3629705380"/>
      </p:ext>
    </p:extLst>
  </p:cSld>
  <p:clrMapOvr>
    <a:masterClrMapping/>
  </p:clrMapOvr>
  <p:transition spd="me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1334324"/>
            <a:ext cx="493776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1334324"/>
            <a:ext cx="493776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638013483"/>
      </p:ext>
    </p:extLst>
  </p:cSld>
  <p:clrMapOvr>
    <a:masterClrMapping/>
  </p:clrMapOvr>
  <p:transition spd="me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1334324"/>
            <a:ext cx="320040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97324" y="1334324"/>
            <a:ext cx="3200400" cy="4992624"/>
          </a:xfrm>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673BF477-179E-4128-80AA-46E50686B7B3}"/>
              </a:ext>
            </a:extLst>
          </p:cNvPr>
          <p:cNvSpPr>
            <a:spLocks noGrp="1"/>
          </p:cNvSpPr>
          <p:nvPr>
            <p:ph idx="14"/>
          </p:nvPr>
        </p:nvSpPr>
        <p:spPr>
          <a:xfrm>
            <a:off x="8382000" y="1334324"/>
            <a:ext cx="320040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2171469589"/>
      </p:ext>
    </p:extLst>
  </p:cSld>
  <p:clrMapOvr>
    <a:masterClrMapping/>
  </p:clrMapOvr>
  <p:transition spd="me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a:p>
            <a:pPr marL="0" indent="0">
              <a:buNone/>
            </a:pPr>
            <a:r>
              <a:rPr lang="en-US"/>
              <a:t>	</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1180090463"/>
      </p:ext>
    </p:extLst>
  </p:cSld>
  <p:clrMapOvr>
    <a:masterClrMapping/>
  </p:clrMapOvr>
  <p:transition spd="me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p:txBody>
      </p:sp>
      <p:sp>
        <p:nvSpPr>
          <p:cNvPr id="7" name="Content Placeholder 6">
            <a:extLst>
              <a:ext uri="{FF2B5EF4-FFF2-40B4-BE49-F238E27FC236}">
                <a16:creationId xmlns:a16="http://schemas.microsoft.com/office/drawing/2014/main" id="{D7B1597B-9360-4A51-ACDA-E35E3AA1997E}"/>
              </a:ext>
            </a:extLst>
          </p:cNvPr>
          <p:cNvSpPr>
            <a:spLocks noGrp="1"/>
          </p:cNvSpPr>
          <p:nvPr>
            <p:ph idx="16"/>
          </p:nvPr>
        </p:nvSpPr>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1806672983"/>
      </p:ext>
    </p:extLst>
  </p:cSld>
  <p:clrMapOvr>
    <a:masterClrMapping/>
  </p:clrMapOvr>
  <p:transition spd="me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 + images)</a:t>
            </a:r>
          </a:p>
        </p:txBody>
      </p:sp>
      <p:pic>
        <p:nvPicPr>
          <p:cNvPr id="3" name="Picture Placeholder 2" descr="Image Placeholder">
            <a:extLst>
              <a:ext uri="{FF2B5EF4-FFF2-40B4-BE49-F238E27FC236}">
                <a16:creationId xmlns:a16="http://schemas.microsoft.com/office/drawing/2014/main" id="{91C0CB8C-230F-7C49-AF5E-9CE638E7F1B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24534" b="24534"/>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4023360"/>
            <a:ext cx="484632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A75ACC48-C5DE-09C4-82A1-F795A49EAB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4534" b="24534"/>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4023360"/>
            <a:ext cx="4846320" cy="2286000"/>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3979664649"/>
      </p:ext>
    </p:extLst>
  </p:cSld>
  <p:clrMapOvr>
    <a:masterClrMapping/>
  </p:clrMapOvr>
  <p:transition spd="me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 + images)</a:t>
            </a:r>
          </a:p>
        </p:txBody>
      </p:sp>
      <p:pic>
        <p:nvPicPr>
          <p:cNvPr id="3" name="Picture Placeholder 2" descr="Image Placeholder">
            <a:extLst>
              <a:ext uri="{FF2B5EF4-FFF2-40B4-BE49-F238E27FC236}">
                <a16:creationId xmlns:a16="http://schemas.microsoft.com/office/drawing/2014/main" id="{CE890B34-8397-7985-5A3B-E1F3E3721886}"/>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11385" b="11385"/>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4023360"/>
            <a:ext cx="320040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6B427DF0-4146-8FC6-DB14-1F795DF2134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1366" b="11366"/>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68368" y="4023360"/>
            <a:ext cx="3200400" cy="2286000"/>
          </a:xfrm>
        </p:spPr>
        <p:txBody>
          <a:bodyPr/>
          <a:lstStyle/>
          <a:p>
            <a:r>
              <a:rPr lang="en-US"/>
              <a:t>Bullet 1</a:t>
            </a:r>
          </a:p>
          <a:p>
            <a:pPr lvl="1"/>
            <a:r>
              <a:rPr lang="en-US"/>
              <a:t>Bullet 2</a:t>
            </a:r>
          </a:p>
          <a:p>
            <a:pPr lvl="2"/>
            <a:r>
              <a:rPr lang="en-US"/>
              <a:t>Bullet 3</a:t>
            </a:r>
          </a:p>
        </p:txBody>
      </p:sp>
      <p:pic>
        <p:nvPicPr>
          <p:cNvPr id="8" name="Picture Placeholder 2" descr="Image Placeholder">
            <a:extLst>
              <a:ext uri="{FF2B5EF4-FFF2-40B4-BE49-F238E27FC236}">
                <a16:creationId xmlns:a16="http://schemas.microsoft.com/office/drawing/2014/main" id="{EDE29CAA-BE91-1DD4-42CF-B8292640ADD0}"/>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1385" b="11385"/>
          <a:stretch>
            <a:fillRect/>
          </a:stretch>
        </p:blipFill>
        <p:spPr/>
      </p:pic>
      <p:sp>
        <p:nvSpPr>
          <p:cNvPr id="2" name="Content Placeholder 1">
            <a:extLst>
              <a:ext uri="{FF2B5EF4-FFF2-40B4-BE49-F238E27FC236}">
                <a16:creationId xmlns:a16="http://schemas.microsoft.com/office/drawing/2014/main" id="{53E8A9F6-C459-AB84-43E4-D776306932C2}"/>
              </a:ext>
            </a:extLst>
          </p:cNvPr>
          <p:cNvSpPr>
            <a:spLocks noGrp="1"/>
          </p:cNvSpPr>
          <p:nvPr>
            <p:ph idx="14"/>
          </p:nvPr>
        </p:nvSpPr>
        <p:spPr>
          <a:xfrm>
            <a:off x="8327136" y="4023360"/>
            <a:ext cx="320040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52017103"/>
      </p:ext>
    </p:extLst>
  </p:cSld>
  <p:clrMapOvr>
    <a:masterClrMapping/>
  </p:clrMapOvr>
  <p:transition spd="me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a:xfrm>
            <a:off x="609600" y="264085"/>
            <a:ext cx="10972800" cy="946389"/>
          </a:xfrm>
        </p:spPr>
        <p:txBody>
          <a:bodyPr/>
          <a:lstStyle/>
          <a:p>
            <a:r>
              <a:rPr lang="en-US"/>
              <a:t>Title and content, 4 columns (text + images)</a:t>
            </a:r>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5461" r="5461"/>
          <a:stretch>
            <a:fillRect/>
          </a:stretch>
        </p:blipFill>
        <p:spPr/>
      </p:pic>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a:xfrm>
            <a:off x="612648" y="4023360"/>
            <a:ext cx="2194560" cy="2286000"/>
          </a:xfrm>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5461" r="5461"/>
          <a:stretch>
            <a:fillRect/>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a:xfrm>
            <a:off x="3522472" y="4023360"/>
            <a:ext cx="2194560" cy="2286000"/>
          </a:xfrm>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5461" r="5461"/>
          <a:stretch>
            <a:fillRect/>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a:xfrm>
            <a:off x="6432296" y="4023360"/>
            <a:ext cx="2194560" cy="2286000"/>
          </a:xfrm>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461" r="5461"/>
          <a:stretch>
            <a:fillRect/>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a:xfrm>
            <a:off x="9342120" y="4023360"/>
            <a:ext cx="219456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4242947805"/>
      </p:ext>
    </p:extLst>
  </p:cSld>
  <p:clrMapOvr>
    <a:masterClrMapping/>
  </p:clrMapOvr>
  <p:transition spd="me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p:txBody>
          <a:bodyPr/>
          <a:lstStyle/>
          <a:p>
            <a:r>
              <a:rPr lang="en-US"/>
              <a:t>Title and content, 5 columns (text + images)</a:t>
            </a:r>
          </a:p>
        </p:txBody>
      </p:sp>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p:txBody>
          <a:bodyPr/>
          <a:lstStyle/>
          <a:p>
            <a:r>
              <a:rPr lang="en-US"/>
              <a:t>Bullet 1</a:t>
            </a:r>
          </a:p>
          <a:p>
            <a:pPr lvl="1"/>
            <a:r>
              <a:rPr lang="en-US"/>
              <a:t>Bullet 2</a:t>
            </a:r>
          </a:p>
          <a:p>
            <a:pPr lvl="2"/>
            <a:r>
              <a:rPr lang="en-US"/>
              <a:t>Bullet 3</a:t>
            </a:r>
          </a:p>
          <a:p>
            <a:endParaRPr lang="en-US"/>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13636" r="13636"/>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3636" r="13636"/>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636" r="13636"/>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3636" r="13636"/>
          <a:stretch/>
        </p:blipFill>
        <p:spPr/>
      </p:pic>
      <p:sp>
        <p:nvSpPr>
          <p:cNvPr id="7" name="Content Placeholder 6">
            <a:extLst>
              <a:ext uri="{FF2B5EF4-FFF2-40B4-BE49-F238E27FC236}">
                <a16:creationId xmlns:a16="http://schemas.microsoft.com/office/drawing/2014/main" id="{F9C9F0A2-7A6E-1209-A63B-C3D09C9828CB}"/>
              </a:ext>
            </a:extLst>
          </p:cNvPr>
          <p:cNvSpPr>
            <a:spLocks noGrp="1"/>
          </p:cNvSpPr>
          <p:nvPr>
            <p:ph idx="21"/>
          </p:nvPr>
        </p:nvSpPr>
        <p:spPr/>
        <p:txBody>
          <a:bodyPr/>
          <a:lstStyle/>
          <a:p>
            <a:r>
              <a:rPr lang="en-US"/>
              <a:t>Bullet 1</a:t>
            </a:r>
          </a:p>
          <a:p>
            <a:pPr lvl="1"/>
            <a:r>
              <a:rPr lang="en-US"/>
              <a:t>Bullet 2</a:t>
            </a:r>
          </a:p>
          <a:p>
            <a:pPr lvl="2"/>
            <a:r>
              <a:rPr lang="en-US"/>
              <a:t>Bullet 3</a:t>
            </a:r>
          </a:p>
          <a:p>
            <a:endParaRPr lang="en-US"/>
          </a:p>
          <a:p>
            <a:endParaRPr lang="en-US"/>
          </a:p>
        </p:txBody>
      </p:sp>
      <p:pic>
        <p:nvPicPr>
          <p:cNvPr id="8" name="Picture Placeholder 2" descr="Image Placeholder">
            <a:extLst>
              <a:ext uri="{FF2B5EF4-FFF2-40B4-BE49-F238E27FC236}">
                <a16:creationId xmlns:a16="http://schemas.microsoft.com/office/drawing/2014/main" id="{1B10346E-F33B-DFD8-EC47-95E4CC873588}"/>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l="13636" r="13636"/>
          <a:stretch/>
        </p:blipFill>
        <p:spPr/>
      </p:pic>
    </p:spTree>
    <p:extLst>
      <p:ext uri="{BB962C8B-B14F-4D97-AF65-F5344CB8AC3E}">
        <p14:creationId xmlns:p14="http://schemas.microsoft.com/office/powerpoint/2010/main" val="4176090698"/>
      </p:ext>
    </p:extLst>
  </p:cSld>
  <p:clrMapOvr>
    <a:masterClrMapping/>
  </p:clrMapOvr>
  <p:transition spd="me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2"/>
          </p:nvPr>
        </p:nvSpPr>
        <p:spPr>
          <a:xfrm>
            <a:off x="609600" y="1566127"/>
            <a:ext cx="4846320" cy="342466"/>
          </a:xfrm>
        </p:spPr>
        <p:txBody>
          <a:bodyPr/>
          <a:lstStyle/>
          <a:p>
            <a:r>
              <a:rPr lang="en-US"/>
              <a:t>Column 1 title</a:t>
            </a:r>
          </a:p>
        </p:txBody>
      </p:sp>
      <p:pic>
        <p:nvPicPr>
          <p:cNvPr id="2" name="Picture Placeholder 2" descr="Image Placeholder">
            <a:extLst>
              <a:ext uri="{FF2B5EF4-FFF2-40B4-BE49-F238E27FC236}">
                <a16:creationId xmlns:a16="http://schemas.microsoft.com/office/drawing/2014/main" id="{2071C721-DE93-5F19-8A00-88C3AAC4FC6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260" b="926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3"/>
          </p:nvPr>
        </p:nvSpPr>
        <p:spPr>
          <a:xfrm>
            <a:off x="6644640" y="1566127"/>
            <a:ext cx="4846320" cy="342466"/>
          </a:xfrm>
        </p:spPr>
        <p:txBody>
          <a:bodyPr/>
          <a:lstStyle/>
          <a:p>
            <a:r>
              <a:rPr lang="en-US"/>
              <a:t>Column 2 title</a:t>
            </a:r>
          </a:p>
        </p:txBody>
      </p:sp>
      <p:pic>
        <p:nvPicPr>
          <p:cNvPr id="3" name="Picture Placeholder 2" descr="Image Placeholder">
            <a:extLst>
              <a:ext uri="{FF2B5EF4-FFF2-40B4-BE49-F238E27FC236}">
                <a16:creationId xmlns:a16="http://schemas.microsoft.com/office/drawing/2014/main" id="{D54A3E48-79A8-F623-7D95-8F34E20560A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260" b="9260"/>
          <a:stretch>
            <a:fillRect/>
          </a:stretch>
        </p:blipFill>
        <p:spPr/>
      </p:pic>
    </p:spTree>
    <p:extLst>
      <p:ext uri="{BB962C8B-B14F-4D97-AF65-F5344CB8AC3E}">
        <p14:creationId xmlns:p14="http://schemas.microsoft.com/office/powerpoint/2010/main" val="3091875692"/>
      </p:ext>
    </p:extLst>
  </p:cSld>
  <p:clrMapOvr>
    <a:masterClrMapping/>
  </p:clrMapOvr>
  <p:transition spd="me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3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3"/>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3616DC3F-0700-225B-641F-40625ECB670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9530" r="953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4"/>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0720E116-1093-F4CE-B49E-12C993FC808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50" r="9550"/>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5"/>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00C63744-987F-D17B-5BA7-208FB8FB53FE}"/>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9530" r="9530"/>
          <a:stretch>
            <a:fillRect/>
          </a:stretch>
        </p:blipFill>
        <p:spPr/>
      </p:pic>
    </p:spTree>
    <p:extLst>
      <p:ext uri="{BB962C8B-B14F-4D97-AF65-F5344CB8AC3E}">
        <p14:creationId xmlns:p14="http://schemas.microsoft.com/office/powerpoint/2010/main" val="3397093291"/>
      </p:ext>
    </p:extLst>
  </p:cSld>
  <p:clrMapOvr>
    <a:masterClrMapping/>
  </p:clrMapOvr>
  <p:transition spd="me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9" name="Picture Placeholder 2" descr="Image Placeholder">
            <a:extLst>
              <a:ext uri="{FF2B5EF4-FFF2-40B4-BE49-F238E27FC236}">
                <a16:creationId xmlns:a16="http://schemas.microsoft.com/office/drawing/2014/main" id="{72DA905F-0A04-1FF1-7B5F-CFF6FA63ED8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2159" r="22159"/>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10" name="Picture Placeholder 2" descr="Image Placeholder">
            <a:extLst>
              <a:ext uri="{FF2B5EF4-FFF2-40B4-BE49-F238E27FC236}">
                <a16:creationId xmlns:a16="http://schemas.microsoft.com/office/drawing/2014/main" id="{3D9AA905-C2EC-E9B7-AD2C-AB97EA30699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2159" r="22159"/>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11" name="Picture Placeholder 2" descr="Image Placeholder">
            <a:extLst>
              <a:ext uri="{FF2B5EF4-FFF2-40B4-BE49-F238E27FC236}">
                <a16:creationId xmlns:a16="http://schemas.microsoft.com/office/drawing/2014/main" id="{4666E618-967E-0172-D39B-44010C8E751B}"/>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2159" r="22159"/>
          <a:stretch>
            <a:fillRect/>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a:xfrm>
            <a:off x="9342120" y="1581772"/>
            <a:ext cx="2240280" cy="311175"/>
          </a:xfrm>
        </p:spPr>
        <p:txBody>
          <a:bodyPr/>
          <a:lstStyle/>
          <a:p>
            <a:r>
              <a:rPr lang="en-US"/>
              <a:t>Column 4 title</a:t>
            </a:r>
          </a:p>
        </p:txBody>
      </p:sp>
      <p:pic>
        <p:nvPicPr>
          <p:cNvPr id="14" name="Picture Placeholder 2" descr="Image Placeholder">
            <a:extLst>
              <a:ext uri="{FF2B5EF4-FFF2-40B4-BE49-F238E27FC236}">
                <a16:creationId xmlns:a16="http://schemas.microsoft.com/office/drawing/2014/main" id="{1EA546DF-719F-2CE2-CA6B-1034C3531DF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2159" r="22159"/>
          <a:stretch>
            <a:fillRect/>
          </a:stretch>
        </p:blipFill>
        <p:spPr/>
      </p:pic>
    </p:spTree>
    <p:extLst>
      <p:ext uri="{BB962C8B-B14F-4D97-AF65-F5344CB8AC3E}">
        <p14:creationId xmlns:p14="http://schemas.microsoft.com/office/powerpoint/2010/main" val="668574398"/>
      </p:ext>
    </p:extLst>
  </p:cSld>
  <p:clrMapOvr>
    <a:masterClrMapping/>
  </p:clrMapOvr>
  <p:transition spd="me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(image + title) </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C31C52A0-F5AA-C73E-43B6-1AA33163A26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7269" r="27269"/>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51BE8D0D-2723-F0A7-267B-477C9BE7107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7269" r="27269"/>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61931981-F882-8AEF-BD97-DB27A8325450}"/>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7269" r="27269"/>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p:txBody>
          <a:bodyPr/>
          <a:lstStyle/>
          <a:p>
            <a:r>
              <a:rPr lang="en-US"/>
              <a:t>Column 4 title</a:t>
            </a:r>
          </a:p>
        </p:txBody>
      </p:sp>
      <p:pic>
        <p:nvPicPr>
          <p:cNvPr id="12" name="Picture Placeholder 2" descr="Image Placeholder">
            <a:extLst>
              <a:ext uri="{FF2B5EF4-FFF2-40B4-BE49-F238E27FC236}">
                <a16:creationId xmlns:a16="http://schemas.microsoft.com/office/drawing/2014/main" id="{88739EDD-6D1A-9284-4938-EEF9CC0EAE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269" r="27269"/>
          <a:stretch/>
        </p:blipFill>
        <p:spPr/>
      </p:pic>
      <p:sp>
        <p:nvSpPr>
          <p:cNvPr id="9" name="Text Placeholder 8">
            <a:extLst>
              <a:ext uri="{FF2B5EF4-FFF2-40B4-BE49-F238E27FC236}">
                <a16:creationId xmlns:a16="http://schemas.microsoft.com/office/drawing/2014/main" id="{70044EDD-F614-0551-5A90-DE60650B2486}"/>
              </a:ext>
            </a:extLst>
          </p:cNvPr>
          <p:cNvSpPr>
            <a:spLocks noGrp="1"/>
          </p:cNvSpPr>
          <p:nvPr>
            <p:ph type="body" sz="quarter" idx="21"/>
          </p:nvPr>
        </p:nvSpPr>
        <p:spPr/>
        <p:txBody>
          <a:bodyPr/>
          <a:lstStyle/>
          <a:p>
            <a:r>
              <a:rPr lang="en-US"/>
              <a:t>Column 5 title</a:t>
            </a:r>
          </a:p>
        </p:txBody>
      </p:sp>
      <p:pic>
        <p:nvPicPr>
          <p:cNvPr id="11" name="Picture Placeholder 2" descr="Image Placeholder">
            <a:extLst>
              <a:ext uri="{FF2B5EF4-FFF2-40B4-BE49-F238E27FC236}">
                <a16:creationId xmlns:a16="http://schemas.microsoft.com/office/drawing/2014/main" id="{D2545216-4E43-29BF-DDE8-56A6475C2131}"/>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7269" r="27269"/>
          <a:stretch/>
        </p:blipFill>
        <p:spPr/>
      </p:pic>
    </p:spTree>
    <p:extLst>
      <p:ext uri="{BB962C8B-B14F-4D97-AF65-F5344CB8AC3E}">
        <p14:creationId xmlns:p14="http://schemas.microsoft.com/office/powerpoint/2010/main" val="3983307965"/>
      </p:ext>
    </p:extLst>
  </p:cSld>
  <p:clrMapOvr>
    <a:masterClrMapping/>
  </p:clrMapOvr>
  <p:transition spd="me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3C38AB-9134-54D5-E2BB-67F649FDDAE2}"/>
              </a:ext>
            </a:extLst>
          </p:cNvPr>
          <p:cNvSpPr>
            <a:spLocks noGrp="1"/>
          </p:cNvSpPr>
          <p:nvPr>
            <p:ph type="title"/>
          </p:nvPr>
        </p:nvSpPr>
        <p:spPr>
          <a:xfrm>
            <a:off x="609600" y="264085"/>
            <a:ext cx="10972800" cy="946389"/>
          </a:xfrm>
        </p:spPr>
        <p:txBody>
          <a:bodyPr/>
          <a:lstStyle/>
          <a:p>
            <a:r>
              <a:rPr lang="en-US"/>
              <a:t>1 x 1 image only</a:t>
            </a:r>
          </a:p>
        </p:txBody>
      </p:sp>
      <p:pic>
        <p:nvPicPr>
          <p:cNvPr id="2" name="Picture Placeholder 2" descr="Image Placeholder">
            <a:extLst>
              <a:ext uri="{FF2B5EF4-FFF2-40B4-BE49-F238E27FC236}">
                <a16:creationId xmlns:a16="http://schemas.microsoft.com/office/drawing/2014/main" id="{8E17CEE9-CD2F-17DF-9157-32380DB0C3B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3777418301"/>
      </p:ext>
    </p:extLst>
  </p:cSld>
  <p:clrMapOvr>
    <a:masterClrMapping/>
  </p:clrMapOvr>
  <p:transition spd="me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CEA603-C6C2-FCB2-9A19-6D382F0D33CC}"/>
              </a:ext>
            </a:extLst>
          </p:cNvPr>
          <p:cNvSpPr>
            <a:spLocks noGrp="1"/>
          </p:cNvSpPr>
          <p:nvPr>
            <p:ph type="title"/>
          </p:nvPr>
        </p:nvSpPr>
        <p:spPr>
          <a:xfrm>
            <a:off x="609600" y="264085"/>
            <a:ext cx="10972800" cy="946389"/>
          </a:xfrm>
        </p:spPr>
        <p:txBody>
          <a:bodyPr/>
          <a:lstStyle/>
          <a:p>
            <a:r>
              <a:rPr lang="en-US"/>
              <a:t>2 x 2 images only</a:t>
            </a:r>
          </a:p>
        </p:txBody>
      </p:sp>
      <p:pic>
        <p:nvPicPr>
          <p:cNvPr id="12" name="Picture Placeholder 11" descr="Image Placeholder">
            <a:extLst>
              <a:ext uri="{FF2B5EF4-FFF2-40B4-BE49-F238E27FC236}">
                <a16:creationId xmlns:a16="http://schemas.microsoft.com/office/drawing/2014/main" id="{E5CC2015-ECF8-A4B3-0B97-B96342A84B7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pic>
        <p:nvPicPr>
          <p:cNvPr id="2" name="Picture Placeholder 2" descr="Image Placeholder">
            <a:extLst>
              <a:ext uri="{FF2B5EF4-FFF2-40B4-BE49-F238E27FC236}">
                <a16:creationId xmlns:a16="http://schemas.microsoft.com/office/drawing/2014/main" id="{23299155-8559-967D-08A3-72EAD7D58D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t="29167" b="29167"/>
          <a:stretch>
            <a:fillRect/>
          </a:stretch>
        </p:blipFill>
        <p:spPr/>
      </p:pic>
      <p:pic>
        <p:nvPicPr>
          <p:cNvPr id="4" name="Picture Placeholder 2" descr="Image Placeholder">
            <a:extLst>
              <a:ext uri="{FF2B5EF4-FFF2-40B4-BE49-F238E27FC236}">
                <a16:creationId xmlns:a16="http://schemas.microsoft.com/office/drawing/2014/main" id="{971C2706-A52A-BF71-64A9-961E69D85D5F}"/>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29167" b="29167"/>
          <a:stretch>
            <a:fillRect/>
          </a:stretch>
        </p:blipFill>
        <p:spPr/>
      </p:pic>
      <p:pic>
        <p:nvPicPr>
          <p:cNvPr id="18" name="Picture Placeholder 17" descr="Image Placeholder">
            <a:extLst>
              <a:ext uri="{FF2B5EF4-FFF2-40B4-BE49-F238E27FC236}">
                <a16:creationId xmlns:a16="http://schemas.microsoft.com/office/drawing/2014/main" id="{31DADF09-3F9B-1F13-587C-AB2233FF2B6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83491558"/>
      </p:ext>
    </p:extLst>
  </p:cSld>
  <p:clrMapOvr>
    <a:masterClrMapping/>
  </p:clrMapOvr>
  <p:transition spd="me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7C899D1-4A40-A5CB-9CE9-BFC907751C35}"/>
              </a:ext>
            </a:extLst>
          </p:cNvPr>
          <p:cNvSpPr>
            <a:spLocks noGrp="1"/>
          </p:cNvSpPr>
          <p:nvPr>
            <p:ph type="title"/>
          </p:nvPr>
        </p:nvSpPr>
        <p:spPr>
          <a:xfrm>
            <a:off x="609600" y="264085"/>
            <a:ext cx="10972800" cy="946389"/>
          </a:xfrm>
        </p:spPr>
        <p:txBody>
          <a:bodyPr/>
          <a:lstStyle/>
          <a:p>
            <a:r>
              <a:rPr lang="en-US"/>
              <a:t>3 x 2 images only</a:t>
            </a:r>
          </a:p>
        </p:txBody>
      </p:sp>
      <p:pic>
        <p:nvPicPr>
          <p:cNvPr id="16" name="Picture Placeholder 15" descr="Image Placeholder">
            <a:extLst>
              <a:ext uri="{FF2B5EF4-FFF2-40B4-BE49-F238E27FC236}">
                <a16:creationId xmlns:a16="http://schemas.microsoft.com/office/drawing/2014/main" id="{01DC3505-27C5-B4A7-A5B4-94A47306CBF9}"/>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 name="Picture Placeholder 2" descr="Image Placeholder">
            <a:extLst>
              <a:ext uri="{FF2B5EF4-FFF2-40B4-BE49-F238E27FC236}">
                <a16:creationId xmlns:a16="http://schemas.microsoft.com/office/drawing/2014/main" id="{88D31A69-D08A-B370-9DC7-7F0AE3D9EB4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18750" b="18750"/>
          <a:stretch>
            <a:fillRect/>
          </a:stretch>
        </p:blipFill>
        <p:spPr/>
      </p:pic>
      <p:pic>
        <p:nvPicPr>
          <p:cNvPr id="4" name="Picture Placeholder 2" descr="Image Placeholder">
            <a:extLst>
              <a:ext uri="{FF2B5EF4-FFF2-40B4-BE49-F238E27FC236}">
                <a16:creationId xmlns:a16="http://schemas.microsoft.com/office/drawing/2014/main" id="{D77173C1-8629-39D1-D934-96A3EF68C8A1}"/>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18750" b="18750"/>
          <a:stretch>
            <a:fillRect/>
          </a:stretch>
        </p:blipFill>
        <p:spPr/>
      </p:pic>
      <p:pic>
        <p:nvPicPr>
          <p:cNvPr id="24" name="Picture Placeholder 23" descr="Image Placeholder">
            <a:extLst>
              <a:ext uri="{FF2B5EF4-FFF2-40B4-BE49-F238E27FC236}">
                <a16:creationId xmlns:a16="http://schemas.microsoft.com/office/drawing/2014/main" id="{04B6AF0E-E10E-0656-B970-75B6CD4EEB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6" name="Picture Placeholder 25" descr="Image Placeholder">
            <a:extLst>
              <a:ext uri="{FF2B5EF4-FFF2-40B4-BE49-F238E27FC236}">
                <a16:creationId xmlns:a16="http://schemas.microsoft.com/office/drawing/2014/main" id="{ACFC20D2-566A-07BF-D39A-EF1261A88CB7}"/>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18750" b="18750"/>
          <a:stretch>
            <a:fillRect/>
          </a:stretch>
        </p:blipFill>
        <p:spPr/>
      </p:pic>
      <p:pic>
        <p:nvPicPr>
          <p:cNvPr id="7" name="Picture Placeholder 2" descr="Image Placeholder">
            <a:extLst>
              <a:ext uri="{FF2B5EF4-FFF2-40B4-BE49-F238E27FC236}">
                <a16:creationId xmlns:a16="http://schemas.microsoft.com/office/drawing/2014/main" id="{C66541AB-98F5-C998-CD70-B180C7E56D87}"/>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8750" b="18750"/>
          <a:stretch>
            <a:fillRect/>
          </a:stretch>
        </p:blipFill>
        <p:spPr/>
      </p:pic>
    </p:spTree>
    <p:extLst>
      <p:ext uri="{BB962C8B-B14F-4D97-AF65-F5344CB8AC3E}">
        <p14:creationId xmlns:p14="http://schemas.microsoft.com/office/powerpoint/2010/main" val="3286448928"/>
      </p:ext>
    </p:extLst>
  </p:cSld>
  <p:clrMapOvr>
    <a:masterClrMapping/>
  </p:clrMapOvr>
  <p:transition spd="me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50B78-65D2-7958-5738-D531A140A1B0}"/>
              </a:ext>
            </a:extLst>
          </p:cNvPr>
          <p:cNvSpPr>
            <a:spLocks noGrp="1"/>
          </p:cNvSpPr>
          <p:nvPr>
            <p:ph type="title"/>
          </p:nvPr>
        </p:nvSpPr>
        <p:spPr/>
        <p:txBody>
          <a:bodyPr/>
          <a:lstStyle/>
          <a:p>
            <a:r>
              <a:rPr lang="en-US"/>
              <a:t>8 x 4 images only</a:t>
            </a:r>
          </a:p>
        </p:txBody>
      </p:sp>
      <p:pic>
        <p:nvPicPr>
          <p:cNvPr id="36" name="Picture Placeholder 35" descr="Image placeholder">
            <a:extLst>
              <a:ext uri="{FF2B5EF4-FFF2-40B4-BE49-F238E27FC236}">
                <a16:creationId xmlns:a16="http://schemas.microsoft.com/office/drawing/2014/main" id="{6B26B235-92BC-054E-E325-33C5D3DDF3DC}"/>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4027" b="4027"/>
          <a:stretch>
            <a:fillRect/>
          </a:stretch>
        </p:blipFill>
        <p:spPr/>
      </p:pic>
      <p:pic>
        <p:nvPicPr>
          <p:cNvPr id="37" name="Picture Placeholder 35" descr="Image placeholder">
            <a:extLst>
              <a:ext uri="{FF2B5EF4-FFF2-40B4-BE49-F238E27FC236}">
                <a16:creationId xmlns:a16="http://schemas.microsoft.com/office/drawing/2014/main" id="{4E6367C3-AA94-7196-D506-052155C6607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4027" b="4027"/>
          <a:stretch>
            <a:fillRect/>
          </a:stretch>
        </p:blipFill>
        <p:spPr/>
      </p:pic>
      <p:pic>
        <p:nvPicPr>
          <p:cNvPr id="38" name="Picture Placeholder 35" descr="Image placeholder">
            <a:extLst>
              <a:ext uri="{FF2B5EF4-FFF2-40B4-BE49-F238E27FC236}">
                <a16:creationId xmlns:a16="http://schemas.microsoft.com/office/drawing/2014/main" id="{5751B303-C891-DAA2-3523-A8222417F60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088" b="4088"/>
          <a:stretch>
            <a:fillRect/>
          </a:stretch>
        </p:blipFill>
        <p:spPr/>
      </p:pic>
      <p:pic>
        <p:nvPicPr>
          <p:cNvPr id="39" name="Picture Placeholder 35" descr="Image placeholder">
            <a:extLst>
              <a:ext uri="{FF2B5EF4-FFF2-40B4-BE49-F238E27FC236}">
                <a16:creationId xmlns:a16="http://schemas.microsoft.com/office/drawing/2014/main" id="{939DEC58-19D5-4D72-DA3A-D0CBC01306E7}"/>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4027" b="4027"/>
          <a:stretch>
            <a:fillRect/>
          </a:stretch>
        </p:blipFill>
        <p:spPr/>
      </p:pic>
      <p:pic>
        <p:nvPicPr>
          <p:cNvPr id="40" name="Picture Placeholder 35" descr="Image placeholder">
            <a:extLst>
              <a:ext uri="{FF2B5EF4-FFF2-40B4-BE49-F238E27FC236}">
                <a16:creationId xmlns:a16="http://schemas.microsoft.com/office/drawing/2014/main" id="{7091764A-4FFB-4265-BE1D-D877D62DDC7A}"/>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t="4027" b="4027"/>
          <a:stretch>
            <a:fillRect/>
          </a:stretch>
        </p:blipFill>
        <p:spPr/>
      </p:pic>
      <p:pic>
        <p:nvPicPr>
          <p:cNvPr id="41" name="Picture Placeholder 35" descr="Image placeholder">
            <a:extLst>
              <a:ext uri="{FF2B5EF4-FFF2-40B4-BE49-F238E27FC236}">
                <a16:creationId xmlns:a16="http://schemas.microsoft.com/office/drawing/2014/main" id="{525245F2-C3FC-AB89-4505-A65231CFD2E7}"/>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t="4027" b="4027"/>
          <a:stretch>
            <a:fillRect/>
          </a:stretch>
        </p:blipFill>
        <p:spPr/>
      </p:pic>
      <p:pic>
        <p:nvPicPr>
          <p:cNvPr id="42" name="Picture Placeholder 35" descr="Image placeholder">
            <a:extLst>
              <a:ext uri="{FF2B5EF4-FFF2-40B4-BE49-F238E27FC236}">
                <a16:creationId xmlns:a16="http://schemas.microsoft.com/office/drawing/2014/main" id="{83AFBDCC-99C1-0A31-6AAF-9353B7590D9A}"/>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4027" b="4027"/>
          <a:stretch>
            <a:fillRect/>
          </a:stretch>
        </p:blipFill>
        <p:spPr/>
      </p:pic>
      <p:pic>
        <p:nvPicPr>
          <p:cNvPr id="43" name="Picture Placeholder 35" descr="Image placeholder">
            <a:extLst>
              <a:ext uri="{FF2B5EF4-FFF2-40B4-BE49-F238E27FC236}">
                <a16:creationId xmlns:a16="http://schemas.microsoft.com/office/drawing/2014/main" id="{E6FFE0E1-AB61-9D97-C6D3-9E018F558F5F}"/>
              </a:ext>
            </a:extLst>
          </p:cNvPr>
          <p:cNvPicPr>
            <a:picLocks noGrp="1" noChangeAspect="1"/>
          </p:cNvPicPr>
          <p:nvPr>
            <p:ph type="pic" sz="quarter" idx="25"/>
          </p:nvPr>
        </p:nvPicPr>
        <p:blipFill>
          <a:blip r:embed="rId2">
            <a:extLst>
              <a:ext uri="{28A0092B-C50C-407E-A947-70E740481C1C}">
                <a14:useLocalDpi xmlns:a14="http://schemas.microsoft.com/office/drawing/2010/main" val="0"/>
              </a:ext>
            </a:extLst>
          </a:blip>
          <a:srcRect t="4027" b="4027"/>
          <a:stretch>
            <a:fillRect/>
          </a:stretch>
        </p:blipFill>
        <p:spPr/>
      </p:pic>
      <p:pic>
        <p:nvPicPr>
          <p:cNvPr id="44" name="Picture Placeholder 35" descr="Image placeholder">
            <a:extLst>
              <a:ext uri="{FF2B5EF4-FFF2-40B4-BE49-F238E27FC236}">
                <a16:creationId xmlns:a16="http://schemas.microsoft.com/office/drawing/2014/main" id="{1F87CE24-521D-1C3B-D7A3-6B55119C2564}"/>
              </a:ext>
            </a:extLst>
          </p:cNvPr>
          <p:cNvPicPr>
            <a:picLocks noGrp="1" noChangeAspect="1"/>
          </p:cNvPicPr>
          <p:nvPr>
            <p:ph type="pic" sz="quarter" idx="26"/>
          </p:nvPr>
        </p:nvPicPr>
        <p:blipFill>
          <a:blip r:embed="rId2">
            <a:extLst>
              <a:ext uri="{28A0092B-C50C-407E-A947-70E740481C1C}">
                <a14:useLocalDpi xmlns:a14="http://schemas.microsoft.com/office/drawing/2010/main" val="0"/>
              </a:ext>
            </a:extLst>
          </a:blip>
          <a:srcRect t="4027" b="4027"/>
          <a:stretch>
            <a:fillRect/>
          </a:stretch>
        </p:blipFill>
        <p:spPr/>
      </p:pic>
      <p:pic>
        <p:nvPicPr>
          <p:cNvPr id="45" name="Picture Placeholder 35" descr="Image placeholder">
            <a:extLst>
              <a:ext uri="{FF2B5EF4-FFF2-40B4-BE49-F238E27FC236}">
                <a16:creationId xmlns:a16="http://schemas.microsoft.com/office/drawing/2014/main" id="{484287CF-E505-13F6-A5DA-7393888C8FD4}"/>
              </a:ext>
            </a:extLst>
          </p:cNvPr>
          <p:cNvPicPr>
            <a:picLocks noGrp="1" noChangeAspect="1"/>
          </p:cNvPicPr>
          <p:nvPr>
            <p:ph type="pic" sz="quarter" idx="27"/>
          </p:nvPr>
        </p:nvPicPr>
        <p:blipFill>
          <a:blip r:embed="rId2">
            <a:extLst>
              <a:ext uri="{28A0092B-C50C-407E-A947-70E740481C1C}">
                <a14:useLocalDpi xmlns:a14="http://schemas.microsoft.com/office/drawing/2010/main" val="0"/>
              </a:ext>
            </a:extLst>
          </a:blip>
          <a:srcRect t="4027" b="4027"/>
          <a:stretch>
            <a:fillRect/>
          </a:stretch>
        </p:blipFill>
        <p:spPr/>
      </p:pic>
      <p:pic>
        <p:nvPicPr>
          <p:cNvPr id="46" name="Picture Placeholder 35" descr="Image placeholder">
            <a:extLst>
              <a:ext uri="{FF2B5EF4-FFF2-40B4-BE49-F238E27FC236}">
                <a16:creationId xmlns:a16="http://schemas.microsoft.com/office/drawing/2014/main" id="{D639347E-769F-28C9-4167-D0A530CE0C23}"/>
              </a:ext>
            </a:extLst>
          </p:cNvPr>
          <p:cNvPicPr>
            <a:picLocks noGrp="1" noChangeAspect="1"/>
          </p:cNvPicPr>
          <p:nvPr>
            <p:ph type="pic" sz="quarter" idx="28"/>
          </p:nvPr>
        </p:nvPicPr>
        <p:blipFill>
          <a:blip r:embed="rId2">
            <a:extLst>
              <a:ext uri="{28A0092B-C50C-407E-A947-70E740481C1C}">
                <a14:useLocalDpi xmlns:a14="http://schemas.microsoft.com/office/drawing/2010/main" val="0"/>
              </a:ext>
            </a:extLst>
          </a:blip>
          <a:srcRect t="4088" b="4088"/>
          <a:stretch>
            <a:fillRect/>
          </a:stretch>
        </p:blipFill>
        <p:spPr/>
      </p:pic>
      <p:pic>
        <p:nvPicPr>
          <p:cNvPr id="47" name="Picture Placeholder 35" descr="Image placeholder">
            <a:extLst>
              <a:ext uri="{FF2B5EF4-FFF2-40B4-BE49-F238E27FC236}">
                <a16:creationId xmlns:a16="http://schemas.microsoft.com/office/drawing/2014/main" id="{E7DBB7C0-A3A7-894C-C701-7B05674A42C9}"/>
              </a:ext>
            </a:extLst>
          </p:cNvPr>
          <p:cNvPicPr>
            <a:picLocks noGrp="1" noChangeAspect="1"/>
          </p:cNvPicPr>
          <p:nvPr>
            <p:ph type="pic" sz="quarter" idx="29"/>
          </p:nvPr>
        </p:nvPicPr>
        <p:blipFill>
          <a:blip r:embed="rId2">
            <a:extLst>
              <a:ext uri="{28A0092B-C50C-407E-A947-70E740481C1C}">
                <a14:useLocalDpi xmlns:a14="http://schemas.microsoft.com/office/drawing/2010/main" val="0"/>
              </a:ext>
            </a:extLst>
          </a:blip>
          <a:srcRect t="4027" b="4027"/>
          <a:stretch>
            <a:fillRect/>
          </a:stretch>
        </p:blipFill>
        <p:spPr/>
      </p:pic>
      <p:pic>
        <p:nvPicPr>
          <p:cNvPr id="48" name="Picture Placeholder 35" descr="Image placeholder">
            <a:extLst>
              <a:ext uri="{FF2B5EF4-FFF2-40B4-BE49-F238E27FC236}">
                <a16:creationId xmlns:a16="http://schemas.microsoft.com/office/drawing/2014/main" id="{C107C0FF-6392-5A09-9CAE-DC6A4EC84C2A}"/>
              </a:ext>
            </a:extLst>
          </p:cNvPr>
          <p:cNvPicPr>
            <a:picLocks noGrp="1" noChangeAspect="1"/>
          </p:cNvPicPr>
          <p:nvPr>
            <p:ph type="pic" sz="quarter" idx="30"/>
          </p:nvPr>
        </p:nvPicPr>
        <p:blipFill>
          <a:blip r:embed="rId2">
            <a:extLst>
              <a:ext uri="{28A0092B-C50C-407E-A947-70E740481C1C}">
                <a14:useLocalDpi xmlns:a14="http://schemas.microsoft.com/office/drawing/2010/main" val="0"/>
              </a:ext>
            </a:extLst>
          </a:blip>
          <a:srcRect t="4027" b="4027"/>
          <a:stretch>
            <a:fillRect/>
          </a:stretch>
        </p:blipFill>
        <p:spPr/>
      </p:pic>
      <p:pic>
        <p:nvPicPr>
          <p:cNvPr id="49" name="Picture Placeholder 35" descr="Image placeholder">
            <a:extLst>
              <a:ext uri="{FF2B5EF4-FFF2-40B4-BE49-F238E27FC236}">
                <a16:creationId xmlns:a16="http://schemas.microsoft.com/office/drawing/2014/main" id="{C5EE2FCA-807C-DBD3-35DC-559744013B4E}"/>
              </a:ext>
            </a:extLst>
          </p:cNvPr>
          <p:cNvPicPr>
            <a:picLocks noGrp="1" noChangeAspect="1"/>
          </p:cNvPicPr>
          <p:nvPr>
            <p:ph type="pic" sz="quarter" idx="31"/>
          </p:nvPr>
        </p:nvPicPr>
        <p:blipFill>
          <a:blip r:embed="rId2">
            <a:extLst>
              <a:ext uri="{28A0092B-C50C-407E-A947-70E740481C1C}">
                <a14:useLocalDpi xmlns:a14="http://schemas.microsoft.com/office/drawing/2010/main" val="0"/>
              </a:ext>
            </a:extLst>
          </a:blip>
          <a:srcRect t="4027" b="4027"/>
          <a:stretch>
            <a:fillRect/>
          </a:stretch>
        </p:blipFill>
        <p:spPr/>
      </p:pic>
      <p:pic>
        <p:nvPicPr>
          <p:cNvPr id="50" name="Picture Placeholder 35" descr="Image placeholder">
            <a:extLst>
              <a:ext uri="{FF2B5EF4-FFF2-40B4-BE49-F238E27FC236}">
                <a16:creationId xmlns:a16="http://schemas.microsoft.com/office/drawing/2014/main" id="{B25EEF52-5464-3BFB-39AA-EC6546DE88FB}"/>
              </a:ext>
            </a:extLst>
          </p:cNvPr>
          <p:cNvPicPr>
            <a:picLocks noGrp="1" noChangeAspect="1"/>
          </p:cNvPicPr>
          <p:nvPr>
            <p:ph type="pic" sz="quarter" idx="32"/>
          </p:nvPr>
        </p:nvPicPr>
        <p:blipFill>
          <a:blip r:embed="rId2">
            <a:extLst>
              <a:ext uri="{28A0092B-C50C-407E-A947-70E740481C1C}">
                <a14:useLocalDpi xmlns:a14="http://schemas.microsoft.com/office/drawing/2010/main" val="0"/>
              </a:ext>
            </a:extLst>
          </a:blip>
          <a:srcRect t="4027" b="4027"/>
          <a:stretch>
            <a:fillRect/>
          </a:stretch>
        </p:blipFill>
        <p:spPr/>
      </p:pic>
      <p:pic>
        <p:nvPicPr>
          <p:cNvPr id="51" name="Picture Placeholder 35" descr="Image placeholder">
            <a:extLst>
              <a:ext uri="{FF2B5EF4-FFF2-40B4-BE49-F238E27FC236}">
                <a16:creationId xmlns:a16="http://schemas.microsoft.com/office/drawing/2014/main" id="{5152E9BF-DD54-27C6-B6D5-13D6AE32986A}"/>
              </a:ext>
            </a:extLst>
          </p:cNvPr>
          <p:cNvPicPr>
            <a:picLocks noGrp="1" noChangeAspect="1"/>
          </p:cNvPicPr>
          <p:nvPr>
            <p:ph type="pic" sz="quarter" idx="33"/>
          </p:nvPr>
        </p:nvPicPr>
        <p:blipFill>
          <a:blip r:embed="rId2">
            <a:extLst>
              <a:ext uri="{28A0092B-C50C-407E-A947-70E740481C1C}">
                <a14:useLocalDpi xmlns:a14="http://schemas.microsoft.com/office/drawing/2010/main" val="0"/>
              </a:ext>
            </a:extLst>
          </a:blip>
          <a:srcRect t="4027" b="4027"/>
          <a:stretch>
            <a:fillRect/>
          </a:stretch>
        </p:blipFill>
        <p:spPr/>
      </p:pic>
      <p:pic>
        <p:nvPicPr>
          <p:cNvPr id="52" name="Picture Placeholder 35" descr="Image placeholder">
            <a:extLst>
              <a:ext uri="{FF2B5EF4-FFF2-40B4-BE49-F238E27FC236}">
                <a16:creationId xmlns:a16="http://schemas.microsoft.com/office/drawing/2014/main" id="{70D769A6-93C8-7A87-EAA1-950C5E2B10E4}"/>
              </a:ext>
            </a:extLst>
          </p:cNvPr>
          <p:cNvPicPr>
            <a:picLocks noGrp="1" noChangeAspect="1"/>
          </p:cNvPicPr>
          <p:nvPr>
            <p:ph type="pic" sz="quarter" idx="34"/>
          </p:nvPr>
        </p:nvPicPr>
        <p:blipFill>
          <a:blip r:embed="rId2">
            <a:extLst>
              <a:ext uri="{28A0092B-C50C-407E-A947-70E740481C1C}">
                <a14:useLocalDpi xmlns:a14="http://schemas.microsoft.com/office/drawing/2010/main" val="0"/>
              </a:ext>
            </a:extLst>
          </a:blip>
          <a:srcRect t="3960" b="3960"/>
          <a:stretch>
            <a:fillRect/>
          </a:stretch>
        </p:blipFill>
        <p:spPr/>
      </p:pic>
      <p:pic>
        <p:nvPicPr>
          <p:cNvPr id="53" name="Picture Placeholder 35" descr="Image placeholder">
            <a:extLst>
              <a:ext uri="{FF2B5EF4-FFF2-40B4-BE49-F238E27FC236}">
                <a16:creationId xmlns:a16="http://schemas.microsoft.com/office/drawing/2014/main" id="{A83D649C-E811-80D5-4457-E5FF210004B3}"/>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t="3960" b="3960"/>
          <a:stretch>
            <a:fillRect/>
          </a:stretch>
        </p:blipFill>
        <p:spPr/>
      </p:pic>
      <p:pic>
        <p:nvPicPr>
          <p:cNvPr id="54" name="Picture Placeholder 35" descr="Image placeholder">
            <a:extLst>
              <a:ext uri="{FF2B5EF4-FFF2-40B4-BE49-F238E27FC236}">
                <a16:creationId xmlns:a16="http://schemas.microsoft.com/office/drawing/2014/main" id="{38057CDD-55E9-416C-439E-4C887872A33A}"/>
              </a:ext>
            </a:extLst>
          </p:cNvPr>
          <p:cNvPicPr>
            <a:picLocks noGrp="1" noChangeAspect="1"/>
          </p:cNvPicPr>
          <p:nvPr>
            <p:ph type="pic" sz="quarter" idx="36"/>
          </p:nvPr>
        </p:nvPicPr>
        <p:blipFill>
          <a:blip r:embed="rId2">
            <a:extLst>
              <a:ext uri="{28A0092B-C50C-407E-A947-70E740481C1C}">
                <a14:useLocalDpi xmlns:a14="http://schemas.microsoft.com/office/drawing/2010/main" val="0"/>
              </a:ext>
            </a:extLst>
          </a:blip>
          <a:srcRect t="4021" b="4021"/>
          <a:stretch>
            <a:fillRect/>
          </a:stretch>
        </p:blipFill>
        <p:spPr/>
      </p:pic>
      <p:pic>
        <p:nvPicPr>
          <p:cNvPr id="55" name="Picture Placeholder 35" descr="Image placeholder">
            <a:extLst>
              <a:ext uri="{FF2B5EF4-FFF2-40B4-BE49-F238E27FC236}">
                <a16:creationId xmlns:a16="http://schemas.microsoft.com/office/drawing/2014/main" id="{83D0548F-83B6-AFB0-8860-55637DBE41D4}"/>
              </a:ext>
            </a:extLst>
          </p:cNvPr>
          <p:cNvPicPr>
            <a:picLocks noGrp="1" noChangeAspect="1"/>
          </p:cNvPicPr>
          <p:nvPr>
            <p:ph type="pic" sz="quarter" idx="37"/>
          </p:nvPr>
        </p:nvPicPr>
        <p:blipFill>
          <a:blip r:embed="rId2">
            <a:extLst>
              <a:ext uri="{28A0092B-C50C-407E-A947-70E740481C1C}">
                <a14:useLocalDpi xmlns:a14="http://schemas.microsoft.com/office/drawing/2010/main" val="0"/>
              </a:ext>
            </a:extLst>
          </a:blip>
          <a:srcRect t="3960" b="3960"/>
          <a:stretch>
            <a:fillRect/>
          </a:stretch>
        </p:blipFill>
        <p:spPr/>
      </p:pic>
      <p:pic>
        <p:nvPicPr>
          <p:cNvPr id="56" name="Picture Placeholder 35" descr="Image placeholder">
            <a:extLst>
              <a:ext uri="{FF2B5EF4-FFF2-40B4-BE49-F238E27FC236}">
                <a16:creationId xmlns:a16="http://schemas.microsoft.com/office/drawing/2014/main" id="{657A9FBE-3D20-1244-DB32-5BDAB4F1B621}"/>
              </a:ext>
            </a:extLst>
          </p:cNvPr>
          <p:cNvPicPr>
            <a:picLocks noGrp="1" noChangeAspect="1"/>
          </p:cNvPicPr>
          <p:nvPr>
            <p:ph type="pic" sz="quarter" idx="38"/>
          </p:nvPr>
        </p:nvPicPr>
        <p:blipFill>
          <a:blip r:embed="rId2">
            <a:extLst>
              <a:ext uri="{28A0092B-C50C-407E-A947-70E740481C1C}">
                <a14:useLocalDpi xmlns:a14="http://schemas.microsoft.com/office/drawing/2010/main" val="0"/>
              </a:ext>
            </a:extLst>
          </a:blip>
          <a:srcRect t="3960" b="3960"/>
          <a:stretch>
            <a:fillRect/>
          </a:stretch>
        </p:blipFill>
        <p:spPr/>
      </p:pic>
      <p:pic>
        <p:nvPicPr>
          <p:cNvPr id="57" name="Picture Placeholder 35" descr="Image placeholder">
            <a:extLst>
              <a:ext uri="{FF2B5EF4-FFF2-40B4-BE49-F238E27FC236}">
                <a16:creationId xmlns:a16="http://schemas.microsoft.com/office/drawing/2014/main" id="{CFA1A58F-1B6A-9DDF-1B4A-0E8BD85F199A}"/>
              </a:ext>
            </a:extLst>
          </p:cNvPr>
          <p:cNvPicPr>
            <a:picLocks noGrp="1" noChangeAspect="1"/>
          </p:cNvPicPr>
          <p:nvPr>
            <p:ph type="pic" sz="quarter" idx="39"/>
          </p:nvPr>
        </p:nvPicPr>
        <p:blipFill>
          <a:blip r:embed="rId2">
            <a:extLst>
              <a:ext uri="{28A0092B-C50C-407E-A947-70E740481C1C}">
                <a14:useLocalDpi xmlns:a14="http://schemas.microsoft.com/office/drawing/2010/main" val="0"/>
              </a:ext>
            </a:extLst>
          </a:blip>
          <a:srcRect t="3960" b="3960"/>
          <a:stretch>
            <a:fillRect/>
          </a:stretch>
        </p:blipFill>
        <p:spPr/>
      </p:pic>
      <p:pic>
        <p:nvPicPr>
          <p:cNvPr id="58" name="Picture Placeholder 35" descr="Image placeholder">
            <a:extLst>
              <a:ext uri="{FF2B5EF4-FFF2-40B4-BE49-F238E27FC236}">
                <a16:creationId xmlns:a16="http://schemas.microsoft.com/office/drawing/2014/main" id="{073E8D91-4067-A73C-E804-27AF349DF78C}"/>
              </a:ext>
            </a:extLst>
          </p:cNvPr>
          <p:cNvPicPr>
            <a:picLocks noGrp="1" noChangeAspect="1"/>
          </p:cNvPicPr>
          <p:nvPr>
            <p:ph type="pic" sz="quarter" idx="40"/>
          </p:nvPr>
        </p:nvPicPr>
        <p:blipFill>
          <a:blip r:embed="rId2">
            <a:extLst>
              <a:ext uri="{28A0092B-C50C-407E-A947-70E740481C1C}">
                <a14:useLocalDpi xmlns:a14="http://schemas.microsoft.com/office/drawing/2010/main" val="0"/>
              </a:ext>
            </a:extLst>
          </a:blip>
          <a:srcRect t="3960" b="3960"/>
          <a:stretch>
            <a:fillRect/>
          </a:stretch>
        </p:blipFill>
        <p:spPr/>
      </p:pic>
      <p:pic>
        <p:nvPicPr>
          <p:cNvPr id="59" name="Picture Placeholder 35" descr="Image placeholder">
            <a:extLst>
              <a:ext uri="{FF2B5EF4-FFF2-40B4-BE49-F238E27FC236}">
                <a16:creationId xmlns:a16="http://schemas.microsoft.com/office/drawing/2014/main" id="{D4848292-5A2F-8F8D-17B1-EDCD03FE5A37}"/>
              </a:ext>
            </a:extLst>
          </p:cNvPr>
          <p:cNvPicPr>
            <a:picLocks noGrp="1" noChangeAspect="1"/>
          </p:cNvPicPr>
          <p:nvPr>
            <p:ph type="pic" sz="quarter" idx="41"/>
          </p:nvPr>
        </p:nvPicPr>
        <p:blipFill>
          <a:blip r:embed="rId2">
            <a:extLst>
              <a:ext uri="{28A0092B-C50C-407E-A947-70E740481C1C}">
                <a14:useLocalDpi xmlns:a14="http://schemas.microsoft.com/office/drawing/2010/main" val="0"/>
              </a:ext>
            </a:extLst>
          </a:blip>
          <a:srcRect t="3960" b="3960"/>
          <a:stretch>
            <a:fillRect/>
          </a:stretch>
        </p:blipFill>
        <p:spPr/>
      </p:pic>
      <p:pic>
        <p:nvPicPr>
          <p:cNvPr id="60" name="Picture Placeholder 35" descr="Image placeholder">
            <a:extLst>
              <a:ext uri="{FF2B5EF4-FFF2-40B4-BE49-F238E27FC236}">
                <a16:creationId xmlns:a16="http://schemas.microsoft.com/office/drawing/2014/main" id="{76A820EC-7F5D-EC6C-60E3-B126B3E8B774}"/>
              </a:ext>
            </a:extLst>
          </p:cNvPr>
          <p:cNvPicPr>
            <a:picLocks noGrp="1" noChangeAspect="1"/>
          </p:cNvPicPr>
          <p:nvPr>
            <p:ph type="pic" sz="quarter" idx="42"/>
          </p:nvPr>
        </p:nvPicPr>
        <p:blipFill>
          <a:blip r:embed="rId2">
            <a:extLst>
              <a:ext uri="{28A0092B-C50C-407E-A947-70E740481C1C}">
                <a14:useLocalDpi xmlns:a14="http://schemas.microsoft.com/office/drawing/2010/main" val="0"/>
              </a:ext>
            </a:extLst>
          </a:blip>
          <a:srcRect t="3960" b="3960"/>
          <a:stretch>
            <a:fillRect/>
          </a:stretch>
        </p:blipFill>
        <p:spPr/>
      </p:pic>
      <p:pic>
        <p:nvPicPr>
          <p:cNvPr id="61" name="Picture Placeholder 35" descr="Image placeholder">
            <a:extLst>
              <a:ext uri="{FF2B5EF4-FFF2-40B4-BE49-F238E27FC236}">
                <a16:creationId xmlns:a16="http://schemas.microsoft.com/office/drawing/2014/main" id="{3246ACD7-DDFE-0097-21E7-60EFB8E43487}"/>
              </a:ext>
            </a:extLst>
          </p:cNvPr>
          <p:cNvPicPr>
            <a:picLocks noGrp="1" noChangeAspect="1"/>
          </p:cNvPicPr>
          <p:nvPr>
            <p:ph type="pic" sz="quarter" idx="43"/>
          </p:nvPr>
        </p:nvPicPr>
        <p:blipFill>
          <a:blip r:embed="rId2">
            <a:extLst>
              <a:ext uri="{28A0092B-C50C-407E-A947-70E740481C1C}">
                <a14:useLocalDpi xmlns:a14="http://schemas.microsoft.com/office/drawing/2010/main" val="0"/>
              </a:ext>
            </a:extLst>
          </a:blip>
          <a:srcRect t="3960" b="3960"/>
          <a:stretch>
            <a:fillRect/>
          </a:stretch>
        </p:blipFill>
        <p:spPr/>
      </p:pic>
      <p:pic>
        <p:nvPicPr>
          <p:cNvPr id="62" name="Picture Placeholder 35" descr="Image placeholder">
            <a:extLst>
              <a:ext uri="{FF2B5EF4-FFF2-40B4-BE49-F238E27FC236}">
                <a16:creationId xmlns:a16="http://schemas.microsoft.com/office/drawing/2014/main" id="{BE086F77-D3E3-BB8B-9B56-7920BA192BE3}"/>
              </a:ext>
            </a:extLst>
          </p:cNvPr>
          <p:cNvPicPr>
            <a:picLocks noGrp="1" noChangeAspect="1"/>
          </p:cNvPicPr>
          <p:nvPr>
            <p:ph type="pic" sz="quarter" idx="44"/>
          </p:nvPr>
        </p:nvPicPr>
        <p:blipFill>
          <a:blip r:embed="rId2">
            <a:extLst>
              <a:ext uri="{28A0092B-C50C-407E-A947-70E740481C1C}">
                <a14:useLocalDpi xmlns:a14="http://schemas.microsoft.com/office/drawing/2010/main" val="0"/>
              </a:ext>
            </a:extLst>
          </a:blip>
          <a:srcRect t="4021" b="4021"/>
          <a:stretch>
            <a:fillRect/>
          </a:stretch>
        </p:blipFill>
        <p:spPr/>
      </p:pic>
      <p:pic>
        <p:nvPicPr>
          <p:cNvPr id="63" name="Picture Placeholder 35" descr="Image placeholder">
            <a:extLst>
              <a:ext uri="{FF2B5EF4-FFF2-40B4-BE49-F238E27FC236}">
                <a16:creationId xmlns:a16="http://schemas.microsoft.com/office/drawing/2014/main" id="{2D75620D-CA39-53A9-CAF3-72A52B9D2DFC}"/>
              </a:ext>
            </a:extLst>
          </p:cNvPr>
          <p:cNvPicPr>
            <a:picLocks noGrp="1" noChangeAspect="1"/>
          </p:cNvPicPr>
          <p:nvPr>
            <p:ph type="pic" sz="quarter" idx="45"/>
          </p:nvPr>
        </p:nvPicPr>
        <p:blipFill>
          <a:blip r:embed="rId2">
            <a:extLst>
              <a:ext uri="{28A0092B-C50C-407E-A947-70E740481C1C}">
                <a14:useLocalDpi xmlns:a14="http://schemas.microsoft.com/office/drawing/2010/main" val="0"/>
              </a:ext>
            </a:extLst>
          </a:blip>
          <a:srcRect t="3960" b="3960"/>
          <a:stretch>
            <a:fillRect/>
          </a:stretch>
        </p:blipFill>
        <p:spPr/>
      </p:pic>
      <p:pic>
        <p:nvPicPr>
          <p:cNvPr id="64" name="Picture Placeholder 35" descr="Image placeholder">
            <a:extLst>
              <a:ext uri="{FF2B5EF4-FFF2-40B4-BE49-F238E27FC236}">
                <a16:creationId xmlns:a16="http://schemas.microsoft.com/office/drawing/2014/main" id="{EA847297-5376-3A35-1D32-11BC34834052}"/>
              </a:ext>
            </a:extLst>
          </p:cNvPr>
          <p:cNvPicPr>
            <a:picLocks noGrp="1" noChangeAspect="1"/>
          </p:cNvPicPr>
          <p:nvPr>
            <p:ph type="pic" sz="quarter" idx="46"/>
          </p:nvPr>
        </p:nvPicPr>
        <p:blipFill>
          <a:blip r:embed="rId2">
            <a:extLst>
              <a:ext uri="{28A0092B-C50C-407E-A947-70E740481C1C}">
                <a14:useLocalDpi xmlns:a14="http://schemas.microsoft.com/office/drawing/2010/main" val="0"/>
              </a:ext>
            </a:extLst>
          </a:blip>
          <a:srcRect t="3960" b="3960"/>
          <a:stretch>
            <a:fillRect/>
          </a:stretch>
        </p:blipFill>
        <p:spPr/>
      </p:pic>
      <p:pic>
        <p:nvPicPr>
          <p:cNvPr id="65" name="Picture Placeholder 35" descr="Image placeholder">
            <a:extLst>
              <a:ext uri="{FF2B5EF4-FFF2-40B4-BE49-F238E27FC236}">
                <a16:creationId xmlns:a16="http://schemas.microsoft.com/office/drawing/2014/main" id="{6E5FBB29-1EA9-2E74-E817-FDC16DEF2DD6}"/>
              </a:ext>
            </a:extLst>
          </p:cNvPr>
          <p:cNvPicPr>
            <a:picLocks noGrp="1" noChangeAspect="1"/>
          </p:cNvPicPr>
          <p:nvPr>
            <p:ph type="pic" sz="quarter" idx="47"/>
          </p:nvPr>
        </p:nvPicPr>
        <p:blipFill>
          <a:blip r:embed="rId2">
            <a:extLst>
              <a:ext uri="{28A0092B-C50C-407E-A947-70E740481C1C}">
                <a14:useLocalDpi xmlns:a14="http://schemas.microsoft.com/office/drawing/2010/main" val="0"/>
              </a:ext>
            </a:extLst>
          </a:blip>
          <a:srcRect t="3960" b="3960"/>
          <a:stretch>
            <a:fillRect/>
          </a:stretch>
        </p:blipFill>
        <p:spPr/>
      </p:pic>
      <p:pic>
        <p:nvPicPr>
          <p:cNvPr id="66" name="Picture Placeholder 35" descr="Image placeholder">
            <a:extLst>
              <a:ext uri="{FF2B5EF4-FFF2-40B4-BE49-F238E27FC236}">
                <a16:creationId xmlns:a16="http://schemas.microsoft.com/office/drawing/2014/main" id="{1930F48E-DD89-022D-03F7-008BCD63F477}"/>
              </a:ext>
            </a:extLst>
          </p:cNvPr>
          <p:cNvPicPr>
            <a:picLocks noGrp="1" noChangeAspect="1"/>
          </p:cNvPicPr>
          <p:nvPr>
            <p:ph type="pic" sz="quarter" idx="48"/>
          </p:nvPr>
        </p:nvPicPr>
        <p:blipFill>
          <a:blip r:embed="rId2">
            <a:extLst>
              <a:ext uri="{28A0092B-C50C-407E-A947-70E740481C1C}">
                <a14:useLocalDpi xmlns:a14="http://schemas.microsoft.com/office/drawing/2010/main" val="0"/>
              </a:ext>
            </a:extLst>
          </a:blip>
          <a:srcRect t="3960" b="3960"/>
          <a:stretch>
            <a:fillRect/>
          </a:stretch>
        </p:blipFill>
        <p:spPr/>
      </p:pic>
      <p:pic>
        <p:nvPicPr>
          <p:cNvPr id="67" name="Picture Placeholder 35" descr="Image placeholder">
            <a:extLst>
              <a:ext uri="{FF2B5EF4-FFF2-40B4-BE49-F238E27FC236}">
                <a16:creationId xmlns:a16="http://schemas.microsoft.com/office/drawing/2014/main" id="{AFD9639D-22DC-07B0-1018-DF1D63720EAB}"/>
              </a:ext>
            </a:extLst>
          </p:cNvPr>
          <p:cNvPicPr>
            <a:picLocks noGrp="1" noChangeAspect="1"/>
          </p:cNvPicPr>
          <p:nvPr>
            <p:ph type="pic" sz="quarter" idx="49"/>
          </p:nvPr>
        </p:nvPicPr>
        <p:blipFill>
          <a:blip r:embed="rId2">
            <a:extLst>
              <a:ext uri="{28A0092B-C50C-407E-A947-70E740481C1C}">
                <a14:useLocalDpi xmlns:a14="http://schemas.microsoft.com/office/drawing/2010/main" val="0"/>
              </a:ext>
            </a:extLst>
          </a:blip>
          <a:srcRect t="3960" b="3960"/>
          <a:stretch>
            <a:fillRect/>
          </a:stretch>
        </p:blipFill>
        <p:spPr/>
      </p:pic>
    </p:spTree>
    <p:extLst>
      <p:ext uri="{BB962C8B-B14F-4D97-AF65-F5344CB8AC3E}">
        <p14:creationId xmlns:p14="http://schemas.microsoft.com/office/powerpoint/2010/main" val="235876003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8E95C-B425-A00A-23CA-A3150491C492}"/>
              </a:ext>
            </a:extLst>
          </p:cNvPr>
          <p:cNvSpPr>
            <a:spLocks noGrp="1"/>
          </p:cNvSpPr>
          <p:nvPr>
            <p:ph type="title" idx="4294967295"/>
          </p:nvPr>
        </p:nvSpPr>
        <p:spPr>
          <a:xfrm>
            <a:off x="609600" y="-1371600"/>
            <a:ext cx="10972800" cy="946389"/>
          </a:xfrm>
        </p:spPr>
        <p:txBody>
          <a:bodyPr/>
          <a:lstStyle/>
          <a:p>
            <a:r>
              <a:rPr lang="en-US" dirty="0"/>
              <a:t>Full bleed image with red thread</a:t>
            </a:r>
          </a:p>
        </p:txBody>
      </p:sp>
      <p:pic>
        <p:nvPicPr>
          <p:cNvPr id="4" name="Picture Placeholder 2" descr="Image Placeholder">
            <a:extLst>
              <a:ext uri="{FF2B5EF4-FFF2-40B4-BE49-F238E27FC236}">
                <a16:creationId xmlns:a16="http://schemas.microsoft.com/office/drawing/2014/main" id="{2841A973-2123-CB44-1469-692F8EEA65A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1575" b="21575"/>
          <a:stretch>
            <a:fillRect/>
          </a:stretch>
        </p:blipFill>
        <p:spPr/>
      </p:pic>
    </p:spTree>
    <p:extLst>
      <p:ext uri="{BB962C8B-B14F-4D97-AF65-F5344CB8AC3E}">
        <p14:creationId xmlns:p14="http://schemas.microsoft.com/office/powerpoint/2010/main" val="262818385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a:xfrm>
            <a:off x="609600" y="264085"/>
            <a:ext cx="10972800" cy="946389"/>
          </a:xfrm>
        </p:spPr>
        <p:txBody>
          <a:bodyPr/>
          <a:lstStyle/>
          <a:p>
            <a:r>
              <a:rPr lang="en-US"/>
              <a:t>Dark icons for white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t>Charts &amp; </a:t>
            </a:r>
            <a:r>
              <a:rPr lang="en-US" sz="900" b="1" err="1"/>
              <a:t>dataviz</a:t>
            </a:r>
            <a:endParaRPr lang="en-US" sz="900" b="1"/>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1911330176"/>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p:txBody>
          <a:bodyPr/>
          <a:lstStyle/>
          <a:p>
            <a:r>
              <a:rPr lang="en-US"/>
              <a:t>Light icons for dark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Charts &amp; </a:t>
            </a:r>
            <a:r>
              <a:rPr lang="en-US" sz="900" b="1" err="1">
                <a:solidFill>
                  <a:schemeClr val="bg1"/>
                </a:solidFill>
              </a:rPr>
              <a:t>dataviz</a:t>
            </a:r>
            <a:endParaRPr lang="en-US" sz="900" b="1">
              <a:solidFill>
                <a:schemeClr val="bg1"/>
              </a:solidFill>
            </a:endParaRPr>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30562195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5A0ABEA-FFCD-F6EC-E2B3-4345FAB2659A}"/>
              </a:ext>
            </a:extLst>
          </p:cNvPr>
          <p:cNvSpPr>
            <a:spLocks noGrp="1"/>
          </p:cNvSpPr>
          <p:nvPr>
            <p:ph type="title"/>
          </p:nvPr>
        </p:nvSpPr>
        <p:spPr>
          <a:xfrm>
            <a:off x="609600" y="-1360714"/>
            <a:ext cx="10972800" cy="946389"/>
          </a:xfrm>
        </p:spPr>
        <p:txBody>
          <a:bodyPr/>
          <a:lstStyle/>
          <a:p>
            <a:r>
              <a:rPr lang="en-US" dirty="0"/>
              <a:t>Adobe cloud and product icons</a:t>
            </a:r>
          </a:p>
        </p:txBody>
      </p:sp>
      <p:sp>
        <p:nvSpPr>
          <p:cNvPr id="3" name="TextBox 2">
            <a:extLst>
              <a:ext uri="{FF2B5EF4-FFF2-40B4-BE49-F238E27FC236}">
                <a16:creationId xmlns:a16="http://schemas.microsoft.com/office/drawing/2014/main" id="{DE31C5EB-2F44-2006-390A-3B63B3072060}"/>
              </a:ext>
            </a:extLst>
          </p:cNvPr>
          <p:cNvSpPr txBox="1"/>
          <p:nvPr/>
        </p:nvSpPr>
        <p:spPr>
          <a:xfrm>
            <a:off x="693807" y="400165"/>
            <a:ext cx="948959"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Corporate</a:t>
            </a:r>
          </a:p>
        </p:txBody>
      </p:sp>
      <p:pic>
        <p:nvPicPr>
          <p:cNvPr id="2" name="Adobe logo" descr="Adobe logo">
            <a:extLst>
              <a:ext uri="{FF2B5EF4-FFF2-40B4-BE49-F238E27FC236}">
                <a16:creationId xmlns:a16="http://schemas.microsoft.com/office/drawing/2014/main" id="{E428DC7F-1CDF-B0A9-FEA0-E78A18ABD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316583" y="281672"/>
            <a:ext cx="1558833" cy="376718"/>
          </a:xfrm>
          <a:prstGeom prst="rect">
            <a:avLst/>
          </a:prstGeom>
        </p:spPr>
      </p:pic>
      <p:grpSp>
        <p:nvGrpSpPr>
          <p:cNvPr id="8" name="Cloud Icons" descr="Cloud Icons&#10;">
            <a:extLst>
              <a:ext uri="{FF2B5EF4-FFF2-40B4-BE49-F238E27FC236}">
                <a16:creationId xmlns:a16="http://schemas.microsoft.com/office/drawing/2014/main" id="{40C4A93B-A93F-8D58-367A-6A5C6DD7EAF0}"/>
              </a:ext>
            </a:extLst>
          </p:cNvPr>
          <p:cNvGrpSpPr/>
          <p:nvPr/>
        </p:nvGrpSpPr>
        <p:grpSpPr>
          <a:xfrm>
            <a:off x="609600" y="917348"/>
            <a:ext cx="10972800" cy="786276"/>
            <a:chOff x="609600" y="917348"/>
            <a:chExt cx="10972800" cy="786276"/>
          </a:xfrm>
        </p:grpSpPr>
        <p:sp>
          <p:nvSpPr>
            <p:cNvPr id="21" name="Rectangle highlighting the three product Clouds">
              <a:extLst>
                <a:ext uri="{FF2B5EF4-FFF2-40B4-BE49-F238E27FC236}">
                  <a16:creationId xmlns:a16="http://schemas.microsoft.com/office/drawing/2014/main" id="{E587FCCF-2726-F815-7B97-7CCC887B4D6A}"/>
                </a:ext>
                <a:ext uri="{C183D7F6-B498-43B3-948B-1728B52AA6E4}">
                  <adec:decorative xmlns:adec="http://schemas.microsoft.com/office/drawing/2017/decorative" val="1"/>
                </a:ext>
              </a:extLst>
            </p:cNvPr>
            <p:cNvSpPr/>
            <p:nvPr/>
          </p:nvSpPr>
          <p:spPr>
            <a:xfrm>
              <a:off x="609600" y="917348"/>
              <a:ext cx="10972800" cy="7862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B4BDCC57-CC5E-6554-2EC3-C3429663C9F5}"/>
                </a:ext>
              </a:extLst>
            </p:cNvPr>
            <p:cNvSpPr txBox="1"/>
            <p:nvPr/>
          </p:nvSpPr>
          <p:spPr>
            <a:xfrm>
              <a:off x="967619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Experience Cloud</a:t>
              </a:r>
            </a:p>
          </p:txBody>
        </p:sp>
        <p:pic>
          <p:nvPicPr>
            <p:cNvPr id="25" name="Adobe Experience Cloud icon" descr="Adobe Experience Cloud logo">
              <a:extLst>
                <a:ext uri="{FF2B5EF4-FFF2-40B4-BE49-F238E27FC236}">
                  <a16:creationId xmlns:a16="http://schemas.microsoft.com/office/drawing/2014/main" id="{4F9BA05B-DEBB-4A00-19C0-13814E626DEC}"/>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0354537" y="1021119"/>
              <a:ext cx="457200" cy="444500"/>
            </a:xfrm>
            <a:prstGeom prst="rect">
              <a:avLst/>
            </a:prstGeom>
          </p:spPr>
        </p:pic>
        <p:sp>
          <p:nvSpPr>
            <p:cNvPr id="30" name="TextBox 29">
              <a:extLst>
                <a:ext uri="{FF2B5EF4-FFF2-40B4-BE49-F238E27FC236}">
                  <a16:creationId xmlns:a16="http://schemas.microsoft.com/office/drawing/2014/main" id="{019CC7B4-EC72-F95D-CF16-B72A6CE1321F}"/>
                </a:ext>
              </a:extLst>
            </p:cNvPr>
            <p:cNvSpPr txBox="1"/>
            <p:nvPr/>
          </p:nvSpPr>
          <p:spPr>
            <a:xfrm>
              <a:off x="741752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Document Cloud</a:t>
              </a:r>
            </a:p>
          </p:txBody>
        </p:sp>
        <p:pic>
          <p:nvPicPr>
            <p:cNvPr id="27" name="Adobe Document Cloud icon" descr="Adobe Document Cloud logo">
              <a:extLst>
                <a:ext uri="{FF2B5EF4-FFF2-40B4-BE49-F238E27FC236}">
                  <a16:creationId xmlns:a16="http://schemas.microsoft.com/office/drawing/2014/main" id="{4589AEB8-693E-9FB7-F9AF-CC33464E0BC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8095867" y="1021119"/>
              <a:ext cx="457200" cy="444500"/>
            </a:xfrm>
            <a:prstGeom prst="rect">
              <a:avLst/>
            </a:prstGeom>
          </p:spPr>
        </p:pic>
        <p:sp>
          <p:nvSpPr>
            <p:cNvPr id="28" name="TextBox 27">
              <a:extLst>
                <a:ext uri="{FF2B5EF4-FFF2-40B4-BE49-F238E27FC236}">
                  <a16:creationId xmlns:a16="http://schemas.microsoft.com/office/drawing/2014/main" id="{F8D5D687-DD4C-7D4C-6B51-6415CF01EE8B}"/>
                </a:ext>
              </a:extLst>
            </p:cNvPr>
            <p:cNvSpPr txBox="1"/>
            <p:nvPr/>
          </p:nvSpPr>
          <p:spPr>
            <a:xfrm>
              <a:off x="2024294"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Creative Cloud</a:t>
              </a:r>
            </a:p>
          </p:txBody>
        </p:sp>
        <p:pic>
          <p:nvPicPr>
            <p:cNvPr id="23" name="Adobe Creative Cloud icon" descr="Adobe Creative Cloud logo">
              <a:extLst>
                <a:ext uri="{FF2B5EF4-FFF2-40B4-BE49-F238E27FC236}">
                  <a16:creationId xmlns:a16="http://schemas.microsoft.com/office/drawing/2014/main" id="{1818BCC1-5EA0-2A68-4096-73EFDA753B54}"/>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702947" y="1021020"/>
              <a:ext cx="456588" cy="444698"/>
            </a:xfrm>
            <a:prstGeom prst="rect">
              <a:avLst/>
            </a:prstGeom>
          </p:spPr>
        </p:pic>
        <p:sp>
          <p:nvSpPr>
            <p:cNvPr id="42" name="TextBox 41">
              <a:extLst>
                <a:ext uri="{FF2B5EF4-FFF2-40B4-BE49-F238E27FC236}">
                  <a16:creationId xmlns:a16="http://schemas.microsoft.com/office/drawing/2014/main" id="{3D828047-CE7D-C64F-9843-0A71AB137589}"/>
                </a:ext>
              </a:extLst>
            </p:cNvPr>
            <p:cNvSpPr txBox="1"/>
            <p:nvPr/>
          </p:nvSpPr>
          <p:spPr>
            <a:xfrm>
              <a:off x="693807" y="1217576"/>
              <a:ext cx="903252"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Cloud</a:t>
              </a:r>
            </a:p>
          </p:txBody>
        </p:sp>
      </p:grpSp>
      <p:sp>
        <p:nvSpPr>
          <p:cNvPr id="44" name="TextBox 43">
            <a:extLst>
              <a:ext uri="{FF2B5EF4-FFF2-40B4-BE49-F238E27FC236}">
                <a16:creationId xmlns:a16="http://schemas.microsoft.com/office/drawing/2014/main" id="{CA9B2429-65C8-8648-B0A9-70EEA578DF10}"/>
              </a:ext>
            </a:extLst>
          </p:cNvPr>
          <p:cNvSpPr txBox="1"/>
          <p:nvPr/>
        </p:nvSpPr>
        <p:spPr>
          <a:xfrm>
            <a:off x="693806" y="3494970"/>
            <a:ext cx="1132841" cy="385362"/>
          </a:xfrm>
          <a:prstGeom prst="rect">
            <a:avLst/>
          </a:prstGeom>
          <a:noFill/>
        </p:spPr>
        <p:txBody>
          <a:bodyPr wrap="square" lIns="0" rtlCol="0">
            <a:spAutoFit/>
          </a:bodyPr>
          <a:lstStyle/>
          <a:p>
            <a:pPr algn="l">
              <a:lnSpc>
                <a:spcPct val="110000"/>
              </a:lnSpc>
              <a:spcBef>
                <a:spcPts val="900"/>
              </a:spcBef>
            </a:pPr>
            <a:r>
              <a:rPr lang="en-US" sz="900" b="1" dirty="0"/>
              <a:t>Applications </a:t>
            </a:r>
            <a:br>
              <a:rPr lang="en-US" sz="900" b="1" dirty="0"/>
            </a:br>
            <a:r>
              <a:rPr lang="en-US" sz="900" b="1" dirty="0"/>
              <a:t>and platforms</a:t>
            </a:r>
          </a:p>
        </p:txBody>
      </p:sp>
      <p:grpSp>
        <p:nvGrpSpPr>
          <p:cNvPr id="9" name="CC Product Icons" descr="Apps and Platforms Creative Cloud product icons">
            <a:extLst>
              <a:ext uri="{FF2B5EF4-FFF2-40B4-BE49-F238E27FC236}">
                <a16:creationId xmlns:a16="http://schemas.microsoft.com/office/drawing/2014/main" id="{D749E12B-3123-FD3A-A879-A979929B3242}"/>
              </a:ext>
            </a:extLst>
          </p:cNvPr>
          <p:cNvGrpSpPr/>
          <p:nvPr/>
        </p:nvGrpSpPr>
        <p:grpSpPr>
          <a:xfrm>
            <a:off x="1507096" y="1821337"/>
            <a:ext cx="5189900" cy="4582365"/>
            <a:chOff x="1507096" y="1821337"/>
            <a:chExt cx="5189900" cy="4582365"/>
          </a:xfrm>
        </p:grpSpPr>
        <p:sp>
          <p:nvSpPr>
            <p:cNvPr id="54" name="TextBox 53">
              <a:extLst>
                <a:ext uri="{FF2B5EF4-FFF2-40B4-BE49-F238E27FC236}">
                  <a16:creationId xmlns:a16="http://schemas.microsoft.com/office/drawing/2014/main" id="{E5D0E23C-56FD-9A94-09C6-037DE7E84F98}"/>
                </a:ext>
              </a:extLst>
            </p:cNvPr>
            <p:cNvSpPr txBox="1"/>
            <p:nvPr/>
          </p:nvSpPr>
          <p:spPr>
            <a:xfrm>
              <a:off x="2188397"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Express</a:t>
              </a:r>
            </a:p>
          </p:txBody>
        </p:sp>
        <p:sp>
          <p:nvSpPr>
            <p:cNvPr id="13" name="TextBox 12">
              <a:extLst>
                <a:ext uri="{FF2B5EF4-FFF2-40B4-BE49-F238E27FC236}">
                  <a16:creationId xmlns:a16="http://schemas.microsoft.com/office/drawing/2014/main" id="{10E0C9BB-F258-B91E-D668-3A4B6B19F041}"/>
                </a:ext>
              </a:extLst>
            </p:cNvPr>
            <p:cNvSpPr txBox="1"/>
            <p:nvPr/>
          </p:nvSpPr>
          <p:spPr>
            <a:xfrm>
              <a:off x="5320456" y="6079254"/>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Content Authenticity</a:t>
              </a:r>
            </a:p>
          </p:txBody>
        </p:sp>
        <p:pic>
          <p:nvPicPr>
            <p:cNvPr id="10" name="Adobe Content Authenticity icon" descr="Adobe Content Authenticity logo">
              <a:extLst>
                <a:ext uri="{FF2B5EF4-FFF2-40B4-BE49-F238E27FC236}">
                  <a16:creationId xmlns:a16="http://schemas.microsoft.com/office/drawing/2014/main" id="{D5AB0DDA-AE5E-ECB1-AF3F-CDB71A821239}"/>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5459248" y="5636508"/>
              <a:ext cx="457200" cy="457200"/>
            </a:xfrm>
            <a:prstGeom prst="rect">
              <a:avLst/>
            </a:prstGeom>
          </p:spPr>
        </p:pic>
        <p:sp>
          <p:nvSpPr>
            <p:cNvPr id="145" name="TextBox 144">
              <a:extLst>
                <a:ext uri="{FF2B5EF4-FFF2-40B4-BE49-F238E27FC236}">
                  <a16:creationId xmlns:a16="http://schemas.microsoft.com/office/drawing/2014/main" id="{8D4871AE-2C01-D4B9-DF95-FFAF45E5A4B8}"/>
                </a:ext>
              </a:extLst>
            </p:cNvPr>
            <p:cNvSpPr txBox="1"/>
            <p:nvPr/>
          </p:nvSpPr>
          <p:spPr>
            <a:xfrm>
              <a:off x="4701331"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Fonts</a:t>
              </a:r>
            </a:p>
          </p:txBody>
        </p:sp>
        <p:pic>
          <p:nvPicPr>
            <p:cNvPr id="6" name="Adobe Fonts icon" descr="Adobe Fonts logo">
              <a:extLst>
                <a:ext uri="{FF2B5EF4-FFF2-40B4-BE49-F238E27FC236}">
                  <a16:creationId xmlns:a16="http://schemas.microsoft.com/office/drawing/2014/main" id="{3E956C3B-4904-FD8D-9E85-6713D541DFE4}"/>
                </a:ext>
              </a:extLst>
            </p:cNvPr>
            <p:cNvPicPr>
              <a:picLocks noChangeAspect="1"/>
            </p:cNvPicPr>
            <p:nvPr/>
          </p:nvPicPr>
          <p:blipFill>
            <a:blip r:embed="rId13">
              <a:extLst>
                <a:ext uri="{96DAC541-7B7A-43D3-8B79-37D633B846F1}">
                  <asvg:svgBlip xmlns:asvg="http://schemas.microsoft.com/office/drawing/2016/SVG/main" r:embed="rId14"/>
                </a:ext>
              </a:extLst>
            </a:blip>
            <a:srcRect t="706" b="706"/>
            <a:stretch/>
          </p:blipFill>
          <p:spPr>
            <a:xfrm>
              <a:off x="4836999" y="5636512"/>
              <a:ext cx="464277" cy="446819"/>
            </a:xfrm>
            <a:prstGeom prst="rect">
              <a:avLst/>
            </a:prstGeom>
          </p:spPr>
        </p:pic>
        <p:sp>
          <p:nvSpPr>
            <p:cNvPr id="144" name="TextBox 143">
              <a:extLst>
                <a:ext uri="{FF2B5EF4-FFF2-40B4-BE49-F238E27FC236}">
                  <a16:creationId xmlns:a16="http://schemas.microsoft.com/office/drawing/2014/main" id="{DB1F02D7-D4C7-5E59-1179-6CAAFF470BA6}"/>
                </a:ext>
              </a:extLst>
            </p:cNvPr>
            <p:cNvSpPr txBox="1"/>
            <p:nvPr/>
          </p:nvSpPr>
          <p:spPr>
            <a:xfrm>
              <a:off x="4069342"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Portfolio</a:t>
              </a:r>
            </a:p>
          </p:txBody>
        </p:sp>
        <p:pic>
          <p:nvPicPr>
            <p:cNvPr id="129" name="Adobe Portfolio icon" descr="Adobe Portfolio logo">
              <a:extLst>
                <a:ext uri="{FF2B5EF4-FFF2-40B4-BE49-F238E27FC236}">
                  <a16:creationId xmlns:a16="http://schemas.microsoft.com/office/drawing/2014/main" id="{D623B8B5-19AD-34D2-7C66-4BDCA0A47477}"/>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4198343" y="5637143"/>
              <a:ext cx="457200" cy="444500"/>
            </a:xfrm>
            <a:prstGeom prst="rect">
              <a:avLst/>
            </a:prstGeom>
          </p:spPr>
        </p:pic>
        <p:sp>
          <p:nvSpPr>
            <p:cNvPr id="143" name="TextBox 142">
              <a:extLst>
                <a:ext uri="{FF2B5EF4-FFF2-40B4-BE49-F238E27FC236}">
                  <a16:creationId xmlns:a16="http://schemas.microsoft.com/office/drawing/2014/main" id="{272218C8-CD2A-434E-611B-EED633D619E3}"/>
                </a:ext>
              </a:extLst>
            </p:cNvPr>
            <p:cNvSpPr txBox="1"/>
            <p:nvPr/>
          </p:nvSpPr>
          <p:spPr>
            <a:xfrm>
              <a:off x="3424017"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Capture</a:t>
              </a:r>
            </a:p>
          </p:txBody>
        </p:sp>
        <p:pic>
          <p:nvPicPr>
            <p:cNvPr id="131" name="Adobe Capture icon" descr="Adobe Capture logo">
              <a:extLst>
                <a:ext uri="{FF2B5EF4-FFF2-40B4-BE49-F238E27FC236}">
                  <a16:creationId xmlns:a16="http://schemas.microsoft.com/office/drawing/2014/main" id="{18436B3B-D301-9043-E874-DB2E81E97AF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3559687" y="5637143"/>
              <a:ext cx="457200" cy="444500"/>
            </a:xfrm>
            <a:prstGeom prst="rect">
              <a:avLst/>
            </a:prstGeom>
          </p:spPr>
        </p:pic>
        <p:sp>
          <p:nvSpPr>
            <p:cNvPr id="142" name="TextBox 141">
              <a:extLst>
                <a:ext uri="{FF2B5EF4-FFF2-40B4-BE49-F238E27FC236}">
                  <a16:creationId xmlns:a16="http://schemas.microsoft.com/office/drawing/2014/main" id="{9B43247E-F2E5-18A4-D8B2-BF9A203A4EC7}"/>
                </a:ext>
              </a:extLst>
            </p:cNvPr>
            <p:cNvSpPr txBox="1"/>
            <p:nvPr/>
          </p:nvSpPr>
          <p:spPr>
            <a:xfrm>
              <a:off x="2783933"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Bridge</a:t>
              </a:r>
            </a:p>
          </p:txBody>
        </p:sp>
        <p:pic>
          <p:nvPicPr>
            <p:cNvPr id="133" name="Adobe Bridge icon" descr="Adobe Bridge logo">
              <a:extLst>
                <a:ext uri="{FF2B5EF4-FFF2-40B4-BE49-F238E27FC236}">
                  <a16:creationId xmlns:a16="http://schemas.microsoft.com/office/drawing/2014/main" id="{36E7875D-51D8-FFEA-C95A-ACF745F6269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2929108" y="5637143"/>
              <a:ext cx="457200" cy="444500"/>
            </a:xfrm>
            <a:prstGeom prst="rect">
              <a:avLst/>
            </a:prstGeom>
          </p:spPr>
        </p:pic>
        <p:sp>
          <p:nvSpPr>
            <p:cNvPr id="141" name="TextBox 140">
              <a:extLst>
                <a:ext uri="{FF2B5EF4-FFF2-40B4-BE49-F238E27FC236}">
                  <a16:creationId xmlns:a16="http://schemas.microsoft.com/office/drawing/2014/main" id="{477689A3-89BF-DF86-FE20-294D15695940}"/>
                </a:ext>
              </a:extLst>
            </p:cNvPr>
            <p:cNvSpPr txBox="1"/>
            <p:nvPr/>
          </p:nvSpPr>
          <p:spPr>
            <a:xfrm>
              <a:off x="2151332" y="6079254"/>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Behance</a:t>
              </a:r>
              <a:endParaRPr lang="en-US" sz="700" b="1" dirty="0">
                <a:latin typeface="Adobe Clean" panose="020B0503020404020204" pitchFamily="34" charset="0"/>
              </a:endParaRPr>
            </a:p>
          </p:txBody>
        </p:sp>
        <p:pic>
          <p:nvPicPr>
            <p:cNvPr id="135" name="Behance icon" descr="Behance logo">
              <a:extLst>
                <a:ext uri="{FF2B5EF4-FFF2-40B4-BE49-F238E27FC236}">
                  <a16:creationId xmlns:a16="http://schemas.microsoft.com/office/drawing/2014/main" id="{05452479-89F4-E881-91FD-E275C7D857A4}"/>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2276136" y="5637143"/>
              <a:ext cx="457200" cy="444500"/>
            </a:xfrm>
            <a:prstGeom prst="rect">
              <a:avLst/>
            </a:prstGeom>
          </p:spPr>
        </p:pic>
        <p:sp>
          <p:nvSpPr>
            <p:cNvPr id="140" name="TextBox 139">
              <a:extLst>
                <a:ext uri="{FF2B5EF4-FFF2-40B4-BE49-F238E27FC236}">
                  <a16:creationId xmlns:a16="http://schemas.microsoft.com/office/drawing/2014/main" id="{4AE6CFE3-EFD0-73E1-0F48-24FA51A1E7EC}"/>
                </a:ext>
              </a:extLst>
            </p:cNvPr>
            <p:cNvSpPr txBox="1"/>
            <p:nvPr/>
          </p:nvSpPr>
          <p:spPr>
            <a:xfrm>
              <a:off x="1507096"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Stock</a:t>
              </a:r>
            </a:p>
          </p:txBody>
        </p:sp>
        <p:pic>
          <p:nvPicPr>
            <p:cNvPr id="137" name="Adobe Stock icon" descr="Adobe Stock logo">
              <a:extLst>
                <a:ext uri="{FF2B5EF4-FFF2-40B4-BE49-F238E27FC236}">
                  <a16:creationId xmlns:a16="http://schemas.microsoft.com/office/drawing/2014/main" id="{0E4AF8F6-A0FF-A2A7-D5CE-72356D3B91E7}"/>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1642766" y="5637143"/>
              <a:ext cx="457200" cy="444500"/>
            </a:xfrm>
            <a:prstGeom prst="rect">
              <a:avLst/>
            </a:prstGeom>
          </p:spPr>
        </p:pic>
        <p:sp>
          <p:nvSpPr>
            <p:cNvPr id="125" name="TextBox 124">
              <a:extLst>
                <a:ext uri="{FF2B5EF4-FFF2-40B4-BE49-F238E27FC236}">
                  <a16:creationId xmlns:a16="http://schemas.microsoft.com/office/drawing/2014/main" id="{29C9D201-5F58-2B6B-FE4A-E86A88291E37}"/>
                </a:ext>
              </a:extLst>
            </p:cNvPr>
            <p:cNvSpPr txBox="1"/>
            <p:nvPr/>
          </p:nvSpPr>
          <p:spPr>
            <a:xfrm>
              <a:off x="5968456" y="5281507"/>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Aero</a:t>
              </a:r>
            </a:p>
          </p:txBody>
        </p:sp>
        <p:pic>
          <p:nvPicPr>
            <p:cNvPr id="102" name="Adobe Aero icon" descr="Adobe Aero logo">
              <a:extLst>
                <a:ext uri="{FF2B5EF4-FFF2-40B4-BE49-F238E27FC236}">
                  <a16:creationId xmlns:a16="http://schemas.microsoft.com/office/drawing/2014/main" id="{826A076A-5930-B977-3E0A-321C00943875}"/>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109732" y="4836745"/>
              <a:ext cx="457200" cy="444500"/>
            </a:xfrm>
            <a:prstGeom prst="rect">
              <a:avLst/>
            </a:prstGeom>
          </p:spPr>
        </p:pic>
        <p:sp>
          <p:nvSpPr>
            <p:cNvPr id="124" name="TextBox 123">
              <a:extLst>
                <a:ext uri="{FF2B5EF4-FFF2-40B4-BE49-F238E27FC236}">
                  <a16:creationId xmlns:a16="http://schemas.microsoft.com/office/drawing/2014/main" id="{30E28EFC-8CB9-E1CF-966E-1ED741309D50}"/>
                </a:ext>
              </a:extLst>
            </p:cNvPr>
            <p:cNvSpPr txBox="1"/>
            <p:nvPr/>
          </p:nvSpPr>
          <p:spPr>
            <a:xfrm>
              <a:off x="5334328"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Assets</a:t>
              </a:r>
            </a:p>
          </p:txBody>
        </p:sp>
        <p:pic>
          <p:nvPicPr>
            <p:cNvPr id="116" name="Adobe Substance 3D Assets icon" descr="Adobe Substance 3D Assets logo">
              <a:extLst>
                <a:ext uri="{FF2B5EF4-FFF2-40B4-BE49-F238E27FC236}">
                  <a16:creationId xmlns:a16="http://schemas.microsoft.com/office/drawing/2014/main" id="{FE125376-FCCF-5825-9AC6-2C1667C4B01C}"/>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5469998" y="4836745"/>
              <a:ext cx="457200" cy="444500"/>
            </a:xfrm>
            <a:prstGeom prst="rect">
              <a:avLst/>
            </a:prstGeom>
          </p:spPr>
        </p:pic>
        <p:sp>
          <p:nvSpPr>
            <p:cNvPr id="123" name="TextBox 122">
              <a:extLst>
                <a:ext uri="{FF2B5EF4-FFF2-40B4-BE49-F238E27FC236}">
                  <a16:creationId xmlns:a16="http://schemas.microsoft.com/office/drawing/2014/main" id="{9D19D49C-14FA-2E8A-3C6D-E714323743C7}"/>
                </a:ext>
              </a:extLst>
            </p:cNvPr>
            <p:cNvSpPr txBox="1"/>
            <p:nvPr/>
          </p:nvSpPr>
          <p:spPr>
            <a:xfrm>
              <a:off x="470233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Stager</a:t>
              </a:r>
            </a:p>
          </p:txBody>
        </p:sp>
        <p:pic>
          <p:nvPicPr>
            <p:cNvPr id="106" name="Adobe Substance 3D Stager icon" descr="Adobe Substance 3D Stager logo">
              <a:extLst>
                <a:ext uri="{FF2B5EF4-FFF2-40B4-BE49-F238E27FC236}">
                  <a16:creationId xmlns:a16="http://schemas.microsoft.com/office/drawing/2014/main" id="{46F626C8-313A-55A1-8AA3-CF058888949E}"/>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4831340" y="4838559"/>
              <a:ext cx="457199" cy="440871"/>
            </a:xfrm>
            <a:prstGeom prst="rect">
              <a:avLst/>
            </a:prstGeom>
          </p:spPr>
        </p:pic>
        <p:sp>
          <p:nvSpPr>
            <p:cNvPr id="122" name="TextBox 121">
              <a:extLst>
                <a:ext uri="{FF2B5EF4-FFF2-40B4-BE49-F238E27FC236}">
                  <a16:creationId xmlns:a16="http://schemas.microsoft.com/office/drawing/2014/main" id="{053F733E-C154-6AF9-0E49-B94338B22990}"/>
                </a:ext>
              </a:extLst>
            </p:cNvPr>
            <p:cNvSpPr txBox="1"/>
            <p:nvPr/>
          </p:nvSpPr>
          <p:spPr>
            <a:xfrm>
              <a:off x="4057014"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Painter</a:t>
              </a:r>
            </a:p>
          </p:txBody>
        </p:sp>
        <p:pic>
          <p:nvPicPr>
            <p:cNvPr id="110" name="Adobe Substance 3D Painter icon" descr="Adobe Substance 3D Painter logo">
              <a:extLst>
                <a:ext uri="{FF2B5EF4-FFF2-40B4-BE49-F238E27FC236}">
                  <a16:creationId xmlns:a16="http://schemas.microsoft.com/office/drawing/2014/main" id="{6387DC8D-AC27-55CA-E375-9D3B876C5087}"/>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4192684" y="4836745"/>
              <a:ext cx="457200" cy="444500"/>
            </a:xfrm>
            <a:prstGeom prst="rect">
              <a:avLst/>
            </a:prstGeom>
          </p:spPr>
        </p:pic>
        <p:sp>
          <p:nvSpPr>
            <p:cNvPr id="121" name="TextBox 120">
              <a:extLst>
                <a:ext uri="{FF2B5EF4-FFF2-40B4-BE49-F238E27FC236}">
                  <a16:creationId xmlns:a16="http://schemas.microsoft.com/office/drawing/2014/main" id="{B06C2034-8765-DFF9-C3AD-347FC3E1C482}"/>
                </a:ext>
              </a:extLst>
            </p:cNvPr>
            <p:cNvSpPr txBox="1"/>
            <p:nvPr/>
          </p:nvSpPr>
          <p:spPr>
            <a:xfrm>
              <a:off x="3416930"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Designer</a:t>
              </a:r>
            </a:p>
          </p:txBody>
        </p:sp>
        <p:pic>
          <p:nvPicPr>
            <p:cNvPr id="114" name="Adobe Substance 3D Designer icon" descr="Adobe Substance 3D Designer logo">
              <a:extLst>
                <a:ext uri="{FF2B5EF4-FFF2-40B4-BE49-F238E27FC236}">
                  <a16:creationId xmlns:a16="http://schemas.microsoft.com/office/drawing/2014/main" id="{E4507F7A-6DB6-0478-074D-5D4065B41A9A}"/>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3562105" y="4836745"/>
              <a:ext cx="457200" cy="444500"/>
            </a:xfrm>
            <a:prstGeom prst="rect">
              <a:avLst/>
            </a:prstGeom>
          </p:spPr>
        </p:pic>
        <p:sp>
          <p:nvSpPr>
            <p:cNvPr id="120" name="TextBox 119">
              <a:extLst>
                <a:ext uri="{FF2B5EF4-FFF2-40B4-BE49-F238E27FC236}">
                  <a16:creationId xmlns:a16="http://schemas.microsoft.com/office/drawing/2014/main" id="{5DA8C397-77DD-2408-129F-7F5739F2D6DC}"/>
                </a:ext>
              </a:extLst>
            </p:cNvPr>
            <p:cNvSpPr txBox="1"/>
            <p:nvPr/>
          </p:nvSpPr>
          <p:spPr>
            <a:xfrm>
              <a:off x="278432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Sampler</a:t>
              </a:r>
            </a:p>
          </p:txBody>
        </p:sp>
        <p:pic>
          <p:nvPicPr>
            <p:cNvPr id="108" name="Adobe Substance 3D Sampler&#13;&#10;Adobe Substance 3D Sampler&#13;&#10;Adobe Sunstance 3D Sampler icon" descr="Adobe Substance 3D Sampler logo">
              <a:extLst>
                <a:ext uri="{FF2B5EF4-FFF2-40B4-BE49-F238E27FC236}">
                  <a16:creationId xmlns:a16="http://schemas.microsoft.com/office/drawing/2014/main" id="{B0612B20-A768-5124-BACA-9CC64C6B2054}"/>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2909133" y="4836745"/>
              <a:ext cx="457200" cy="444500"/>
            </a:xfrm>
            <a:prstGeom prst="rect">
              <a:avLst/>
            </a:prstGeom>
          </p:spPr>
        </p:pic>
        <p:sp>
          <p:nvSpPr>
            <p:cNvPr id="119" name="TextBox 118">
              <a:extLst>
                <a:ext uri="{FF2B5EF4-FFF2-40B4-BE49-F238E27FC236}">
                  <a16:creationId xmlns:a16="http://schemas.microsoft.com/office/drawing/2014/main" id="{47B81DEC-B5CB-1AE1-4AC2-5362F73F6A9B}"/>
                </a:ext>
              </a:extLst>
            </p:cNvPr>
            <p:cNvSpPr txBox="1"/>
            <p:nvPr/>
          </p:nvSpPr>
          <p:spPr>
            <a:xfrm>
              <a:off x="2140093"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Modeler</a:t>
              </a:r>
            </a:p>
          </p:txBody>
        </p:sp>
        <p:pic>
          <p:nvPicPr>
            <p:cNvPr id="112" name="Adobe Substance 3D Modeler icon" descr="Adobe Substance 3D Modeler logo">
              <a:extLst>
                <a:ext uri="{FF2B5EF4-FFF2-40B4-BE49-F238E27FC236}">
                  <a16:creationId xmlns:a16="http://schemas.microsoft.com/office/drawing/2014/main" id="{F9E3B060-FF7C-33C6-4D15-63D57198293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275763" y="4836745"/>
              <a:ext cx="457200" cy="444500"/>
            </a:xfrm>
            <a:prstGeom prst="rect">
              <a:avLst/>
            </a:prstGeom>
          </p:spPr>
        </p:pic>
        <p:sp>
          <p:nvSpPr>
            <p:cNvPr id="126" name="TextBox 125">
              <a:extLst>
                <a:ext uri="{FF2B5EF4-FFF2-40B4-BE49-F238E27FC236}">
                  <a16:creationId xmlns:a16="http://schemas.microsoft.com/office/drawing/2014/main" id="{2F94BB8E-783A-4BC8-E08E-87A8B05412A0}"/>
                </a:ext>
              </a:extLst>
            </p:cNvPr>
            <p:cNvSpPr txBox="1"/>
            <p:nvPr/>
          </p:nvSpPr>
          <p:spPr>
            <a:xfrm>
              <a:off x="1518212" y="5281507"/>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a:t>
              </a:r>
            </a:p>
          </p:txBody>
        </p:sp>
        <p:pic>
          <p:nvPicPr>
            <p:cNvPr id="118" name="Adobe Substance 3D icon" descr="Adobe Substance 3D logo">
              <a:extLst>
                <a:ext uri="{FF2B5EF4-FFF2-40B4-BE49-F238E27FC236}">
                  <a16:creationId xmlns:a16="http://schemas.microsoft.com/office/drawing/2014/main" id="{293CEC43-009E-7D8B-09C5-215B3E55F292}"/>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1645587" y="4836197"/>
              <a:ext cx="457200" cy="445595"/>
            </a:xfrm>
            <a:prstGeom prst="rect">
              <a:avLst/>
            </a:prstGeom>
          </p:spPr>
        </p:pic>
        <p:sp>
          <p:nvSpPr>
            <p:cNvPr id="100" name="TextBox 99">
              <a:extLst>
                <a:ext uri="{FF2B5EF4-FFF2-40B4-BE49-F238E27FC236}">
                  <a16:creationId xmlns:a16="http://schemas.microsoft.com/office/drawing/2014/main" id="{99F5A6CC-6E9C-1C8E-2A36-6D3E6B882ECC}"/>
                </a:ext>
              </a:extLst>
            </p:cNvPr>
            <p:cNvSpPr txBox="1"/>
            <p:nvPr/>
          </p:nvSpPr>
          <p:spPr>
            <a:xfrm>
              <a:off x="4069342"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XD</a:t>
              </a:r>
            </a:p>
          </p:txBody>
        </p:sp>
        <p:pic>
          <p:nvPicPr>
            <p:cNvPr id="87" name="Adobe XD icon" descr="Adobe XD logo">
              <a:extLst>
                <a:ext uri="{FF2B5EF4-FFF2-40B4-BE49-F238E27FC236}">
                  <a16:creationId xmlns:a16="http://schemas.microsoft.com/office/drawing/2014/main" id="{6E0494D1-B2FF-1BA8-9F44-9AE04DD9DA18}"/>
                </a:ext>
              </a:extLst>
            </p:cNvPr>
            <p:cNvPicPr>
              <a:picLocks noChangeAspect="1"/>
            </p:cNvPicPr>
            <p:nvPr/>
          </p:nvPicPr>
          <p:blipFill>
            <a:blip r:embed="rId41">
              <a:extLst>
                <a:ext uri="{96DAC541-7B7A-43D3-8B79-37D633B846F1}">
                  <asvg:svgBlip xmlns:asvg="http://schemas.microsoft.com/office/drawing/2016/SVG/main" r:embed="rId42"/>
                </a:ext>
              </a:extLst>
            </a:blip>
            <a:srcRect/>
            <a:stretch/>
          </p:blipFill>
          <p:spPr>
            <a:xfrm>
              <a:off x="4198343" y="4085446"/>
              <a:ext cx="457200" cy="444500"/>
            </a:xfrm>
            <a:prstGeom prst="rect">
              <a:avLst/>
            </a:prstGeom>
          </p:spPr>
        </p:pic>
        <p:sp>
          <p:nvSpPr>
            <p:cNvPr id="99" name="TextBox 98">
              <a:extLst>
                <a:ext uri="{FF2B5EF4-FFF2-40B4-BE49-F238E27FC236}">
                  <a16:creationId xmlns:a16="http://schemas.microsoft.com/office/drawing/2014/main" id="{4751428F-71D8-6A64-D71D-CF0C8C7A79EC}"/>
                </a:ext>
              </a:extLst>
            </p:cNvPr>
            <p:cNvSpPr txBox="1"/>
            <p:nvPr/>
          </p:nvSpPr>
          <p:spPr>
            <a:xfrm>
              <a:off x="3424017"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Dreamweaver</a:t>
              </a:r>
            </a:p>
          </p:txBody>
        </p:sp>
        <p:pic>
          <p:nvPicPr>
            <p:cNvPr id="89" name="Adobe Dreamweaver icon" descr="Adobe Dreamweaver logo">
              <a:extLst>
                <a:ext uri="{FF2B5EF4-FFF2-40B4-BE49-F238E27FC236}">
                  <a16:creationId xmlns:a16="http://schemas.microsoft.com/office/drawing/2014/main" id="{8C7EF26B-F4C0-6300-E6C1-E535E508F78A}"/>
                </a:ext>
              </a:extLst>
            </p:cNvPr>
            <p:cNvPicPr>
              <a:picLocks noChangeAspect="1"/>
            </p:cNvPicPr>
            <p:nvPr/>
          </p:nvPicPr>
          <p:blipFill>
            <a:blip r:embed="rId43">
              <a:extLst>
                <a:ext uri="{96DAC541-7B7A-43D3-8B79-37D633B846F1}">
                  <asvg:svgBlip xmlns:asvg="http://schemas.microsoft.com/office/drawing/2016/SVG/main" r:embed="rId44"/>
                </a:ext>
              </a:extLst>
            </a:blip>
            <a:srcRect/>
            <a:stretch/>
          </p:blipFill>
          <p:spPr>
            <a:xfrm>
              <a:off x="3559687" y="4085446"/>
              <a:ext cx="457200" cy="444500"/>
            </a:xfrm>
            <a:prstGeom prst="rect">
              <a:avLst/>
            </a:prstGeom>
          </p:spPr>
        </p:pic>
        <p:sp>
          <p:nvSpPr>
            <p:cNvPr id="98" name="TextBox 97">
              <a:extLst>
                <a:ext uri="{FF2B5EF4-FFF2-40B4-BE49-F238E27FC236}">
                  <a16:creationId xmlns:a16="http://schemas.microsoft.com/office/drawing/2014/main" id="{90E9CA0E-55D9-2B07-9AF3-13B5FFD3DA5E}"/>
                </a:ext>
              </a:extLst>
            </p:cNvPr>
            <p:cNvSpPr txBox="1"/>
            <p:nvPr/>
          </p:nvSpPr>
          <p:spPr>
            <a:xfrm>
              <a:off x="2783933"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InCopy</a:t>
              </a:r>
            </a:p>
          </p:txBody>
        </p:sp>
        <p:pic>
          <p:nvPicPr>
            <p:cNvPr id="91" name="Adobe InCopy icon" descr="Adobe InCopy logo">
              <a:extLst>
                <a:ext uri="{FF2B5EF4-FFF2-40B4-BE49-F238E27FC236}">
                  <a16:creationId xmlns:a16="http://schemas.microsoft.com/office/drawing/2014/main" id="{FD365906-59C2-A77E-FB5B-846F607E134A}"/>
                </a:ext>
              </a:extLst>
            </p:cNvPr>
            <p:cNvPicPr>
              <a:picLocks noChangeAspect="1"/>
            </p:cNvPicPr>
            <p:nvPr/>
          </p:nvPicPr>
          <p:blipFill>
            <a:blip r:embed="rId45">
              <a:extLst>
                <a:ext uri="{96DAC541-7B7A-43D3-8B79-37D633B846F1}">
                  <asvg:svgBlip xmlns:asvg="http://schemas.microsoft.com/office/drawing/2016/SVG/main" r:embed="rId46"/>
                </a:ext>
              </a:extLst>
            </a:blip>
            <a:srcRect/>
            <a:stretch/>
          </p:blipFill>
          <p:spPr>
            <a:xfrm>
              <a:off x="2929108" y="4085446"/>
              <a:ext cx="457200" cy="444500"/>
            </a:xfrm>
            <a:prstGeom prst="rect">
              <a:avLst/>
            </a:prstGeom>
          </p:spPr>
        </p:pic>
        <p:sp>
          <p:nvSpPr>
            <p:cNvPr id="97" name="TextBox 96">
              <a:extLst>
                <a:ext uri="{FF2B5EF4-FFF2-40B4-BE49-F238E27FC236}">
                  <a16:creationId xmlns:a16="http://schemas.microsoft.com/office/drawing/2014/main" id="{20FA29B3-6AA0-F4DC-A7CD-90775065933B}"/>
                </a:ext>
              </a:extLst>
            </p:cNvPr>
            <p:cNvSpPr txBox="1"/>
            <p:nvPr/>
          </p:nvSpPr>
          <p:spPr>
            <a:xfrm>
              <a:off x="2151332"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InDesign</a:t>
              </a:r>
            </a:p>
          </p:txBody>
        </p:sp>
        <p:pic>
          <p:nvPicPr>
            <p:cNvPr id="93" name="Adobe InDesign icon" descr="Adobe InDesign logo">
              <a:extLst>
                <a:ext uri="{FF2B5EF4-FFF2-40B4-BE49-F238E27FC236}">
                  <a16:creationId xmlns:a16="http://schemas.microsoft.com/office/drawing/2014/main" id="{2D74FB0D-11C9-CEAF-9645-CD3125B5196A}"/>
                </a:ext>
              </a:extLst>
            </p:cNvPr>
            <p:cNvPicPr>
              <a:picLocks noChangeAspect="1"/>
            </p:cNvPicPr>
            <p:nvPr/>
          </p:nvPicPr>
          <p:blipFill>
            <a:blip r:embed="rId47">
              <a:extLst>
                <a:ext uri="{96DAC541-7B7A-43D3-8B79-37D633B846F1}">
                  <asvg:svgBlip xmlns:asvg="http://schemas.microsoft.com/office/drawing/2016/SVG/main" r:embed="rId48"/>
                </a:ext>
              </a:extLst>
            </a:blip>
            <a:srcRect/>
            <a:stretch/>
          </p:blipFill>
          <p:spPr>
            <a:xfrm>
              <a:off x="2276136" y="4085446"/>
              <a:ext cx="457200" cy="444500"/>
            </a:xfrm>
            <a:prstGeom prst="rect">
              <a:avLst/>
            </a:prstGeom>
          </p:spPr>
        </p:pic>
        <p:sp>
          <p:nvSpPr>
            <p:cNvPr id="96" name="TextBox 95">
              <a:extLst>
                <a:ext uri="{FF2B5EF4-FFF2-40B4-BE49-F238E27FC236}">
                  <a16:creationId xmlns:a16="http://schemas.microsoft.com/office/drawing/2014/main" id="{27274B70-56B5-1F96-B58C-9D644FC3EF1E}"/>
                </a:ext>
              </a:extLst>
            </p:cNvPr>
            <p:cNvSpPr txBox="1"/>
            <p:nvPr/>
          </p:nvSpPr>
          <p:spPr>
            <a:xfrm>
              <a:off x="1507096"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Illustrator</a:t>
              </a:r>
            </a:p>
          </p:txBody>
        </p:sp>
        <p:pic>
          <p:nvPicPr>
            <p:cNvPr id="95" name="Adobe Illustrator icon" descr="Adobe Illustrator logo">
              <a:extLst>
                <a:ext uri="{FF2B5EF4-FFF2-40B4-BE49-F238E27FC236}">
                  <a16:creationId xmlns:a16="http://schemas.microsoft.com/office/drawing/2014/main" id="{7D5E68E3-4373-9E84-70DA-03922032C143}"/>
                </a:ext>
              </a:extLst>
            </p:cNvPr>
            <p:cNvPicPr>
              <a:picLocks noChangeAspect="1"/>
            </p:cNvPicPr>
            <p:nvPr/>
          </p:nvPicPr>
          <p:blipFill>
            <a:blip r:embed="rId49">
              <a:extLst>
                <a:ext uri="{96DAC541-7B7A-43D3-8B79-37D633B846F1}">
                  <asvg:svgBlip xmlns:asvg="http://schemas.microsoft.com/office/drawing/2016/SVG/main" r:embed="rId50"/>
                </a:ext>
              </a:extLst>
            </a:blip>
            <a:srcRect/>
            <a:stretch/>
          </p:blipFill>
          <p:spPr>
            <a:xfrm>
              <a:off x="1642766" y="4085446"/>
              <a:ext cx="457200" cy="444500"/>
            </a:xfrm>
            <a:prstGeom prst="rect">
              <a:avLst/>
            </a:prstGeom>
          </p:spPr>
        </p:pic>
        <p:sp>
          <p:nvSpPr>
            <p:cNvPr id="84" name="TextBox 83">
              <a:extLst>
                <a:ext uri="{FF2B5EF4-FFF2-40B4-BE49-F238E27FC236}">
                  <a16:creationId xmlns:a16="http://schemas.microsoft.com/office/drawing/2014/main" id="{51BEDEE3-D054-A997-240C-6085E52401FD}"/>
                </a:ext>
              </a:extLst>
            </p:cNvPr>
            <p:cNvSpPr txBox="1"/>
            <p:nvPr/>
          </p:nvSpPr>
          <p:spPr>
            <a:xfrm>
              <a:off x="5968456" y="3783308"/>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Frame.io</a:t>
              </a:r>
              <a:endParaRPr lang="en-US" sz="700" b="1" dirty="0">
                <a:latin typeface="Adobe Clean" panose="020B0503020404020204" pitchFamily="34" charset="0"/>
              </a:endParaRPr>
            </a:p>
          </p:txBody>
        </p:sp>
        <p:pic>
          <p:nvPicPr>
            <p:cNvPr id="7" name="Frame.io icon" descr="Frame.io logo">
              <a:extLst>
                <a:ext uri="{FF2B5EF4-FFF2-40B4-BE49-F238E27FC236}">
                  <a16:creationId xmlns:a16="http://schemas.microsoft.com/office/drawing/2014/main" id="{D7900DA7-5E3D-5AA4-5ECA-8544C00F6142}"/>
                </a:ext>
              </a:extLst>
            </p:cNvPr>
            <p:cNvPicPr>
              <a:picLocks noChangeAspect="1"/>
            </p:cNvPicPr>
            <p:nvPr/>
          </p:nvPicPr>
          <p:blipFill>
            <a:blip r:embed="rId51">
              <a:extLst>
                <a:ext uri="{96DAC541-7B7A-43D3-8B79-37D633B846F1}">
                  <asvg:svgBlip xmlns:asvg="http://schemas.microsoft.com/office/drawing/2016/SVG/main" r:embed="rId52"/>
                </a:ext>
              </a:extLst>
            </a:blip>
            <a:srcRect/>
            <a:stretch/>
          </p:blipFill>
          <p:spPr>
            <a:xfrm>
              <a:off x="6109055" y="3334696"/>
              <a:ext cx="456511" cy="445641"/>
            </a:xfrm>
            <a:prstGeom prst="rect">
              <a:avLst/>
            </a:prstGeom>
          </p:spPr>
        </p:pic>
        <p:sp>
          <p:nvSpPr>
            <p:cNvPr id="82" name="TextBox 81">
              <a:extLst>
                <a:ext uri="{FF2B5EF4-FFF2-40B4-BE49-F238E27FC236}">
                  <a16:creationId xmlns:a16="http://schemas.microsoft.com/office/drawing/2014/main" id="{3845C9DD-3CD1-BC55-B47F-2DCD41D811C5}"/>
                </a:ext>
              </a:extLst>
            </p:cNvPr>
            <p:cNvSpPr txBox="1"/>
            <p:nvPr/>
          </p:nvSpPr>
          <p:spPr>
            <a:xfrm>
              <a:off x="533438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Media Encoder</a:t>
              </a:r>
            </a:p>
          </p:txBody>
        </p:sp>
        <p:pic>
          <p:nvPicPr>
            <p:cNvPr id="64" name="Adobe Media Encoder icon" descr="Adobe Media Encoder logo">
              <a:extLst>
                <a:ext uri="{FF2B5EF4-FFF2-40B4-BE49-F238E27FC236}">
                  <a16:creationId xmlns:a16="http://schemas.microsoft.com/office/drawing/2014/main" id="{11CF4447-7B6F-9CF1-93D0-C68D74726857}"/>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a:off x="5475659" y="3335267"/>
              <a:ext cx="457200" cy="444500"/>
            </a:xfrm>
            <a:prstGeom prst="rect">
              <a:avLst/>
            </a:prstGeom>
          </p:spPr>
        </p:pic>
        <p:sp>
          <p:nvSpPr>
            <p:cNvPr id="81" name="TextBox 80">
              <a:extLst>
                <a:ext uri="{FF2B5EF4-FFF2-40B4-BE49-F238E27FC236}">
                  <a16:creationId xmlns:a16="http://schemas.microsoft.com/office/drawing/2014/main" id="{98B8A1FF-DFDD-169E-75BA-4B2689F06256}"/>
                </a:ext>
              </a:extLst>
            </p:cNvPr>
            <p:cNvSpPr txBox="1"/>
            <p:nvPr/>
          </p:nvSpPr>
          <p:spPr>
            <a:xfrm>
              <a:off x="4701331" y="3799503"/>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Rush</a:t>
              </a:r>
            </a:p>
          </p:txBody>
        </p:sp>
        <p:pic>
          <p:nvPicPr>
            <p:cNvPr id="66" name="Adobe Premiere Rush icon" descr="Adobe Premiere Rush logo">
              <a:extLst>
                <a:ext uri="{FF2B5EF4-FFF2-40B4-BE49-F238E27FC236}">
                  <a16:creationId xmlns:a16="http://schemas.microsoft.com/office/drawing/2014/main" id="{18619629-ABAD-53AA-0542-B888A7FFDD6F}"/>
                </a:ext>
              </a:extLst>
            </p:cNvPr>
            <p:cNvPicPr>
              <a:picLocks noChangeAspect="1"/>
            </p:cNvPicPr>
            <p:nvPr/>
          </p:nvPicPr>
          <p:blipFill>
            <a:blip r:embed="rId55">
              <a:extLst>
                <a:ext uri="{96DAC541-7B7A-43D3-8B79-37D633B846F1}">
                  <asvg:svgBlip xmlns:asvg="http://schemas.microsoft.com/office/drawing/2016/SVG/main" r:embed="rId56"/>
                </a:ext>
              </a:extLst>
            </a:blip>
            <a:srcRect/>
            <a:stretch/>
          </p:blipFill>
          <p:spPr>
            <a:xfrm>
              <a:off x="4837001" y="3335267"/>
              <a:ext cx="457200" cy="444500"/>
            </a:xfrm>
            <a:prstGeom prst="rect">
              <a:avLst/>
            </a:prstGeom>
          </p:spPr>
        </p:pic>
        <p:sp>
          <p:nvSpPr>
            <p:cNvPr id="80" name="TextBox 79">
              <a:extLst>
                <a:ext uri="{FF2B5EF4-FFF2-40B4-BE49-F238E27FC236}">
                  <a16:creationId xmlns:a16="http://schemas.microsoft.com/office/drawing/2014/main" id="{2BCC5CC0-A70D-624D-EC72-6F6DDB48E5B6}"/>
                </a:ext>
              </a:extLst>
            </p:cNvPr>
            <p:cNvSpPr txBox="1"/>
            <p:nvPr/>
          </p:nvSpPr>
          <p:spPr>
            <a:xfrm>
              <a:off x="4016001" y="3799503"/>
              <a:ext cx="82603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Character Animator</a:t>
              </a:r>
            </a:p>
          </p:txBody>
        </p:sp>
        <p:pic>
          <p:nvPicPr>
            <p:cNvPr id="68" name="Adobe Character Animator icon" descr="Adobe Character Animator logo">
              <a:extLst>
                <a:ext uri="{FF2B5EF4-FFF2-40B4-BE49-F238E27FC236}">
                  <a16:creationId xmlns:a16="http://schemas.microsoft.com/office/drawing/2014/main" id="{432BBB29-5860-9671-80CA-B22914E032E7}"/>
                </a:ext>
              </a:extLst>
            </p:cNvPr>
            <p:cNvPicPr>
              <a:picLocks noChangeAspect="1"/>
            </p:cNvPicPr>
            <p:nvPr/>
          </p:nvPicPr>
          <p:blipFill>
            <a:blip r:embed="rId57">
              <a:extLst>
                <a:ext uri="{96DAC541-7B7A-43D3-8B79-37D633B846F1}">
                  <asvg:svgBlip xmlns:asvg="http://schemas.microsoft.com/office/drawing/2016/SVG/main" r:embed="rId58"/>
                </a:ext>
              </a:extLst>
            </a:blip>
            <a:srcRect/>
            <a:stretch/>
          </p:blipFill>
          <p:spPr>
            <a:xfrm>
              <a:off x="4198343" y="3335267"/>
              <a:ext cx="457200" cy="444500"/>
            </a:xfrm>
            <a:prstGeom prst="rect">
              <a:avLst/>
            </a:prstGeom>
          </p:spPr>
        </p:pic>
        <p:sp>
          <p:nvSpPr>
            <p:cNvPr id="79" name="TextBox 78">
              <a:extLst>
                <a:ext uri="{FF2B5EF4-FFF2-40B4-BE49-F238E27FC236}">
                  <a16:creationId xmlns:a16="http://schemas.microsoft.com/office/drawing/2014/main" id="{AD1271A8-D51E-F546-FC2B-CFA3B81FE250}"/>
                </a:ext>
              </a:extLst>
            </p:cNvPr>
            <p:cNvSpPr txBox="1"/>
            <p:nvPr/>
          </p:nvSpPr>
          <p:spPr>
            <a:xfrm>
              <a:off x="3424017"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Animate</a:t>
              </a:r>
            </a:p>
          </p:txBody>
        </p:sp>
        <p:pic>
          <p:nvPicPr>
            <p:cNvPr id="70" name="Adobe Animate icon" descr="Adobe Animate logo">
              <a:extLst>
                <a:ext uri="{FF2B5EF4-FFF2-40B4-BE49-F238E27FC236}">
                  <a16:creationId xmlns:a16="http://schemas.microsoft.com/office/drawing/2014/main" id="{350484E2-1C38-03AC-0729-3EEB2381AEE7}"/>
                </a:ext>
              </a:extLst>
            </p:cNvPr>
            <p:cNvPicPr>
              <a:picLocks noChangeAspect="1"/>
            </p:cNvPicPr>
            <p:nvPr/>
          </p:nvPicPr>
          <p:blipFill>
            <a:blip r:embed="rId59">
              <a:extLst>
                <a:ext uri="{96DAC541-7B7A-43D3-8B79-37D633B846F1}">
                  <asvg:svgBlip xmlns:asvg="http://schemas.microsoft.com/office/drawing/2016/SVG/main" r:embed="rId60"/>
                </a:ext>
              </a:extLst>
            </a:blip>
            <a:srcRect/>
            <a:stretch/>
          </p:blipFill>
          <p:spPr>
            <a:xfrm>
              <a:off x="3559687" y="3335267"/>
              <a:ext cx="457200" cy="444500"/>
            </a:xfrm>
            <a:prstGeom prst="rect">
              <a:avLst/>
            </a:prstGeom>
          </p:spPr>
        </p:pic>
        <p:sp>
          <p:nvSpPr>
            <p:cNvPr id="78" name="TextBox 77">
              <a:extLst>
                <a:ext uri="{FF2B5EF4-FFF2-40B4-BE49-F238E27FC236}">
                  <a16:creationId xmlns:a16="http://schemas.microsoft.com/office/drawing/2014/main" id="{476178C6-E6DA-99CF-1E91-5F48AB28387F}"/>
                </a:ext>
              </a:extLst>
            </p:cNvPr>
            <p:cNvSpPr txBox="1"/>
            <p:nvPr/>
          </p:nvSpPr>
          <p:spPr>
            <a:xfrm>
              <a:off x="278393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Audition</a:t>
              </a:r>
            </a:p>
          </p:txBody>
        </p:sp>
        <p:pic>
          <p:nvPicPr>
            <p:cNvPr id="72" name="Adobe Audition icon" descr="Adobe Audition logo">
              <a:extLst>
                <a:ext uri="{FF2B5EF4-FFF2-40B4-BE49-F238E27FC236}">
                  <a16:creationId xmlns:a16="http://schemas.microsoft.com/office/drawing/2014/main" id="{45407CA9-81E3-C693-F851-053B0622010E}"/>
                </a:ext>
              </a:extLst>
            </p:cNvPr>
            <p:cNvPicPr>
              <a:picLocks noChangeAspect="1"/>
            </p:cNvPicPr>
            <p:nvPr/>
          </p:nvPicPr>
          <p:blipFill>
            <a:blip r:embed="rId61">
              <a:extLst>
                <a:ext uri="{96DAC541-7B7A-43D3-8B79-37D633B846F1}">
                  <asvg:svgBlip xmlns:asvg="http://schemas.microsoft.com/office/drawing/2016/SVG/main" r:embed="rId62"/>
                </a:ext>
              </a:extLst>
            </a:blip>
            <a:srcRect/>
            <a:stretch/>
          </p:blipFill>
          <p:spPr>
            <a:xfrm>
              <a:off x="2921031" y="3335267"/>
              <a:ext cx="457200" cy="444500"/>
            </a:xfrm>
            <a:prstGeom prst="rect">
              <a:avLst/>
            </a:prstGeom>
          </p:spPr>
        </p:pic>
        <p:sp>
          <p:nvSpPr>
            <p:cNvPr id="77" name="TextBox 76">
              <a:extLst>
                <a:ext uri="{FF2B5EF4-FFF2-40B4-BE49-F238E27FC236}">
                  <a16:creationId xmlns:a16="http://schemas.microsoft.com/office/drawing/2014/main" id="{DE21BADC-6806-27F4-E40A-F703FC22E5C9}"/>
                </a:ext>
              </a:extLst>
            </p:cNvPr>
            <p:cNvSpPr txBox="1"/>
            <p:nvPr/>
          </p:nvSpPr>
          <p:spPr>
            <a:xfrm>
              <a:off x="2151332"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After Effects</a:t>
              </a:r>
            </a:p>
          </p:txBody>
        </p:sp>
        <p:pic>
          <p:nvPicPr>
            <p:cNvPr id="60" name="Adobe After Effects icon" descr="Adobe After Effects logo">
              <a:extLst>
                <a:ext uri="{FF2B5EF4-FFF2-40B4-BE49-F238E27FC236}">
                  <a16:creationId xmlns:a16="http://schemas.microsoft.com/office/drawing/2014/main" id="{8B9E13C3-DEC1-7D04-8D9A-433A4390A967}"/>
                </a:ext>
              </a:extLst>
            </p:cNvPr>
            <p:cNvPicPr>
              <a:picLocks noChangeAspect="1"/>
            </p:cNvPicPr>
            <p:nvPr/>
          </p:nvPicPr>
          <p:blipFill>
            <a:blip r:embed="rId63">
              <a:extLst>
                <a:ext uri="{96DAC541-7B7A-43D3-8B79-37D633B846F1}">
                  <asvg:svgBlip xmlns:asvg="http://schemas.microsoft.com/office/drawing/2016/SVG/main" r:embed="rId64"/>
                </a:ext>
              </a:extLst>
            </a:blip>
            <a:srcRect/>
            <a:stretch/>
          </p:blipFill>
          <p:spPr>
            <a:xfrm>
              <a:off x="2282375" y="3335267"/>
              <a:ext cx="457200" cy="444500"/>
            </a:xfrm>
            <a:prstGeom prst="rect">
              <a:avLst/>
            </a:prstGeom>
          </p:spPr>
        </p:pic>
        <p:sp>
          <p:nvSpPr>
            <p:cNvPr id="75" name="TextBox 74">
              <a:extLst>
                <a:ext uri="{FF2B5EF4-FFF2-40B4-BE49-F238E27FC236}">
                  <a16:creationId xmlns:a16="http://schemas.microsoft.com/office/drawing/2014/main" id="{9AC5D97A-1BF7-DC3F-F324-0246C99CED62}"/>
                </a:ext>
              </a:extLst>
            </p:cNvPr>
            <p:cNvSpPr txBox="1"/>
            <p:nvPr/>
          </p:nvSpPr>
          <p:spPr>
            <a:xfrm>
              <a:off x="1507096"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Pro</a:t>
              </a:r>
            </a:p>
          </p:txBody>
        </p:sp>
        <p:pic>
          <p:nvPicPr>
            <p:cNvPr id="62" name="Adobe Premiere Pro icon" descr="Adobe Premiere Pro logo">
              <a:extLst>
                <a:ext uri="{FF2B5EF4-FFF2-40B4-BE49-F238E27FC236}">
                  <a16:creationId xmlns:a16="http://schemas.microsoft.com/office/drawing/2014/main" id="{B29EA15B-7019-5A17-420B-077A02F000BB}"/>
                </a:ext>
              </a:extLst>
            </p:cNvPr>
            <p:cNvPicPr>
              <a:picLocks noChangeAspect="1"/>
            </p:cNvPicPr>
            <p:nvPr/>
          </p:nvPicPr>
          <p:blipFill>
            <a:blip r:embed="rId65">
              <a:extLst>
                <a:ext uri="{96DAC541-7B7A-43D3-8B79-37D633B846F1}">
                  <asvg:svgBlip xmlns:asvg="http://schemas.microsoft.com/office/drawing/2016/SVG/main" r:embed="rId66"/>
                </a:ext>
              </a:extLst>
            </a:blip>
            <a:srcRect/>
            <a:stretch/>
          </p:blipFill>
          <p:spPr>
            <a:xfrm>
              <a:off x="1643958" y="3335267"/>
              <a:ext cx="457200" cy="444500"/>
            </a:xfrm>
            <a:prstGeom prst="rect">
              <a:avLst/>
            </a:prstGeom>
          </p:spPr>
        </p:pic>
        <p:sp>
          <p:nvSpPr>
            <p:cNvPr id="58" name="TextBox 57" descr="Adobe Fresco logo">
              <a:extLst>
                <a:ext uri="{FF2B5EF4-FFF2-40B4-BE49-F238E27FC236}">
                  <a16:creationId xmlns:a16="http://schemas.microsoft.com/office/drawing/2014/main" id="{AE6086AC-38D5-CC8A-56FE-02979C24DAAC}"/>
                </a:ext>
              </a:extLst>
            </p:cNvPr>
            <p:cNvSpPr txBox="1"/>
            <p:nvPr/>
          </p:nvSpPr>
          <p:spPr>
            <a:xfrm>
              <a:off x="4750975"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Fresco</a:t>
              </a:r>
            </a:p>
          </p:txBody>
        </p:sp>
        <p:pic>
          <p:nvPicPr>
            <p:cNvPr id="49" name="Adobe Fresco icon" descr="Adobe Fresco logo">
              <a:extLst>
                <a:ext uri="{FF2B5EF4-FFF2-40B4-BE49-F238E27FC236}">
                  <a16:creationId xmlns:a16="http://schemas.microsoft.com/office/drawing/2014/main" id="{B2FCA1B9-FED9-79B5-6B29-FACA7F506FDE}"/>
                </a:ext>
              </a:extLst>
            </p:cNvPr>
            <p:cNvPicPr>
              <a:picLocks noChangeAspect="1"/>
            </p:cNvPicPr>
            <p:nvPr/>
          </p:nvPicPr>
          <p:blipFill>
            <a:blip r:embed="rId67">
              <a:extLst>
                <a:ext uri="{96DAC541-7B7A-43D3-8B79-37D633B846F1}">
                  <asvg:svgBlip xmlns:asvg="http://schemas.microsoft.com/office/drawing/2016/SVG/main" r:embed="rId68"/>
                </a:ext>
              </a:extLst>
            </a:blip>
            <a:srcRect/>
            <a:stretch/>
          </p:blipFill>
          <p:spPr>
            <a:xfrm>
              <a:off x="4837001" y="2549322"/>
              <a:ext cx="457200" cy="444500"/>
            </a:xfrm>
            <a:prstGeom prst="rect">
              <a:avLst/>
            </a:prstGeom>
          </p:spPr>
        </p:pic>
        <p:sp>
          <p:nvSpPr>
            <p:cNvPr id="57" name="TextBox 56">
              <a:extLst>
                <a:ext uri="{FF2B5EF4-FFF2-40B4-BE49-F238E27FC236}">
                  <a16:creationId xmlns:a16="http://schemas.microsoft.com/office/drawing/2014/main" id="{3B4A6269-E7BC-51BE-7DDF-73F4B226D69D}"/>
                </a:ext>
              </a:extLst>
            </p:cNvPr>
            <p:cNvSpPr txBox="1"/>
            <p:nvPr/>
          </p:nvSpPr>
          <p:spPr>
            <a:xfrm>
              <a:off x="4004972" y="3003077"/>
              <a:ext cx="843941"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 Classic</a:t>
              </a:r>
            </a:p>
          </p:txBody>
        </p:sp>
        <p:pic>
          <p:nvPicPr>
            <p:cNvPr id="41" name="Adobe Photoshop Lightroom Classic icon" descr="Adobe Photoshop Lightroom Classic logo">
              <a:extLst>
                <a:ext uri="{FF2B5EF4-FFF2-40B4-BE49-F238E27FC236}">
                  <a16:creationId xmlns:a16="http://schemas.microsoft.com/office/drawing/2014/main" id="{144E8C24-2BE6-4284-5765-481D1355274D}"/>
                </a:ext>
              </a:extLst>
            </p:cNvPr>
            <p:cNvPicPr>
              <a:picLocks noChangeAspect="1"/>
            </p:cNvPicPr>
            <p:nvPr/>
          </p:nvPicPr>
          <p:blipFill>
            <a:blip r:embed="rId69">
              <a:extLst>
                <a:ext uri="{96DAC541-7B7A-43D3-8B79-37D633B846F1}">
                  <asvg:svgBlip xmlns:asvg="http://schemas.microsoft.com/office/drawing/2016/SVG/main" r:embed="rId70"/>
                </a:ext>
              </a:extLst>
            </a:blip>
            <a:srcRect/>
            <a:stretch/>
          </p:blipFill>
          <p:spPr>
            <a:xfrm>
              <a:off x="4198343" y="2549322"/>
              <a:ext cx="457200" cy="444500"/>
            </a:xfrm>
            <a:prstGeom prst="rect">
              <a:avLst/>
            </a:prstGeom>
          </p:spPr>
        </p:pic>
        <p:sp>
          <p:nvSpPr>
            <p:cNvPr id="56" name="TextBox 55">
              <a:extLst>
                <a:ext uri="{FF2B5EF4-FFF2-40B4-BE49-F238E27FC236}">
                  <a16:creationId xmlns:a16="http://schemas.microsoft.com/office/drawing/2014/main" id="{552A2327-80F8-E978-0E3A-6C5EA5276AD0}"/>
                </a:ext>
              </a:extLst>
            </p:cNvPr>
            <p:cNvSpPr txBox="1"/>
            <p:nvPr/>
          </p:nvSpPr>
          <p:spPr>
            <a:xfrm>
              <a:off x="3452753"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a:t>
              </a:r>
            </a:p>
          </p:txBody>
        </p:sp>
        <p:pic>
          <p:nvPicPr>
            <p:cNvPr id="45" name="Adobe Photoshop Lightroom icon" descr="Adobe Photoshop Lightroom logo">
              <a:extLst>
                <a:ext uri="{FF2B5EF4-FFF2-40B4-BE49-F238E27FC236}">
                  <a16:creationId xmlns:a16="http://schemas.microsoft.com/office/drawing/2014/main" id="{17435FC3-63DE-D7F7-577B-EBBC2C4CEDB3}"/>
                </a:ext>
              </a:extLst>
            </p:cNvPr>
            <p:cNvPicPr>
              <a:picLocks noChangeAspect="1"/>
            </p:cNvPicPr>
            <p:nvPr/>
          </p:nvPicPr>
          <p:blipFill>
            <a:blip r:embed="rId71">
              <a:extLst>
                <a:ext uri="{96DAC541-7B7A-43D3-8B79-37D633B846F1}">
                  <asvg:svgBlip xmlns:asvg="http://schemas.microsoft.com/office/drawing/2016/SVG/main" r:embed="rId72"/>
                </a:ext>
              </a:extLst>
            </a:blip>
            <a:srcRect/>
            <a:stretch/>
          </p:blipFill>
          <p:spPr>
            <a:xfrm>
              <a:off x="3559687" y="2549322"/>
              <a:ext cx="457200" cy="444500"/>
            </a:xfrm>
            <a:prstGeom prst="rect">
              <a:avLst/>
            </a:prstGeom>
          </p:spPr>
        </p:pic>
        <p:sp>
          <p:nvSpPr>
            <p:cNvPr id="55" name="TextBox 54">
              <a:extLst>
                <a:ext uri="{FF2B5EF4-FFF2-40B4-BE49-F238E27FC236}">
                  <a16:creationId xmlns:a16="http://schemas.microsoft.com/office/drawing/2014/main" id="{EE26FA2B-A785-3396-F4BF-D001D65E510C}"/>
                </a:ext>
              </a:extLst>
            </p:cNvPr>
            <p:cNvSpPr txBox="1"/>
            <p:nvPr/>
          </p:nvSpPr>
          <p:spPr>
            <a:xfrm>
              <a:off x="2831864"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Camera</a:t>
              </a:r>
            </a:p>
          </p:txBody>
        </p:sp>
        <p:pic>
          <p:nvPicPr>
            <p:cNvPr id="43" name="Adobe Photoshop Camera icon" descr="Adobe Photoshop Camera logo">
              <a:extLst>
                <a:ext uri="{FF2B5EF4-FFF2-40B4-BE49-F238E27FC236}">
                  <a16:creationId xmlns:a16="http://schemas.microsoft.com/office/drawing/2014/main" id="{6114D2DB-2F9C-1B1B-9814-98CD9AAB3A01}"/>
                </a:ext>
              </a:extLst>
            </p:cNvPr>
            <p:cNvPicPr>
              <a:picLocks noChangeAspect="1"/>
            </p:cNvPicPr>
            <p:nvPr/>
          </p:nvPicPr>
          <p:blipFill>
            <a:blip r:embed="rId73">
              <a:extLst>
                <a:ext uri="{96DAC541-7B7A-43D3-8B79-37D633B846F1}">
                  <asvg:svgBlip xmlns:asvg="http://schemas.microsoft.com/office/drawing/2016/SVG/main" r:embed="rId74"/>
                </a:ext>
              </a:extLst>
            </a:blip>
            <a:srcRect/>
            <a:stretch/>
          </p:blipFill>
          <p:spPr>
            <a:xfrm>
              <a:off x="2921031" y="2549322"/>
              <a:ext cx="457200" cy="444500"/>
            </a:xfrm>
            <a:prstGeom prst="rect">
              <a:avLst/>
            </a:prstGeom>
          </p:spPr>
        </p:pic>
        <p:pic>
          <p:nvPicPr>
            <p:cNvPr id="35" name="Adobe Photoshop Express icon" descr="Adobe Photoshop Express logo">
              <a:extLst>
                <a:ext uri="{FF2B5EF4-FFF2-40B4-BE49-F238E27FC236}">
                  <a16:creationId xmlns:a16="http://schemas.microsoft.com/office/drawing/2014/main" id="{DAF09652-1AE7-0A80-ABC5-79B8716C36A2}"/>
                </a:ext>
              </a:extLst>
            </p:cNvPr>
            <p:cNvPicPr>
              <a:picLocks noChangeAspect="1"/>
            </p:cNvPicPr>
            <p:nvPr/>
          </p:nvPicPr>
          <p:blipFill>
            <a:blip r:embed="rId75">
              <a:extLst>
                <a:ext uri="{96DAC541-7B7A-43D3-8B79-37D633B846F1}">
                  <asvg:svgBlip xmlns:asvg="http://schemas.microsoft.com/office/drawing/2016/SVG/main" r:embed="rId76"/>
                </a:ext>
              </a:extLst>
            </a:blip>
            <a:srcRect/>
            <a:stretch/>
          </p:blipFill>
          <p:spPr>
            <a:xfrm>
              <a:off x="2282375" y="2549322"/>
              <a:ext cx="457200" cy="444500"/>
            </a:xfrm>
            <a:prstGeom prst="rect">
              <a:avLst/>
            </a:prstGeom>
          </p:spPr>
        </p:pic>
        <p:sp>
          <p:nvSpPr>
            <p:cNvPr id="52" name="TextBox 51">
              <a:extLst>
                <a:ext uri="{FF2B5EF4-FFF2-40B4-BE49-F238E27FC236}">
                  <a16:creationId xmlns:a16="http://schemas.microsoft.com/office/drawing/2014/main" id="{ED189AC3-9332-6FF8-44EE-8559B2F2195C}"/>
                </a:ext>
              </a:extLst>
            </p:cNvPr>
            <p:cNvSpPr txBox="1"/>
            <p:nvPr/>
          </p:nvSpPr>
          <p:spPr>
            <a:xfrm>
              <a:off x="1556219"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a:t>
              </a:r>
            </a:p>
          </p:txBody>
        </p:sp>
        <p:pic>
          <p:nvPicPr>
            <p:cNvPr id="47" name="Adobe Photoshop icon" descr="Adobe Photoshop logo">
              <a:extLst>
                <a:ext uri="{FF2B5EF4-FFF2-40B4-BE49-F238E27FC236}">
                  <a16:creationId xmlns:a16="http://schemas.microsoft.com/office/drawing/2014/main" id="{8ED1DB43-1F68-4FCE-5069-3870A45B7EC6}"/>
                </a:ext>
              </a:extLst>
            </p:cNvPr>
            <p:cNvPicPr>
              <a:picLocks noChangeAspect="1"/>
            </p:cNvPicPr>
            <p:nvPr/>
          </p:nvPicPr>
          <p:blipFill>
            <a:blip r:embed="rId77">
              <a:extLst>
                <a:ext uri="{96DAC541-7B7A-43D3-8B79-37D633B846F1}">
                  <asvg:svgBlip xmlns:asvg="http://schemas.microsoft.com/office/drawing/2016/SVG/main" r:embed="rId78"/>
                </a:ext>
              </a:extLst>
            </a:blip>
            <a:srcRect/>
            <a:stretch/>
          </p:blipFill>
          <p:spPr>
            <a:xfrm>
              <a:off x="1643958" y="2549322"/>
              <a:ext cx="457200" cy="444500"/>
            </a:xfrm>
            <a:prstGeom prst="rect">
              <a:avLst/>
            </a:prstGeom>
          </p:spPr>
        </p:pic>
        <p:sp>
          <p:nvSpPr>
            <p:cNvPr id="38" name="TextBox 37">
              <a:extLst>
                <a:ext uri="{FF2B5EF4-FFF2-40B4-BE49-F238E27FC236}">
                  <a16:creationId xmlns:a16="http://schemas.microsoft.com/office/drawing/2014/main" id="{B3F1D0FA-4670-19F0-EF21-454C8FC875CF}"/>
                </a:ext>
              </a:extLst>
            </p:cNvPr>
            <p:cNvSpPr txBox="1"/>
            <p:nvPr/>
          </p:nvSpPr>
          <p:spPr>
            <a:xfrm>
              <a:off x="2222338" y="2270630"/>
              <a:ext cx="577273"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Firefly</a:t>
              </a:r>
            </a:p>
          </p:txBody>
        </p:sp>
        <p:pic>
          <p:nvPicPr>
            <p:cNvPr id="37" name="Adobe Firefly icon" descr="Adobe Firefly logo">
              <a:extLst>
                <a:ext uri="{FF2B5EF4-FFF2-40B4-BE49-F238E27FC236}">
                  <a16:creationId xmlns:a16="http://schemas.microsoft.com/office/drawing/2014/main" id="{A133F8DE-DD0A-C324-49A3-499A8924AEE1}"/>
                </a:ext>
              </a:extLst>
            </p:cNvPr>
            <p:cNvPicPr>
              <a:picLocks noChangeAspect="1"/>
            </p:cNvPicPr>
            <p:nvPr/>
          </p:nvPicPr>
          <p:blipFill>
            <a:blip r:embed="rId79">
              <a:extLst>
                <a:ext uri="{96DAC541-7B7A-43D3-8B79-37D633B846F1}">
                  <asvg:svgBlip xmlns:asvg="http://schemas.microsoft.com/office/drawing/2016/SVG/main" r:embed="rId80"/>
                </a:ext>
              </a:extLst>
            </a:blip>
            <a:srcRect/>
            <a:stretch/>
          </p:blipFill>
          <p:spPr>
            <a:xfrm>
              <a:off x="2282375" y="1821337"/>
              <a:ext cx="457200" cy="444500"/>
            </a:xfrm>
            <a:prstGeom prst="rect">
              <a:avLst/>
            </a:prstGeom>
          </p:spPr>
        </p:pic>
        <p:sp>
          <p:nvSpPr>
            <p:cNvPr id="31" name="TextBox 30">
              <a:extLst>
                <a:ext uri="{FF2B5EF4-FFF2-40B4-BE49-F238E27FC236}">
                  <a16:creationId xmlns:a16="http://schemas.microsoft.com/office/drawing/2014/main" id="{D052304F-C3F5-A7D4-F025-F3B61D6BE787}"/>
                </a:ext>
              </a:extLst>
            </p:cNvPr>
            <p:cNvSpPr txBox="1"/>
            <p:nvPr/>
          </p:nvSpPr>
          <p:spPr>
            <a:xfrm>
              <a:off x="1526805" y="2270630"/>
              <a:ext cx="689122"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Express</a:t>
              </a:r>
            </a:p>
          </p:txBody>
        </p:sp>
        <p:pic>
          <p:nvPicPr>
            <p:cNvPr id="33" name="Adobe Express icon" descr="Adobe Express logo">
              <a:extLst>
                <a:ext uri="{FF2B5EF4-FFF2-40B4-BE49-F238E27FC236}">
                  <a16:creationId xmlns:a16="http://schemas.microsoft.com/office/drawing/2014/main" id="{C73653E2-7E2A-3A74-3336-35EAA4D74100}"/>
                </a:ext>
              </a:extLst>
            </p:cNvPr>
            <p:cNvPicPr>
              <a:picLocks noChangeAspect="1"/>
            </p:cNvPicPr>
            <p:nvPr/>
          </p:nvPicPr>
          <p:blipFill>
            <a:blip r:embed="rId81">
              <a:extLst>
                <a:ext uri="{96DAC541-7B7A-43D3-8B79-37D633B846F1}">
                  <asvg:svgBlip xmlns:asvg="http://schemas.microsoft.com/office/drawing/2016/SVG/main" r:embed="rId82"/>
                </a:ext>
              </a:extLst>
            </a:blip>
            <a:srcRect/>
            <a:stretch/>
          </p:blipFill>
          <p:spPr>
            <a:xfrm>
              <a:off x="1642766" y="1821337"/>
              <a:ext cx="457200" cy="444500"/>
            </a:xfrm>
            <a:prstGeom prst="rect">
              <a:avLst/>
            </a:prstGeom>
          </p:spPr>
        </p:pic>
      </p:grpSp>
      <p:grpSp>
        <p:nvGrpSpPr>
          <p:cNvPr id="11" name="DC Product Icons" descr="Apps and Platforms Dcoument Cloud product icons">
            <a:extLst>
              <a:ext uri="{FF2B5EF4-FFF2-40B4-BE49-F238E27FC236}">
                <a16:creationId xmlns:a16="http://schemas.microsoft.com/office/drawing/2014/main" id="{E1BC9700-8DCB-7225-822F-2D7A555CF965}"/>
              </a:ext>
            </a:extLst>
          </p:cNvPr>
          <p:cNvGrpSpPr/>
          <p:nvPr/>
        </p:nvGrpSpPr>
        <p:grpSpPr>
          <a:xfrm>
            <a:off x="7461690" y="1821337"/>
            <a:ext cx="1661215" cy="1429244"/>
            <a:chOff x="7461690" y="1821337"/>
            <a:chExt cx="1661215" cy="1429244"/>
          </a:xfrm>
        </p:grpSpPr>
        <p:sp>
          <p:nvSpPr>
            <p:cNvPr id="175" name="TextBox 174">
              <a:extLst>
                <a:ext uri="{FF2B5EF4-FFF2-40B4-BE49-F238E27FC236}">
                  <a16:creationId xmlns:a16="http://schemas.microsoft.com/office/drawing/2014/main" id="{79219610-69DB-3375-25A6-8766FCAD0742}"/>
                </a:ext>
              </a:extLst>
            </p:cNvPr>
            <p:cNvSpPr txBox="1"/>
            <p:nvPr/>
          </p:nvSpPr>
          <p:spPr>
            <a:xfrm>
              <a:off x="8424582" y="3003077"/>
              <a:ext cx="632678"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Scan</a:t>
              </a:r>
            </a:p>
          </p:txBody>
        </p:sp>
        <p:pic>
          <p:nvPicPr>
            <p:cNvPr id="160" name="Adobe Scan icon" descr="Adobe Scan logo">
              <a:extLst>
                <a:ext uri="{FF2B5EF4-FFF2-40B4-BE49-F238E27FC236}">
                  <a16:creationId xmlns:a16="http://schemas.microsoft.com/office/drawing/2014/main" id="{D3C4432A-25C1-E035-0D23-330CC9E1D9C9}"/>
                </a:ext>
              </a:extLst>
            </p:cNvPr>
            <p:cNvPicPr>
              <a:picLocks noChangeAspect="1"/>
            </p:cNvPicPr>
            <p:nvPr/>
          </p:nvPicPr>
          <p:blipFill>
            <a:blip r:embed="rId83">
              <a:extLst>
                <a:ext uri="{96DAC541-7B7A-43D3-8B79-37D633B846F1}">
                  <asvg:svgBlip xmlns:asvg="http://schemas.microsoft.com/office/drawing/2016/SVG/main" r:embed="rId84"/>
                </a:ext>
              </a:extLst>
            </a:blip>
            <a:srcRect/>
            <a:stretch/>
          </p:blipFill>
          <p:spPr>
            <a:xfrm>
              <a:off x="8512321" y="2549322"/>
              <a:ext cx="457200" cy="444500"/>
            </a:xfrm>
            <a:prstGeom prst="rect">
              <a:avLst/>
            </a:prstGeom>
          </p:spPr>
        </p:pic>
        <p:sp>
          <p:nvSpPr>
            <p:cNvPr id="176" name="TextBox 175">
              <a:extLst>
                <a:ext uri="{FF2B5EF4-FFF2-40B4-BE49-F238E27FC236}">
                  <a16:creationId xmlns:a16="http://schemas.microsoft.com/office/drawing/2014/main" id="{5EE3222D-8BC4-B2D4-FCAD-190D895E6D44}"/>
                </a:ext>
              </a:extLst>
            </p:cNvPr>
            <p:cNvSpPr txBox="1"/>
            <p:nvPr/>
          </p:nvSpPr>
          <p:spPr>
            <a:xfrm>
              <a:off x="7548206" y="3003077"/>
              <a:ext cx="80605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Sign</a:t>
              </a:r>
            </a:p>
          </p:txBody>
        </p:sp>
        <p:pic>
          <p:nvPicPr>
            <p:cNvPr id="162" name="Adobe Acrobat Sign icon" descr="Adobe Acrobat Sign logo">
              <a:extLst>
                <a:ext uri="{FF2B5EF4-FFF2-40B4-BE49-F238E27FC236}">
                  <a16:creationId xmlns:a16="http://schemas.microsoft.com/office/drawing/2014/main" id="{0193A684-CAA0-6014-7F32-8AAF6134BD1F}"/>
                </a:ext>
              </a:extLst>
            </p:cNvPr>
            <p:cNvPicPr>
              <a:picLocks noChangeAspect="1"/>
            </p:cNvPicPr>
            <p:nvPr/>
          </p:nvPicPr>
          <p:blipFill>
            <a:blip r:embed="rId85">
              <a:extLst>
                <a:ext uri="{96DAC541-7B7A-43D3-8B79-37D633B846F1}">
                  <asvg:svgBlip xmlns:asvg="http://schemas.microsoft.com/office/drawing/2016/SVG/main" r:embed="rId86"/>
                </a:ext>
              </a:extLst>
            </a:blip>
            <a:srcRect/>
            <a:stretch/>
          </p:blipFill>
          <p:spPr>
            <a:xfrm>
              <a:off x="7722635" y="2549322"/>
              <a:ext cx="457200" cy="444500"/>
            </a:xfrm>
            <a:prstGeom prst="rect">
              <a:avLst/>
            </a:prstGeom>
          </p:spPr>
        </p:pic>
        <p:sp>
          <p:nvSpPr>
            <p:cNvPr id="172" name="TextBox 171">
              <a:extLst>
                <a:ext uri="{FF2B5EF4-FFF2-40B4-BE49-F238E27FC236}">
                  <a16:creationId xmlns:a16="http://schemas.microsoft.com/office/drawing/2014/main" id="{0B9B49BD-4C7F-89FE-02DE-559743C7A778}"/>
                </a:ext>
              </a:extLst>
            </p:cNvPr>
            <p:cNvSpPr txBox="1"/>
            <p:nvPr/>
          </p:nvSpPr>
          <p:spPr>
            <a:xfrm>
              <a:off x="8358937" y="2270630"/>
              <a:ext cx="76396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Classic</a:t>
              </a:r>
            </a:p>
          </p:txBody>
        </p:sp>
        <p:pic>
          <p:nvPicPr>
            <p:cNvPr id="164" name="Adobe Acrobat Classic icon" descr="Adobe Acrobat Classic logo">
              <a:extLst>
                <a:ext uri="{FF2B5EF4-FFF2-40B4-BE49-F238E27FC236}">
                  <a16:creationId xmlns:a16="http://schemas.microsoft.com/office/drawing/2014/main" id="{70155421-5162-B04F-0C66-802B7BB0D3CE}"/>
                </a:ext>
              </a:extLst>
            </p:cNvPr>
            <p:cNvPicPr>
              <a:picLocks noChangeAspect="1"/>
            </p:cNvPicPr>
            <p:nvPr/>
          </p:nvPicPr>
          <p:blipFill>
            <a:blip r:embed="rId87">
              <a:extLst>
                <a:ext uri="{96DAC541-7B7A-43D3-8B79-37D633B846F1}">
                  <asvg:svgBlip xmlns:asvg="http://schemas.microsoft.com/office/drawing/2016/SVG/main" r:embed="rId88"/>
                </a:ext>
              </a:extLst>
            </a:blip>
            <a:srcRect/>
            <a:stretch/>
          </p:blipFill>
          <p:spPr>
            <a:xfrm>
              <a:off x="8512321" y="1821337"/>
              <a:ext cx="457200" cy="444500"/>
            </a:xfrm>
            <a:prstGeom prst="rect">
              <a:avLst/>
            </a:prstGeom>
          </p:spPr>
        </p:pic>
        <p:sp>
          <p:nvSpPr>
            <p:cNvPr id="169" name="TextBox 168">
              <a:extLst>
                <a:ext uri="{FF2B5EF4-FFF2-40B4-BE49-F238E27FC236}">
                  <a16:creationId xmlns:a16="http://schemas.microsoft.com/office/drawing/2014/main" id="{52C9B625-9AD0-2568-5B46-81F1968597BD}"/>
                </a:ext>
              </a:extLst>
            </p:cNvPr>
            <p:cNvSpPr txBox="1"/>
            <p:nvPr/>
          </p:nvSpPr>
          <p:spPr>
            <a:xfrm>
              <a:off x="7461690" y="2270630"/>
              <a:ext cx="97909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Reader/Standard/Pro</a:t>
              </a:r>
            </a:p>
          </p:txBody>
        </p:sp>
        <p:pic>
          <p:nvPicPr>
            <p:cNvPr id="168" name="Adobe Acrobat Reader/Standard/Pro icon" descr="Adobe Acrobat Reader/Standard/Pro logo">
              <a:extLst>
                <a:ext uri="{FF2B5EF4-FFF2-40B4-BE49-F238E27FC236}">
                  <a16:creationId xmlns:a16="http://schemas.microsoft.com/office/drawing/2014/main" id="{97E8F8DB-6D7B-65A9-7683-E81CF5CD8E3E}"/>
                </a:ext>
              </a:extLst>
            </p:cNvPr>
            <p:cNvPicPr>
              <a:picLocks noChangeAspect="1"/>
            </p:cNvPicPr>
            <p:nvPr/>
          </p:nvPicPr>
          <p:blipFill>
            <a:blip r:embed="rId89">
              <a:extLst>
                <a:ext uri="{96DAC541-7B7A-43D3-8B79-37D633B846F1}">
                  <asvg:svgBlip xmlns:asvg="http://schemas.microsoft.com/office/drawing/2016/SVG/main" r:embed="rId90"/>
                </a:ext>
              </a:extLst>
            </a:blip>
            <a:srcRect/>
            <a:stretch/>
          </p:blipFill>
          <p:spPr>
            <a:xfrm>
              <a:off x="7722635" y="1821337"/>
              <a:ext cx="457200" cy="444500"/>
            </a:xfrm>
            <a:prstGeom prst="rect">
              <a:avLst/>
            </a:prstGeom>
          </p:spPr>
        </p:pic>
      </p:grpSp>
      <p:grpSp>
        <p:nvGrpSpPr>
          <p:cNvPr id="12" name="EC Product Icons" descr="Apps and Platforms Experience Cloud product icons">
            <a:extLst>
              <a:ext uri="{FF2B5EF4-FFF2-40B4-BE49-F238E27FC236}">
                <a16:creationId xmlns:a16="http://schemas.microsoft.com/office/drawing/2014/main" id="{3BBBE272-BBBE-BC9B-81A4-DA663D49FB0A}"/>
              </a:ext>
            </a:extLst>
          </p:cNvPr>
          <p:cNvGrpSpPr/>
          <p:nvPr/>
        </p:nvGrpSpPr>
        <p:grpSpPr>
          <a:xfrm>
            <a:off x="9654497" y="1857921"/>
            <a:ext cx="1927903" cy="4422528"/>
            <a:chOff x="9654497" y="1857921"/>
            <a:chExt cx="1927903" cy="4422528"/>
          </a:xfrm>
        </p:grpSpPr>
        <p:sp>
          <p:nvSpPr>
            <p:cNvPr id="34" name="TextBox 33">
              <a:extLst>
                <a:ext uri="{FF2B5EF4-FFF2-40B4-BE49-F238E27FC236}">
                  <a16:creationId xmlns:a16="http://schemas.microsoft.com/office/drawing/2014/main" id="{D21092C6-E038-A441-C569-FEE21DBFD9E1}"/>
                </a:ext>
              </a:extLst>
            </p:cNvPr>
            <p:cNvSpPr txBox="1"/>
            <p:nvPr/>
          </p:nvSpPr>
          <p:spPr>
            <a:xfrm>
              <a:off x="9914452" y="6109889"/>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Workfront</a:t>
              </a:r>
            </a:p>
          </p:txBody>
        </p:sp>
        <p:pic>
          <p:nvPicPr>
            <p:cNvPr id="32" name="Adobe Workfront icon" descr="Adobe Workfront logo">
              <a:extLst>
                <a:ext uri="{FF2B5EF4-FFF2-40B4-BE49-F238E27FC236}">
                  <a16:creationId xmlns:a16="http://schemas.microsoft.com/office/drawing/2014/main" id="{65583668-1E58-4CF9-D258-268C08D2AC9B}"/>
                </a:ext>
              </a:extLst>
            </p:cNvPr>
            <p:cNvPicPr>
              <a:picLocks noChangeAspect="1"/>
            </p:cNvPicPr>
            <p:nvPr/>
          </p:nvPicPr>
          <p:blipFill>
            <a:blip r:embed="rId91">
              <a:extLst>
                <a:ext uri="{96DAC541-7B7A-43D3-8B79-37D633B846F1}">
                  <asvg:svgBlip xmlns:asvg="http://schemas.microsoft.com/office/drawing/2016/SVG/main" r:embed="rId92"/>
                </a:ext>
              </a:extLst>
            </a:blip>
            <a:srcRect/>
            <a:stretch/>
          </p:blipFill>
          <p:spPr>
            <a:xfrm>
              <a:off x="10353004" y="5637419"/>
              <a:ext cx="457200" cy="444500"/>
            </a:xfrm>
            <a:prstGeom prst="rect">
              <a:avLst/>
            </a:prstGeom>
            <a:ln w="12700">
              <a:noFill/>
            </a:ln>
            <a:effectLst>
              <a:outerShdw blurRad="36062" sx="97209" sy="97209" algn="ctr" rotWithShape="0">
                <a:prstClr val="black">
                  <a:alpha val="40000"/>
                </a:prstClr>
              </a:outerShdw>
            </a:effectLst>
          </p:spPr>
        </p:pic>
        <p:sp>
          <p:nvSpPr>
            <p:cNvPr id="158" name="TextBox 157">
              <a:extLst>
                <a:ext uri="{FF2B5EF4-FFF2-40B4-BE49-F238E27FC236}">
                  <a16:creationId xmlns:a16="http://schemas.microsoft.com/office/drawing/2014/main" id="{47F2294F-AEDF-7AA8-7119-6557E6CFDA2D}"/>
                </a:ext>
              </a:extLst>
            </p:cNvPr>
            <p:cNvSpPr txBox="1"/>
            <p:nvPr/>
          </p:nvSpPr>
          <p:spPr>
            <a:xfrm>
              <a:off x="9914452" y="5281507"/>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Experience Platform</a:t>
              </a:r>
            </a:p>
          </p:txBody>
        </p:sp>
        <p:pic>
          <p:nvPicPr>
            <p:cNvPr id="157" name="Adobe Experience Platform icon" descr="Adobe Experience Platform logo">
              <a:extLst>
                <a:ext uri="{FF2B5EF4-FFF2-40B4-BE49-F238E27FC236}">
                  <a16:creationId xmlns:a16="http://schemas.microsoft.com/office/drawing/2014/main" id="{210BBF12-38FA-779F-32B6-A783F611D8D1}"/>
                </a:ext>
              </a:extLst>
            </p:cNvPr>
            <p:cNvPicPr>
              <a:picLocks noChangeAspect="1"/>
            </p:cNvPicPr>
            <p:nvPr/>
          </p:nvPicPr>
          <p:blipFill>
            <a:blip r:embed="rId93">
              <a:extLst>
                <a:ext uri="{96DAC541-7B7A-43D3-8B79-37D633B846F1}">
                  <asvg:svgBlip xmlns:asvg="http://schemas.microsoft.com/office/drawing/2016/SVG/main" r:embed="rId94"/>
                </a:ext>
              </a:extLst>
            </a:blip>
            <a:srcRect/>
            <a:stretch/>
          </p:blipFill>
          <p:spPr>
            <a:xfrm>
              <a:off x="10353004" y="4836745"/>
              <a:ext cx="457200" cy="444500"/>
            </a:xfrm>
            <a:prstGeom prst="rect">
              <a:avLst/>
            </a:prstGeom>
          </p:spPr>
        </p:pic>
        <p:sp>
          <p:nvSpPr>
            <p:cNvPr id="153" name="TextBox 152">
              <a:extLst>
                <a:ext uri="{FF2B5EF4-FFF2-40B4-BE49-F238E27FC236}">
                  <a16:creationId xmlns:a16="http://schemas.microsoft.com/office/drawing/2014/main" id="{3571BF25-2DB4-8718-C86C-97511D2F9614}"/>
                </a:ext>
              </a:extLst>
            </p:cNvPr>
            <p:cNvSpPr txBox="1"/>
            <p:nvPr/>
          </p:nvSpPr>
          <p:spPr>
            <a:xfrm>
              <a:off x="9813653" y="3907355"/>
              <a:ext cx="1528311"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Data insights and audiences</a:t>
              </a:r>
            </a:p>
            <a:p>
              <a:pPr algn="ctr">
                <a:lnSpc>
                  <a:spcPts val="940"/>
                </a:lnSpc>
              </a:pPr>
              <a:r>
                <a:rPr lang="en-US" sz="700" dirty="0">
                  <a:latin typeface="Adobe Clean" panose="020B0503020404020204" pitchFamily="34" charset="0"/>
                </a:rPr>
                <a:t>Adobe Analytics</a:t>
              </a:r>
            </a:p>
            <a:p>
              <a:pPr algn="ctr">
                <a:lnSpc>
                  <a:spcPts val="940"/>
                </a:lnSpc>
              </a:pPr>
              <a:r>
                <a:rPr lang="en-US" sz="700" dirty="0">
                  <a:latin typeface="Adobe Clean" panose="020B0503020404020204" pitchFamily="34" charset="0"/>
                </a:rPr>
                <a:t>Adobe Customer Journey Analytics</a:t>
              </a:r>
            </a:p>
            <a:p>
              <a:pPr algn="ctr">
                <a:lnSpc>
                  <a:spcPts val="940"/>
                </a:lnSpc>
              </a:pPr>
              <a:r>
                <a:rPr lang="en-US" sz="700" dirty="0">
                  <a:latin typeface="Adobe Clean" panose="020B0503020404020204" pitchFamily="34" charset="0"/>
                </a:rPr>
                <a:t>Adobe Real-Time CDP</a:t>
              </a:r>
            </a:p>
            <a:p>
              <a:pPr algn="ctr">
                <a:lnSpc>
                  <a:spcPts val="940"/>
                </a:lnSpc>
              </a:pPr>
              <a:r>
                <a:rPr lang="en-US" sz="700" dirty="0">
                  <a:latin typeface="Adobe Clean" panose="020B0503020404020204" pitchFamily="34" charset="0"/>
                </a:rPr>
                <a:t>Adobe Mix Modeler</a:t>
              </a:r>
            </a:p>
          </p:txBody>
        </p:sp>
        <p:sp>
          <p:nvSpPr>
            <p:cNvPr id="154" name="TextBox 153">
              <a:extLst>
                <a:ext uri="{FF2B5EF4-FFF2-40B4-BE49-F238E27FC236}">
                  <a16:creationId xmlns:a16="http://schemas.microsoft.com/office/drawing/2014/main" id="{3FFAA560-06C9-3E34-2957-A9829525FCBD}"/>
                </a:ext>
              </a:extLst>
            </p:cNvPr>
            <p:cNvSpPr txBox="1"/>
            <p:nvPr/>
          </p:nvSpPr>
          <p:spPr>
            <a:xfrm>
              <a:off x="9910656" y="3148638"/>
              <a:ext cx="1334304"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Customer journeys</a:t>
              </a:r>
            </a:p>
            <a:p>
              <a:pPr algn="ctr">
                <a:lnSpc>
                  <a:spcPts val="940"/>
                </a:lnSpc>
              </a:pPr>
              <a:r>
                <a:rPr lang="en-US" sz="700" dirty="0">
                  <a:latin typeface="Adobe Clean" panose="020B0503020404020204" pitchFamily="34" charset="0"/>
                </a:rPr>
                <a:t>Adobe Journey Optimizer</a:t>
              </a:r>
            </a:p>
            <a:p>
              <a:pPr algn="ctr">
                <a:lnSpc>
                  <a:spcPts val="940"/>
                </a:lnSpc>
              </a:pPr>
              <a:r>
                <a:rPr lang="en-US" sz="700" dirty="0">
                  <a:latin typeface="Adobe Clean" panose="020B0503020404020204" pitchFamily="34" charset="0"/>
                </a:rPr>
                <a:t>Adobe Marketo Engage</a:t>
              </a:r>
            </a:p>
            <a:p>
              <a:pPr algn="ctr">
                <a:lnSpc>
                  <a:spcPts val="940"/>
                </a:lnSpc>
              </a:pPr>
              <a:r>
                <a:rPr lang="en-US" sz="700" dirty="0">
                  <a:latin typeface="Adobe Clean" panose="020B0503020404020204" pitchFamily="34" charset="0"/>
                </a:rPr>
                <a:t>Adobe Target</a:t>
              </a:r>
            </a:p>
            <a:p>
              <a:pPr algn="ctr">
                <a:lnSpc>
                  <a:spcPts val="940"/>
                </a:lnSpc>
              </a:pPr>
              <a:r>
                <a:rPr lang="en-US" sz="700" dirty="0">
                  <a:latin typeface="Adobe Clean" panose="020B0503020404020204" pitchFamily="34" charset="0"/>
                </a:rPr>
                <a:t>Adobe Campaign</a:t>
              </a:r>
            </a:p>
          </p:txBody>
        </p:sp>
        <p:sp>
          <p:nvSpPr>
            <p:cNvPr id="152" name="TextBox 151">
              <a:extLst>
                <a:ext uri="{FF2B5EF4-FFF2-40B4-BE49-F238E27FC236}">
                  <a16:creationId xmlns:a16="http://schemas.microsoft.com/office/drawing/2014/main" id="{AC7490DF-EE10-43B0-B12D-0342AC88ED91}"/>
                </a:ext>
              </a:extLst>
            </p:cNvPr>
            <p:cNvSpPr txBox="1"/>
            <p:nvPr/>
          </p:nvSpPr>
          <p:spPr>
            <a:xfrm>
              <a:off x="9654497" y="2389921"/>
              <a:ext cx="1927903"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Content, commerce, and workflows</a:t>
              </a:r>
            </a:p>
            <a:p>
              <a:pPr algn="ctr">
                <a:lnSpc>
                  <a:spcPts val="940"/>
                </a:lnSpc>
              </a:pPr>
              <a:r>
                <a:rPr lang="en-US" sz="700" dirty="0">
                  <a:latin typeface="Adobe Clean" panose="020B0503020404020204" pitchFamily="34" charset="0"/>
                </a:rPr>
                <a:t>Adobe Experience Manager</a:t>
              </a:r>
            </a:p>
            <a:p>
              <a:pPr algn="ctr">
                <a:lnSpc>
                  <a:spcPts val="940"/>
                </a:lnSpc>
              </a:pPr>
              <a:r>
                <a:rPr lang="en-US" sz="700" dirty="0">
                  <a:latin typeface="Adobe Clean" panose="020B0503020404020204" pitchFamily="34" charset="0"/>
                </a:rPr>
                <a:t>Adobe Commerce</a:t>
              </a:r>
            </a:p>
            <a:p>
              <a:pPr algn="ctr">
                <a:lnSpc>
                  <a:spcPts val="940"/>
                </a:lnSpc>
              </a:pPr>
              <a:r>
                <a:rPr lang="en-US" sz="700" dirty="0">
                  <a:latin typeface="Adobe Clean" panose="020B0503020404020204" pitchFamily="34" charset="0"/>
                </a:rPr>
                <a:t>Adobe Workfront</a:t>
              </a:r>
            </a:p>
            <a:p>
              <a:pPr algn="ctr">
                <a:lnSpc>
                  <a:spcPts val="940"/>
                </a:lnSpc>
              </a:pPr>
              <a:r>
                <a:rPr lang="en-US" sz="700" dirty="0">
                  <a:latin typeface="Adobe Clean" panose="020B0503020404020204" pitchFamily="34" charset="0"/>
                </a:rPr>
                <a:t>Adobe </a:t>
              </a:r>
              <a:r>
                <a:rPr lang="en-US" sz="700" dirty="0" err="1">
                  <a:latin typeface="Adobe Clean" panose="020B0503020404020204" pitchFamily="34" charset="0"/>
                </a:rPr>
                <a:t>GenStudio</a:t>
              </a:r>
              <a:r>
                <a:rPr lang="en-US" sz="700" dirty="0">
                  <a:latin typeface="Adobe Clean" panose="020B0503020404020204" pitchFamily="34" charset="0"/>
                </a:rPr>
                <a:t> for Performance Marketing</a:t>
              </a:r>
            </a:p>
          </p:txBody>
        </p:sp>
        <p:pic>
          <p:nvPicPr>
            <p:cNvPr id="5" name="Adobe Experience Cloud products icon" descr="Adobe Experience Cloud Products logo&#13;&#10;">
              <a:extLst>
                <a:ext uri="{FF2B5EF4-FFF2-40B4-BE49-F238E27FC236}">
                  <a16:creationId xmlns:a16="http://schemas.microsoft.com/office/drawing/2014/main" id="{93145D2D-D080-F8F4-27BE-63B692B6C72B}"/>
                </a:ext>
              </a:extLst>
            </p:cNvPr>
            <p:cNvPicPr>
              <a:picLocks noChangeAspect="1"/>
            </p:cNvPicPr>
            <p:nvPr/>
          </p:nvPicPr>
          <p:blipFill>
            <a:blip r:embed="rId95">
              <a:extLst>
                <a:ext uri="{96DAC541-7B7A-43D3-8B79-37D633B846F1}">
                  <asvg:svgBlip xmlns:asvg="http://schemas.microsoft.com/office/drawing/2016/SVG/main" r:embed="rId96"/>
                </a:ext>
              </a:extLst>
            </a:blip>
            <a:srcRect/>
            <a:stretch/>
          </p:blipFill>
          <p:spPr>
            <a:xfrm>
              <a:off x="10354537" y="1857921"/>
              <a:ext cx="457200" cy="444500"/>
            </a:xfrm>
            <a:prstGeom prst="rect">
              <a:avLst/>
            </a:prstGeom>
            <a:ln w="12700">
              <a:noFill/>
            </a:ln>
            <a:effectLst>
              <a:outerShdw blurRad="36062" sx="97209" sy="97209" algn="ctr" rotWithShape="0">
                <a:prstClr val="black">
                  <a:alpha val="40000"/>
                </a:prstClr>
              </a:outerShdw>
            </a:effectLst>
          </p:spPr>
        </p:pic>
      </p:grpSp>
    </p:spTree>
    <p:extLst>
      <p:ext uri="{BB962C8B-B14F-4D97-AF65-F5344CB8AC3E}">
        <p14:creationId xmlns:p14="http://schemas.microsoft.com/office/powerpoint/2010/main" val="1405160945"/>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2.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3C468D7-2A62-4899-BEF3-AA07431EA73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23718</TotalTime>
  <Words>5287</Words>
  <Application>Microsoft Macintosh PowerPoint</Application>
  <PresentationFormat>Widescreen</PresentationFormat>
  <Paragraphs>717</Paragraphs>
  <Slides>90</Slides>
  <Notes>53</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90</vt:i4>
      </vt:variant>
    </vt:vector>
  </HeadingPairs>
  <TitlesOfParts>
    <vt:vector size="102"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Generic Programming</vt:lpstr>
      <vt:lpstr>How can we write Better Code?</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 Placeholder – references to work in this area]</vt:lpstr>
      <vt:lpstr>Future of Software Development (2006 - restated)</vt:lpstr>
      <vt:lpstr>Future of Software Development</vt:lpstr>
      <vt:lpstr>Closer Slide</vt:lpstr>
      <vt:lpstr>Title and content</vt:lpstr>
      <vt:lpstr>Agenda</vt:lpstr>
      <vt:lpstr>Image on right 1/2 </vt:lpstr>
      <vt:lpstr>Image on right 1/3</vt:lpstr>
      <vt:lpstr>Title and content, 2 columns (text)</vt:lpstr>
      <vt:lpstr>Title and content, 3 columns (text)</vt:lpstr>
      <vt:lpstr>Title and content, 4 columns (text)</vt:lpstr>
      <vt:lpstr>Title and content, 5 columns (text)</vt:lpstr>
      <vt:lpstr>Title and content, 2 columns (text + images)</vt:lpstr>
      <vt:lpstr>Title and content, 3 columns (text + images)</vt:lpstr>
      <vt:lpstr>Title and content, 4 columns (text + images)</vt:lpstr>
      <vt:lpstr>Title and content, 5 columns (text + images)</vt:lpstr>
      <vt:lpstr>Title and content, 2 columns (image + title)</vt:lpstr>
      <vt:lpstr>Title and content, 3 columns (image + title)</vt:lpstr>
      <vt:lpstr>Title and content, 4 columns (image + title)</vt:lpstr>
      <vt:lpstr>Title and content, 5 columns (image + title) </vt:lpstr>
      <vt:lpstr>1 x 1 image only</vt:lpstr>
      <vt:lpstr>2 x 2 images only</vt:lpstr>
      <vt:lpstr>3 x 2 images only</vt:lpstr>
      <vt:lpstr>8 x 4 images only</vt:lpstr>
      <vt:lpstr>Full bleed image with red thread</vt:lpstr>
      <vt:lpstr>Dark icons for white backgrounds</vt:lpstr>
      <vt:lpstr>Light icons for dark backgrounds</vt:lpstr>
      <vt:lpstr>Adobe cloud and product icons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103</cp:revision>
  <dcterms:created xsi:type="dcterms:W3CDTF">2024-01-24T22:04:21Z</dcterms:created>
  <dcterms:modified xsi:type="dcterms:W3CDTF">2025-04-25T00:27:36Z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