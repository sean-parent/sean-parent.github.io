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47"/>
  </p:notesMasterIdLst>
  <p:sldIdLst>
    <p:sldId id="2147483551" r:id="rId5"/>
    <p:sldId id="263" r:id="rId6"/>
    <p:sldId id="10953" r:id="rId7"/>
    <p:sldId id="2147483572" r:id="rId8"/>
    <p:sldId id="2147483573" r:id="rId9"/>
    <p:sldId id="2147483574" r:id="rId10"/>
    <p:sldId id="2147483581" r:id="rId11"/>
    <p:sldId id="2147483436" r:id="rId12"/>
    <p:sldId id="2147483575" r:id="rId13"/>
    <p:sldId id="2147483576" r:id="rId14"/>
    <p:sldId id="2147483580" r:id="rId15"/>
    <p:sldId id="2147483577" r:id="rId16"/>
    <p:sldId id="265" r:id="rId17"/>
    <p:sldId id="2147483579" r:id="rId18"/>
    <p:sldId id="2147472774" r:id="rId19"/>
    <p:sldId id="2147483569" r:id="rId20"/>
    <p:sldId id="2147483570" r:id="rId21"/>
    <p:sldId id="2147483582" r:id="rId22"/>
    <p:sldId id="2147483578" r:id="rId23"/>
    <p:sldId id="2147483571" r:id="rId24"/>
    <p:sldId id="2147483308" r:id="rId25"/>
    <p:sldId id="2147472784" r:id="rId26"/>
    <p:sldId id="2147472802" r:id="rId27"/>
    <p:sldId id="2147483254" r:id="rId28"/>
    <p:sldId id="2147483317" r:id="rId29"/>
    <p:sldId id="2147483442" r:id="rId30"/>
    <p:sldId id="2147472823" r:id="rId31"/>
    <p:sldId id="2147483292" r:id="rId32"/>
    <p:sldId id="2147483296" r:id="rId33"/>
    <p:sldId id="2147483440" r:id="rId34"/>
    <p:sldId id="2147483298" r:id="rId35"/>
    <p:sldId id="2147483306" r:id="rId36"/>
    <p:sldId id="2147483438" r:id="rId37"/>
    <p:sldId id="2147483446" r:id="rId38"/>
    <p:sldId id="2147472754" r:id="rId39"/>
    <p:sldId id="2147472757" r:id="rId40"/>
    <p:sldId id="2147472760" r:id="rId41"/>
    <p:sldId id="2147483322" r:id="rId42"/>
    <p:sldId id="2147483256" r:id="rId43"/>
    <p:sldId id="2147483404" r:id="rId44"/>
    <p:sldId id="2147483533" r:id="rId45"/>
    <p:sldId id="2147483568"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723"/>
    <p:restoredTop sz="62468"/>
  </p:normalViewPr>
  <p:slideViewPr>
    <p:cSldViewPr snapToGrid="0" showGuides="1">
      <p:cViewPr varScale="1">
        <p:scale>
          <a:sx n="97" d="100"/>
          <a:sy n="97" d="100"/>
        </p:scale>
        <p:origin x="216" y="712"/>
      </p:cViewPr>
      <p:guideLst/>
    </p:cSldViewPr>
  </p:slid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7" d="100"/>
          <a:sy n="157" d="100"/>
        </p:scale>
        <p:origin x="5640"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Jon Bentley's solution is considerably longer and arguably incorrect.</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 usually using Claude-3.7-sonnet in Cursor.</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4/1/25</a:t>
            </a:fld>
            <a:endParaRPr lang="en-US"/>
          </a:p>
        </p:txBody>
      </p:sp>
    </p:spTree>
    <p:extLst>
      <p:ext uri="{BB962C8B-B14F-4D97-AF65-F5344CB8AC3E}">
        <p14:creationId xmlns:p14="http://schemas.microsoft.com/office/powerpoint/2010/main" val="88277790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4/1/25</a:t>
            </a:fld>
            <a:endParaRPr lang="en-US"/>
          </a:p>
        </p:txBody>
      </p:sp>
    </p:spTree>
    <p:extLst>
      <p:ext uri="{BB962C8B-B14F-4D97-AF65-F5344CB8AC3E}">
        <p14:creationId xmlns:p14="http://schemas.microsoft.com/office/powerpoint/2010/main" val="205672693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4/1/25</a:t>
            </a:fld>
            <a:endParaRPr lang="en-US"/>
          </a:p>
        </p:txBody>
      </p:sp>
    </p:spTree>
    <p:extLst>
      <p:ext uri="{BB962C8B-B14F-4D97-AF65-F5344CB8AC3E}">
        <p14:creationId xmlns:p14="http://schemas.microsoft.com/office/powerpoint/2010/main" val="26990211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4/1/25</a:t>
            </a:fld>
            <a:endParaRPr lang="en-US"/>
          </a:p>
        </p:txBody>
      </p:sp>
    </p:spTree>
    <p:extLst>
      <p:ext uri="{BB962C8B-B14F-4D97-AF65-F5344CB8AC3E}">
        <p14:creationId xmlns:p14="http://schemas.microsoft.com/office/powerpoint/2010/main" val="173687491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406060628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30121806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288227599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20901740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172843390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380921598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55423288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4/1/25</a:t>
            </a:fld>
            <a:endParaRPr lang="en-US"/>
          </a:p>
        </p:txBody>
      </p:sp>
    </p:spTree>
    <p:extLst>
      <p:ext uri="{BB962C8B-B14F-4D97-AF65-F5344CB8AC3E}">
        <p14:creationId xmlns:p14="http://schemas.microsoft.com/office/powerpoint/2010/main" val="2370051644"/>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4/1/25</a:t>
            </a:fld>
            <a:endParaRPr lang="en-US"/>
          </a:p>
        </p:txBody>
      </p:sp>
    </p:spTree>
    <p:extLst>
      <p:ext uri="{BB962C8B-B14F-4D97-AF65-F5344CB8AC3E}">
        <p14:creationId xmlns:p14="http://schemas.microsoft.com/office/powerpoint/2010/main" val="17961524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4/1/25</a:t>
            </a:fld>
            <a:endParaRPr lang="en-US"/>
          </a:p>
        </p:txBody>
      </p:sp>
    </p:spTree>
    <p:extLst>
      <p:ext uri="{BB962C8B-B14F-4D97-AF65-F5344CB8AC3E}">
        <p14:creationId xmlns:p14="http://schemas.microsoft.com/office/powerpoint/2010/main" val="18720057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4/1/25</a:t>
            </a:fld>
            <a:endParaRPr lang="en-US"/>
          </a:p>
        </p:txBody>
      </p:sp>
    </p:spTree>
    <p:extLst>
      <p:ext uri="{BB962C8B-B14F-4D97-AF65-F5344CB8AC3E}">
        <p14:creationId xmlns:p14="http://schemas.microsoft.com/office/powerpoint/2010/main" val="31725033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4/1/25</a:t>
            </a:fld>
            <a:endParaRPr lang="en-US"/>
          </a:p>
        </p:txBody>
      </p:sp>
    </p:spTree>
    <p:extLst>
      <p:ext uri="{BB962C8B-B14F-4D97-AF65-F5344CB8AC3E}">
        <p14:creationId xmlns:p14="http://schemas.microsoft.com/office/powerpoint/2010/main" val="14516352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4/1/25</a:t>
            </a:fld>
            <a:endParaRPr lang="en-US"/>
          </a:p>
        </p:txBody>
      </p:sp>
    </p:spTree>
    <p:extLst>
      <p:ext uri="{BB962C8B-B14F-4D97-AF65-F5344CB8AC3E}">
        <p14:creationId xmlns:p14="http://schemas.microsoft.com/office/powerpoint/2010/main" val="2957798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4/1/25</a:t>
            </a:fld>
            <a:endParaRPr lang="en-US"/>
          </a:p>
        </p:txBody>
      </p:sp>
    </p:spTree>
    <p:extLst>
      <p:ext uri="{BB962C8B-B14F-4D97-AF65-F5344CB8AC3E}">
        <p14:creationId xmlns:p14="http://schemas.microsoft.com/office/powerpoint/2010/main" val="28836733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4/1/25</a:t>
            </a:fld>
            <a:endParaRPr lang="en-US"/>
          </a:p>
        </p:txBody>
      </p:sp>
    </p:spTree>
    <p:extLst>
      <p:ext uri="{BB962C8B-B14F-4D97-AF65-F5344CB8AC3E}">
        <p14:creationId xmlns:p14="http://schemas.microsoft.com/office/powerpoint/2010/main" val="20616452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4/1/25</a:t>
            </a:fld>
            <a:endParaRPr lang="en-US"/>
          </a:p>
        </p:txBody>
      </p:sp>
    </p:spTree>
    <p:extLst>
      <p:ext uri="{BB962C8B-B14F-4D97-AF65-F5344CB8AC3E}">
        <p14:creationId xmlns:p14="http://schemas.microsoft.com/office/powerpoint/2010/main" val="71292245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4/1/25</a:t>
            </a:fld>
            <a:endParaRPr lang="en-US"/>
          </a:p>
        </p:txBody>
      </p:sp>
    </p:spTree>
    <p:extLst>
      <p:ext uri="{BB962C8B-B14F-4D97-AF65-F5344CB8AC3E}">
        <p14:creationId xmlns:p14="http://schemas.microsoft.com/office/powerpoint/2010/main" val="22477035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792CD-4DAB-B5A4-4603-43CD97AC6925}"/>
              </a:ext>
            </a:extLst>
          </p:cNvPr>
          <p:cNvSpPr>
            <a:spLocks noGrp="1"/>
          </p:cNvSpPr>
          <p:nvPr>
            <p:ph type="title"/>
          </p:nvPr>
        </p:nvSpPr>
        <p:spPr>
          <a:xfrm>
            <a:off x="609600" y="-1371600"/>
            <a:ext cx="10972800" cy="946389"/>
          </a:xfrm>
        </p:spPr>
        <p:txBody>
          <a:bodyPr/>
          <a:lstStyle/>
          <a:p>
            <a:r>
              <a:rPr lang="en-US"/>
              <a:t>Click to edit Master title style</a:t>
            </a:r>
          </a:p>
        </p:txBody>
      </p:sp>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4/1/25</a:t>
            </a:fld>
            <a:endParaRPr lang="en-US"/>
          </a:p>
        </p:txBody>
      </p:sp>
    </p:spTree>
    <p:extLst>
      <p:ext uri="{BB962C8B-B14F-4D97-AF65-F5344CB8AC3E}">
        <p14:creationId xmlns:p14="http://schemas.microsoft.com/office/powerpoint/2010/main" val="351738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4/1/25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9.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117" Type="http://schemas.openxmlformats.org/officeDocument/2006/relationships/image" Target="../media/image123.svg"/><Relationship Id="rId21" Type="http://schemas.openxmlformats.org/officeDocument/2006/relationships/image" Target="../media/image27.svg"/><Relationship Id="rId42" Type="http://schemas.openxmlformats.org/officeDocument/2006/relationships/image" Target="../media/image48.png"/><Relationship Id="rId63" Type="http://schemas.openxmlformats.org/officeDocument/2006/relationships/image" Target="../media/image69.svg"/><Relationship Id="rId84" Type="http://schemas.openxmlformats.org/officeDocument/2006/relationships/image" Target="../media/image90.png"/><Relationship Id="rId138" Type="http://schemas.openxmlformats.org/officeDocument/2006/relationships/image" Target="../media/image144.png"/><Relationship Id="rId159" Type="http://schemas.openxmlformats.org/officeDocument/2006/relationships/image" Target="../media/image165.svg"/><Relationship Id="rId170" Type="http://schemas.openxmlformats.org/officeDocument/2006/relationships/image" Target="../media/image176.png"/><Relationship Id="rId191" Type="http://schemas.openxmlformats.org/officeDocument/2006/relationships/image" Target="../media/image197.svg"/><Relationship Id="rId205" Type="http://schemas.openxmlformats.org/officeDocument/2006/relationships/image" Target="../media/image211.svg"/><Relationship Id="rId226" Type="http://schemas.openxmlformats.org/officeDocument/2006/relationships/image" Target="../media/image232.png"/><Relationship Id="rId247" Type="http://schemas.openxmlformats.org/officeDocument/2006/relationships/image" Target="../media/image253.svg"/><Relationship Id="rId107" Type="http://schemas.openxmlformats.org/officeDocument/2006/relationships/image" Target="../media/image113.svg"/><Relationship Id="rId11" Type="http://schemas.openxmlformats.org/officeDocument/2006/relationships/image" Target="../media/image17.svg"/><Relationship Id="rId32" Type="http://schemas.openxmlformats.org/officeDocument/2006/relationships/image" Target="../media/image38.png"/><Relationship Id="rId53" Type="http://schemas.openxmlformats.org/officeDocument/2006/relationships/image" Target="../media/image59.svg"/><Relationship Id="rId74" Type="http://schemas.openxmlformats.org/officeDocument/2006/relationships/image" Target="../media/image80.png"/><Relationship Id="rId128" Type="http://schemas.openxmlformats.org/officeDocument/2006/relationships/image" Target="../media/image134.png"/><Relationship Id="rId149" Type="http://schemas.openxmlformats.org/officeDocument/2006/relationships/image" Target="../media/image155.svg"/><Relationship Id="rId5" Type="http://schemas.openxmlformats.org/officeDocument/2006/relationships/image" Target="../media/image11.svg"/><Relationship Id="rId95" Type="http://schemas.openxmlformats.org/officeDocument/2006/relationships/image" Target="../media/image101.svg"/><Relationship Id="rId160" Type="http://schemas.openxmlformats.org/officeDocument/2006/relationships/image" Target="../media/image166.png"/><Relationship Id="rId181" Type="http://schemas.openxmlformats.org/officeDocument/2006/relationships/image" Target="../media/image187.svg"/><Relationship Id="rId216" Type="http://schemas.openxmlformats.org/officeDocument/2006/relationships/image" Target="../media/image222.png"/><Relationship Id="rId237" Type="http://schemas.openxmlformats.org/officeDocument/2006/relationships/image" Target="../media/image243.svg"/><Relationship Id="rId258" Type="http://schemas.openxmlformats.org/officeDocument/2006/relationships/image" Target="../media/image264.png"/><Relationship Id="rId22" Type="http://schemas.openxmlformats.org/officeDocument/2006/relationships/image" Target="../media/image28.png"/><Relationship Id="rId43" Type="http://schemas.openxmlformats.org/officeDocument/2006/relationships/image" Target="../media/image49.svg"/><Relationship Id="rId64" Type="http://schemas.openxmlformats.org/officeDocument/2006/relationships/image" Target="../media/image70.png"/><Relationship Id="rId118" Type="http://schemas.openxmlformats.org/officeDocument/2006/relationships/image" Target="../media/image124.png"/><Relationship Id="rId139" Type="http://schemas.openxmlformats.org/officeDocument/2006/relationships/image" Target="../media/image145.svg"/><Relationship Id="rId85" Type="http://schemas.openxmlformats.org/officeDocument/2006/relationships/image" Target="../media/image91.svg"/><Relationship Id="rId150" Type="http://schemas.openxmlformats.org/officeDocument/2006/relationships/image" Target="../media/image156.png"/><Relationship Id="rId171" Type="http://schemas.openxmlformats.org/officeDocument/2006/relationships/image" Target="../media/image177.svg"/><Relationship Id="rId192" Type="http://schemas.openxmlformats.org/officeDocument/2006/relationships/image" Target="../media/image198.png"/><Relationship Id="rId206" Type="http://schemas.openxmlformats.org/officeDocument/2006/relationships/image" Target="../media/image212.png"/><Relationship Id="rId227" Type="http://schemas.openxmlformats.org/officeDocument/2006/relationships/image" Target="../media/image233.svg"/><Relationship Id="rId248" Type="http://schemas.openxmlformats.org/officeDocument/2006/relationships/image" Target="../media/image254.png"/><Relationship Id="rId12" Type="http://schemas.openxmlformats.org/officeDocument/2006/relationships/image" Target="../media/image18.png"/><Relationship Id="rId33" Type="http://schemas.openxmlformats.org/officeDocument/2006/relationships/image" Target="../media/image39.svg"/><Relationship Id="rId108" Type="http://schemas.openxmlformats.org/officeDocument/2006/relationships/image" Target="../media/image114.png"/><Relationship Id="rId129" Type="http://schemas.openxmlformats.org/officeDocument/2006/relationships/image" Target="../media/image135.svg"/><Relationship Id="rId54" Type="http://schemas.openxmlformats.org/officeDocument/2006/relationships/image" Target="../media/image60.png"/><Relationship Id="rId75" Type="http://schemas.openxmlformats.org/officeDocument/2006/relationships/image" Target="../media/image81.svg"/><Relationship Id="rId96" Type="http://schemas.openxmlformats.org/officeDocument/2006/relationships/image" Target="../media/image102.png"/><Relationship Id="rId140" Type="http://schemas.openxmlformats.org/officeDocument/2006/relationships/image" Target="../media/image146.png"/><Relationship Id="rId161" Type="http://schemas.openxmlformats.org/officeDocument/2006/relationships/image" Target="../media/image167.svg"/><Relationship Id="rId182" Type="http://schemas.openxmlformats.org/officeDocument/2006/relationships/image" Target="../media/image188.png"/><Relationship Id="rId217" Type="http://schemas.openxmlformats.org/officeDocument/2006/relationships/image" Target="../media/image223.svg"/><Relationship Id="rId6" Type="http://schemas.openxmlformats.org/officeDocument/2006/relationships/image" Target="../media/image12.png"/><Relationship Id="rId238" Type="http://schemas.openxmlformats.org/officeDocument/2006/relationships/image" Target="../media/image244.png"/><Relationship Id="rId259" Type="http://schemas.openxmlformats.org/officeDocument/2006/relationships/image" Target="../media/image265.svg"/><Relationship Id="rId23" Type="http://schemas.openxmlformats.org/officeDocument/2006/relationships/image" Target="../media/image29.svg"/><Relationship Id="rId119" Type="http://schemas.openxmlformats.org/officeDocument/2006/relationships/image" Target="../media/image125.svg"/><Relationship Id="rId44" Type="http://schemas.openxmlformats.org/officeDocument/2006/relationships/image" Target="../media/image50.png"/><Relationship Id="rId65" Type="http://schemas.openxmlformats.org/officeDocument/2006/relationships/image" Target="../media/image71.svg"/><Relationship Id="rId86" Type="http://schemas.openxmlformats.org/officeDocument/2006/relationships/image" Target="../media/image92.png"/><Relationship Id="rId130" Type="http://schemas.openxmlformats.org/officeDocument/2006/relationships/image" Target="../media/image136.png"/><Relationship Id="rId151" Type="http://schemas.openxmlformats.org/officeDocument/2006/relationships/image" Target="../media/image157.svg"/><Relationship Id="rId172" Type="http://schemas.openxmlformats.org/officeDocument/2006/relationships/image" Target="../media/image178.png"/><Relationship Id="rId193" Type="http://schemas.openxmlformats.org/officeDocument/2006/relationships/image" Target="../media/image199.svg"/><Relationship Id="rId207" Type="http://schemas.openxmlformats.org/officeDocument/2006/relationships/image" Target="../media/image213.svg"/><Relationship Id="rId228" Type="http://schemas.openxmlformats.org/officeDocument/2006/relationships/image" Target="../media/image234.png"/><Relationship Id="rId249" Type="http://schemas.openxmlformats.org/officeDocument/2006/relationships/image" Target="../media/image255.svg"/><Relationship Id="rId13" Type="http://schemas.openxmlformats.org/officeDocument/2006/relationships/image" Target="../media/image19.svg"/><Relationship Id="rId109" Type="http://schemas.openxmlformats.org/officeDocument/2006/relationships/image" Target="../media/image115.svg"/><Relationship Id="rId34" Type="http://schemas.openxmlformats.org/officeDocument/2006/relationships/image" Target="../media/image40.png"/><Relationship Id="rId55" Type="http://schemas.openxmlformats.org/officeDocument/2006/relationships/image" Target="../media/image61.svg"/><Relationship Id="rId76" Type="http://schemas.openxmlformats.org/officeDocument/2006/relationships/image" Target="../media/image82.png"/><Relationship Id="rId97" Type="http://schemas.openxmlformats.org/officeDocument/2006/relationships/image" Target="../media/image103.svg"/><Relationship Id="rId120" Type="http://schemas.openxmlformats.org/officeDocument/2006/relationships/image" Target="../media/image126.png"/><Relationship Id="rId141" Type="http://schemas.openxmlformats.org/officeDocument/2006/relationships/image" Target="../media/image147.svg"/><Relationship Id="rId7" Type="http://schemas.openxmlformats.org/officeDocument/2006/relationships/image" Target="../media/image13.svg"/><Relationship Id="rId162" Type="http://schemas.openxmlformats.org/officeDocument/2006/relationships/image" Target="../media/image168.png"/><Relationship Id="rId183" Type="http://schemas.openxmlformats.org/officeDocument/2006/relationships/image" Target="../media/image189.svg"/><Relationship Id="rId218" Type="http://schemas.openxmlformats.org/officeDocument/2006/relationships/image" Target="../media/image224.png"/><Relationship Id="rId239" Type="http://schemas.openxmlformats.org/officeDocument/2006/relationships/image" Target="../media/image245.svg"/><Relationship Id="rId250" Type="http://schemas.openxmlformats.org/officeDocument/2006/relationships/image" Target="../media/image256.png"/><Relationship Id="rId24" Type="http://schemas.openxmlformats.org/officeDocument/2006/relationships/image" Target="../media/image30.png"/><Relationship Id="rId45" Type="http://schemas.openxmlformats.org/officeDocument/2006/relationships/image" Target="../media/image51.svg"/><Relationship Id="rId66" Type="http://schemas.openxmlformats.org/officeDocument/2006/relationships/image" Target="../media/image72.png"/><Relationship Id="rId87" Type="http://schemas.openxmlformats.org/officeDocument/2006/relationships/image" Target="../media/image93.svg"/><Relationship Id="rId110" Type="http://schemas.openxmlformats.org/officeDocument/2006/relationships/image" Target="../media/image116.png"/><Relationship Id="rId131" Type="http://schemas.openxmlformats.org/officeDocument/2006/relationships/image" Target="../media/image137.svg"/><Relationship Id="rId152" Type="http://schemas.openxmlformats.org/officeDocument/2006/relationships/image" Target="../media/image158.png"/><Relationship Id="rId173" Type="http://schemas.openxmlformats.org/officeDocument/2006/relationships/image" Target="../media/image179.svg"/><Relationship Id="rId194" Type="http://schemas.openxmlformats.org/officeDocument/2006/relationships/image" Target="../media/image200.png"/><Relationship Id="rId208" Type="http://schemas.openxmlformats.org/officeDocument/2006/relationships/image" Target="../media/image214.png"/><Relationship Id="rId229" Type="http://schemas.openxmlformats.org/officeDocument/2006/relationships/image" Target="../media/image235.svg"/><Relationship Id="rId240" Type="http://schemas.openxmlformats.org/officeDocument/2006/relationships/image" Target="../media/image246.png"/><Relationship Id="rId14" Type="http://schemas.openxmlformats.org/officeDocument/2006/relationships/image" Target="../media/image20.png"/><Relationship Id="rId35" Type="http://schemas.openxmlformats.org/officeDocument/2006/relationships/image" Target="../media/image41.svg"/><Relationship Id="rId56" Type="http://schemas.openxmlformats.org/officeDocument/2006/relationships/image" Target="../media/image62.png"/><Relationship Id="rId77" Type="http://schemas.openxmlformats.org/officeDocument/2006/relationships/image" Target="../media/image83.svg"/><Relationship Id="rId100" Type="http://schemas.openxmlformats.org/officeDocument/2006/relationships/image" Target="../media/image106.png"/><Relationship Id="rId8" Type="http://schemas.openxmlformats.org/officeDocument/2006/relationships/image" Target="../media/image14.png"/><Relationship Id="rId98" Type="http://schemas.openxmlformats.org/officeDocument/2006/relationships/image" Target="../media/image104.png"/><Relationship Id="rId121" Type="http://schemas.openxmlformats.org/officeDocument/2006/relationships/image" Target="../media/image127.svg"/><Relationship Id="rId142" Type="http://schemas.openxmlformats.org/officeDocument/2006/relationships/image" Target="../media/image148.png"/><Relationship Id="rId163" Type="http://schemas.openxmlformats.org/officeDocument/2006/relationships/image" Target="../media/image169.svg"/><Relationship Id="rId184" Type="http://schemas.openxmlformats.org/officeDocument/2006/relationships/image" Target="../media/image190.png"/><Relationship Id="rId219" Type="http://schemas.openxmlformats.org/officeDocument/2006/relationships/image" Target="../media/image225.svg"/><Relationship Id="rId230" Type="http://schemas.openxmlformats.org/officeDocument/2006/relationships/image" Target="../media/image236.png"/><Relationship Id="rId251" Type="http://schemas.openxmlformats.org/officeDocument/2006/relationships/image" Target="../media/image257.svg"/><Relationship Id="rId25" Type="http://schemas.openxmlformats.org/officeDocument/2006/relationships/image" Target="../media/image31.svg"/><Relationship Id="rId46" Type="http://schemas.openxmlformats.org/officeDocument/2006/relationships/image" Target="../media/image52.png"/><Relationship Id="rId67" Type="http://schemas.openxmlformats.org/officeDocument/2006/relationships/image" Target="../media/image73.svg"/><Relationship Id="rId88" Type="http://schemas.openxmlformats.org/officeDocument/2006/relationships/image" Target="../media/image94.png"/><Relationship Id="rId111" Type="http://schemas.openxmlformats.org/officeDocument/2006/relationships/image" Target="../media/image117.svg"/><Relationship Id="rId132" Type="http://schemas.openxmlformats.org/officeDocument/2006/relationships/image" Target="../media/image138.png"/><Relationship Id="rId153" Type="http://schemas.openxmlformats.org/officeDocument/2006/relationships/image" Target="../media/image159.svg"/><Relationship Id="rId174" Type="http://schemas.openxmlformats.org/officeDocument/2006/relationships/image" Target="../media/image180.png"/><Relationship Id="rId195" Type="http://schemas.openxmlformats.org/officeDocument/2006/relationships/image" Target="../media/image201.svg"/><Relationship Id="rId209" Type="http://schemas.openxmlformats.org/officeDocument/2006/relationships/image" Target="../media/image215.svg"/><Relationship Id="rId220" Type="http://schemas.openxmlformats.org/officeDocument/2006/relationships/image" Target="../media/image226.png"/><Relationship Id="rId241" Type="http://schemas.openxmlformats.org/officeDocument/2006/relationships/image" Target="../media/image247.svg"/><Relationship Id="rId15" Type="http://schemas.openxmlformats.org/officeDocument/2006/relationships/image" Target="../media/image21.svg"/><Relationship Id="rId36" Type="http://schemas.openxmlformats.org/officeDocument/2006/relationships/image" Target="../media/image42.png"/><Relationship Id="rId57" Type="http://schemas.openxmlformats.org/officeDocument/2006/relationships/image" Target="../media/image63.svg"/><Relationship Id="rId78" Type="http://schemas.openxmlformats.org/officeDocument/2006/relationships/image" Target="../media/image84.png"/><Relationship Id="rId99" Type="http://schemas.openxmlformats.org/officeDocument/2006/relationships/image" Target="../media/image105.svg"/><Relationship Id="rId101" Type="http://schemas.openxmlformats.org/officeDocument/2006/relationships/image" Target="../media/image107.svg"/><Relationship Id="rId122" Type="http://schemas.openxmlformats.org/officeDocument/2006/relationships/image" Target="../media/image128.png"/><Relationship Id="rId143" Type="http://schemas.openxmlformats.org/officeDocument/2006/relationships/image" Target="../media/image149.svg"/><Relationship Id="rId164" Type="http://schemas.openxmlformats.org/officeDocument/2006/relationships/image" Target="../media/image170.png"/><Relationship Id="rId185" Type="http://schemas.openxmlformats.org/officeDocument/2006/relationships/image" Target="../media/image191.svg"/><Relationship Id="rId9" Type="http://schemas.openxmlformats.org/officeDocument/2006/relationships/image" Target="../media/image15.svg"/><Relationship Id="rId210" Type="http://schemas.openxmlformats.org/officeDocument/2006/relationships/image" Target="../media/image216.png"/><Relationship Id="rId26" Type="http://schemas.openxmlformats.org/officeDocument/2006/relationships/image" Target="../media/image32.png"/><Relationship Id="rId231" Type="http://schemas.openxmlformats.org/officeDocument/2006/relationships/image" Target="../media/image237.svg"/><Relationship Id="rId252" Type="http://schemas.openxmlformats.org/officeDocument/2006/relationships/image" Target="../media/image258.png"/><Relationship Id="rId47" Type="http://schemas.openxmlformats.org/officeDocument/2006/relationships/image" Target="../media/image53.svg"/><Relationship Id="rId68" Type="http://schemas.openxmlformats.org/officeDocument/2006/relationships/image" Target="../media/image74.png"/><Relationship Id="rId89" Type="http://schemas.openxmlformats.org/officeDocument/2006/relationships/image" Target="../media/image95.svg"/><Relationship Id="rId112" Type="http://schemas.openxmlformats.org/officeDocument/2006/relationships/image" Target="../media/image118.png"/><Relationship Id="rId133" Type="http://schemas.openxmlformats.org/officeDocument/2006/relationships/image" Target="../media/image139.svg"/><Relationship Id="rId154" Type="http://schemas.openxmlformats.org/officeDocument/2006/relationships/image" Target="../media/image160.png"/><Relationship Id="rId175" Type="http://schemas.openxmlformats.org/officeDocument/2006/relationships/image" Target="../media/image181.svg"/><Relationship Id="rId196" Type="http://schemas.openxmlformats.org/officeDocument/2006/relationships/image" Target="../media/image202.png"/><Relationship Id="rId200" Type="http://schemas.openxmlformats.org/officeDocument/2006/relationships/image" Target="../media/image206.png"/><Relationship Id="rId16" Type="http://schemas.openxmlformats.org/officeDocument/2006/relationships/image" Target="../media/image22.png"/><Relationship Id="rId221" Type="http://schemas.openxmlformats.org/officeDocument/2006/relationships/image" Target="../media/image227.svg"/><Relationship Id="rId242" Type="http://schemas.openxmlformats.org/officeDocument/2006/relationships/image" Target="../media/image248.png"/><Relationship Id="rId37" Type="http://schemas.openxmlformats.org/officeDocument/2006/relationships/image" Target="../media/image43.svg"/><Relationship Id="rId58" Type="http://schemas.openxmlformats.org/officeDocument/2006/relationships/image" Target="../media/image64.png"/><Relationship Id="rId79" Type="http://schemas.openxmlformats.org/officeDocument/2006/relationships/image" Target="../media/image85.svg"/><Relationship Id="rId102" Type="http://schemas.openxmlformats.org/officeDocument/2006/relationships/image" Target="../media/image108.png"/><Relationship Id="rId123" Type="http://schemas.openxmlformats.org/officeDocument/2006/relationships/image" Target="../media/image129.svg"/><Relationship Id="rId144" Type="http://schemas.openxmlformats.org/officeDocument/2006/relationships/image" Target="../media/image150.png"/><Relationship Id="rId90" Type="http://schemas.openxmlformats.org/officeDocument/2006/relationships/image" Target="../media/image96.png"/><Relationship Id="rId165" Type="http://schemas.openxmlformats.org/officeDocument/2006/relationships/image" Target="../media/image171.svg"/><Relationship Id="rId186" Type="http://schemas.openxmlformats.org/officeDocument/2006/relationships/image" Target="../media/image192.png"/><Relationship Id="rId211" Type="http://schemas.openxmlformats.org/officeDocument/2006/relationships/image" Target="../media/image217.svg"/><Relationship Id="rId232" Type="http://schemas.openxmlformats.org/officeDocument/2006/relationships/image" Target="../media/image238.png"/><Relationship Id="rId253" Type="http://schemas.openxmlformats.org/officeDocument/2006/relationships/image" Target="../media/image259.svg"/><Relationship Id="rId27" Type="http://schemas.openxmlformats.org/officeDocument/2006/relationships/image" Target="../media/image33.svg"/><Relationship Id="rId48" Type="http://schemas.openxmlformats.org/officeDocument/2006/relationships/image" Target="../media/image54.png"/><Relationship Id="rId69" Type="http://schemas.openxmlformats.org/officeDocument/2006/relationships/image" Target="../media/image75.svg"/><Relationship Id="rId113" Type="http://schemas.openxmlformats.org/officeDocument/2006/relationships/image" Target="../media/image119.svg"/><Relationship Id="rId134" Type="http://schemas.openxmlformats.org/officeDocument/2006/relationships/image" Target="../media/image140.png"/><Relationship Id="rId80" Type="http://schemas.openxmlformats.org/officeDocument/2006/relationships/image" Target="../media/image86.png"/><Relationship Id="rId155" Type="http://schemas.openxmlformats.org/officeDocument/2006/relationships/image" Target="../media/image161.svg"/><Relationship Id="rId176" Type="http://schemas.openxmlformats.org/officeDocument/2006/relationships/image" Target="../media/image182.png"/><Relationship Id="rId197" Type="http://schemas.openxmlformats.org/officeDocument/2006/relationships/image" Target="../media/image203.svg"/><Relationship Id="rId201" Type="http://schemas.openxmlformats.org/officeDocument/2006/relationships/image" Target="../media/image207.svg"/><Relationship Id="rId222" Type="http://schemas.openxmlformats.org/officeDocument/2006/relationships/image" Target="../media/image228.png"/><Relationship Id="rId243" Type="http://schemas.openxmlformats.org/officeDocument/2006/relationships/image" Target="../media/image249.svg"/><Relationship Id="rId17" Type="http://schemas.openxmlformats.org/officeDocument/2006/relationships/image" Target="../media/image23.svg"/><Relationship Id="rId38" Type="http://schemas.openxmlformats.org/officeDocument/2006/relationships/image" Target="../media/image44.png"/><Relationship Id="rId59" Type="http://schemas.openxmlformats.org/officeDocument/2006/relationships/image" Target="../media/image65.svg"/><Relationship Id="rId103" Type="http://schemas.openxmlformats.org/officeDocument/2006/relationships/image" Target="../media/image109.svg"/><Relationship Id="rId124" Type="http://schemas.openxmlformats.org/officeDocument/2006/relationships/image" Target="../media/image130.png"/><Relationship Id="rId70" Type="http://schemas.openxmlformats.org/officeDocument/2006/relationships/image" Target="../media/image76.png"/><Relationship Id="rId91" Type="http://schemas.openxmlformats.org/officeDocument/2006/relationships/image" Target="../media/image97.svg"/><Relationship Id="rId145" Type="http://schemas.openxmlformats.org/officeDocument/2006/relationships/image" Target="../media/image151.svg"/><Relationship Id="rId166" Type="http://schemas.openxmlformats.org/officeDocument/2006/relationships/image" Target="../media/image172.png"/><Relationship Id="rId187" Type="http://schemas.openxmlformats.org/officeDocument/2006/relationships/image" Target="../media/image193.svg"/><Relationship Id="rId1" Type="http://schemas.openxmlformats.org/officeDocument/2006/relationships/slideLayout" Target="../slideLayouts/slideLayout3.xml"/><Relationship Id="rId212" Type="http://schemas.openxmlformats.org/officeDocument/2006/relationships/image" Target="../media/image218.png"/><Relationship Id="rId233" Type="http://schemas.openxmlformats.org/officeDocument/2006/relationships/image" Target="../media/image239.svg"/><Relationship Id="rId254" Type="http://schemas.openxmlformats.org/officeDocument/2006/relationships/image" Target="../media/image260.png"/><Relationship Id="rId28" Type="http://schemas.openxmlformats.org/officeDocument/2006/relationships/image" Target="../media/image34.png"/><Relationship Id="rId49" Type="http://schemas.openxmlformats.org/officeDocument/2006/relationships/image" Target="../media/image55.svg"/><Relationship Id="rId114" Type="http://schemas.openxmlformats.org/officeDocument/2006/relationships/image" Target="../media/image120.png"/><Relationship Id="rId60" Type="http://schemas.openxmlformats.org/officeDocument/2006/relationships/image" Target="../media/image66.png"/><Relationship Id="rId81" Type="http://schemas.openxmlformats.org/officeDocument/2006/relationships/image" Target="../media/image87.svg"/><Relationship Id="rId135" Type="http://schemas.openxmlformats.org/officeDocument/2006/relationships/image" Target="../media/image141.svg"/><Relationship Id="rId156" Type="http://schemas.openxmlformats.org/officeDocument/2006/relationships/image" Target="../media/image162.png"/><Relationship Id="rId177" Type="http://schemas.openxmlformats.org/officeDocument/2006/relationships/image" Target="../media/image183.svg"/><Relationship Id="rId198" Type="http://schemas.openxmlformats.org/officeDocument/2006/relationships/image" Target="../media/image204.png"/><Relationship Id="rId202" Type="http://schemas.openxmlformats.org/officeDocument/2006/relationships/image" Target="../media/image208.png"/><Relationship Id="rId223" Type="http://schemas.openxmlformats.org/officeDocument/2006/relationships/image" Target="../media/image229.svg"/><Relationship Id="rId244" Type="http://schemas.openxmlformats.org/officeDocument/2006/relationships/image" Target="../media/image250.png"/><Relationship Id="rId18" Type="http://schemas.openxmlformats.org/officeDocument/2006/relationships/image" Target="../media/image24.png"/><Relationship Id="rId39" Type="http://schemas.openxmlformats.org/officeDocument/2006/relationships/image" Target="../media/image45.svg"/><Relationship Id="rId50" Type="http://schemas.openxmlformats.org/officeDocument/2006/relationships/image" Target="../media/image56.png"/><Relationship Id="rId104" Type="http://schemas.openxmlformats.org/officeDocument/2006/relationships/image" Target="../media/image110.png"/><Relationship Id="rId125" Type="http://schemas.openxmlformats.org/officeDocument/2006/relationships/image" Target="../media/image131.svg"/><Relationship Id="rId146" Type="http://schemas.openxmlformats.org/officeDocument/2006/relationships/image" Target="../media/image152.png"/><Relationship Id="rId167" Type="http://schemas.openxmlformats.org/officeDocument/2006/relationships/image" Target="../media/image173.svg"/><Relationship Id="rId188" Type="http://schemas.openxmlformats.org/officeDocument/2006/relationships/image" Target="../media/image194.png"/><Relationship Id="rId71" Type="http://schemas.openxmlformats.org/officeDocument/2006/relationships/image" Target="../media/image77.svg"/><Relationship Id="rId92" Type="http://schemas.openxmlformats.org/officeDocument/2006/relationships/image" Target="../media/image98.png"/><Relationship Id="rId213" Type="http://schemas.openxmlformats.org/officeDocument/2006/relationships/image" Target="../media/image219.svg"/><Relationship Id="rId234" Type="http://schemas.openxmlformats.org/officeDocument/2006/relationships/image" Target="../media/image240.png"/><Relationship Id="rId2" Type="http://schemas.openxmlformats.org/officeDocument/2006/relationships/image" Target="../media/image8.png"/><Relationship Id="rId29" Type="http://schemas.openxmlformats.org/officeDocument/2006/relationships/image" Target="../media/image35.svg"/><Relationship Id="rId255" Type="http://schemas.openxmlformats.org/officeDocument/2006/relationships/image" Target="../media/image261.svg"/><Relationship Id="rId40" Type="http://schemas.openxmlformats.org/officeDocument/2006/relationships/image" Target="../media/image46.png"/><Relationship Id="rId115" Type="http://schemas.openxmlformats.org/officeDocument/2006/relationships/image" Target="../media/image121.svg"/><Relationship Id="rId136" Type="http://schemas.openxmlformats.org/officeDocument/2006/relationships/image" Target="../media/image142.png"/><Relationship Id="rId157" Type="http://schemas.openxmlformats.org/officeDocument/2006/relationships/image" Target="../media/image163.svg"/><Relationship Id="rId178" Type="http://schemas.openxmlformats.org/officeDocument/2006/relationships/image" Target="../media/image184.png"/><Relationship Id="rId61" Type="http://schemas.openxmlformats.org/officeDocument/2006/relationships/image" Target="../media/image67.svg"/><Relationship Id="rId82" Type="http://schemas.openxmlformats.org/officeDocument/2006/relationships/image" Target="../media/image88.png"/><Relationship Id="rId199" Type="http://schemas.openxmlformats.org/officeDocument/2006/relationships/image" Target="../media/image205.svg"/><Relationship Id="rId203" Type="http://schemas.openxmlformats.org/officeDocument/2006/relationships/image" Target="../media/image209.svg"/><Relationship Id="rId19" Type="http://schemas.openxmlformats.org/officeDocument/2006/relationships/image" Target="../media/image25.svg"/><Relationship Id="rId224" Type="http://schemas.openxmlformats.org/officeDocument/2006/relationships/image" Target="../media/image230.png"/><Relationship Id="rId245" Type="http://schemas.openxmlformats.org/officeDocument/2006/relationships/image" Target="../media/image251.svg"/><Relationship Id="rId30" Type="http://schemas.openxmlformats.org/officeDocument/2006/relationships/image" Target="../media/image36.png"/><Relationship Id="rId105" Type="http://schemas.openxmlformats.org/officeDocument/2006/relationships/image" Target="../media/image111.svg"/><Relationship Id="rId126" Type="http://schemas.openxmlformats.org/officeDocument/2006/relationships/image" Target="../media/image132.png"/><Relationship Id="rId147" Type="http://schemas.openxmlformats.org/officeDocument/2006/relationships/image" Target="../media/image153.svg"/><Relationship Id="rId168" Type="http://schemas.openxmlformats.org/officeDocument/2006/relationships/image" Target="../media/image174.png"/><Relationship Id="rId51" Type="http://schemas.openxmlformats.org/officeDocument/2006/relationships/image" Target="../media/image57.svg"/><Relationship Id="rId72" Type="http://schemas.openxmlformats.org/officeDocument/2006/relationships/image" Target="../media/image78.png"/><Relationship Id="rId93" Type="http://schemas.openxmlformats.org/officeDocument/2006/relationships/image" Target="../media/image99.svg"/><Relationship Id="rId189" Type="http://schemas.openxmlformats.org/officeDocument/2006/relationships/image" Target="../media/image195.svg"/><Relationship Id="rId3" Type="http://schemas.openxmlformats.org/officeDocument/2006/relationships/image" Target="../media/image9.svg"/><Relationship Id="rId214" Type="http://schemas.openxmlformats.org/officeDocument/2006/relationships/image" Target="../media/image220.png"/><Relationship Id="rId235" Type="http://schemas.openxmlformats.org/officeDocument/2006/relationships/image" Target="../media/image241.svg"/><Relationship Id="rId256" Type="http://schemas.openxmlformats.org/officeDocument/2006/relationships/image" Target="../media/image262.png"/><Relationship Id="rId116" Type="http://schemas.openxmlformats.org/officeDocument/2006/relationships/image" Target="../media/image122.png"/><Relationship Id="rId137" Type="http://schemas.openxmlformats.org/officeDocument/2006/relationships/image" Target="../media/image143.svg"/><Relationship Id="rId158" Type="http://schemas.openxmlformats.org/officeDocument/2006/relationships/image" Target="../media/image164.png"/><Relationship Id="rId20" Type="http://schemas.openxmlformats.org/officeDocument/2006/relationships/image" Target="../media/image26.png"/><Relationship Id="rId41" Type="http://schemas.openxmlformats.org/officeDocument/2006/relationships/image" Target="../media/image47.svg"/><Relationship Id="rId62" Type="http://schemas.openxmlformats.org/officeDocument/2006/relationships/image" Target="../media/image68.png"/><Relationship Id="rId83" Type="http://schemas.openxmlformats.org/officeDocument/2006/relationships/image" Target="../media/image89.svg"/><Relationship Id="rId179" Type="http://schemas.openxmlformats.org/officeDocument/2006/relationships/image" Target="../media/image185.svg"/><Relationship Id="rId190" Type="http://schemas.openxmlformats.org/officeDocument/2006/relationships/image" Target="../media/image196.png"/><Relationship Id="rId204" Type="http://schemas.openxmlformats.org/officeDocument/2006/relationships/image" Target="../media/image210.png"/><Relationship Id="rId225" Type="http://schemas.openxmlformats.org/officeDocument/2006/relationships/image" Target="../media/image231.svg"/><Relationship Id="rId246" Type="http://schemas.openxmlformats.org/officeDocument/2006/relationships/image" Target="../media/image252.png"/><Relationship Id="rId106" Type="http://schemas.openxmlformats.org/officeDocument/2006/relationships/image" Target="../media/image112.png"/><Relationship Id="rId127" Type="http://schemas.openxmlformats.org/officeDocument/2006/relationships/image" Target="../media/image133.svg"/><Relationship Id="rId10" Type="http://schemas.openxmlformats.org/officeDocument/2006/relationships/image" Target="../media/image16.png"/><Relationship Id="rId31" Type="http://schemas.openxmlformats.org/officeDocument/2006/relationships/image" Target="../media/image37.svg"/><Relationship Id="rId52" Type="http://schemas.openxmlformats.org/officeDocument/2006/relationships/image" Target="../media/image58.png"/><Relationship Id="rId73" Type="http://schemas.openxmlformats.org/officeDocument/2006/relationships/image" Target="../media/image79.svg"/><Relationship Id="rId94" Type="http://schemas.openxmlformats.org/officeDocument/2006/relationships/image" Target="../media/image100.png"/><Relationship Id="rId148" Type="http://schemas.openxmlformats.org/officeDocument/2006/relationships/image" Target="../media/image154.png"/><Relationship Id="rId169" Type="http://schemas.openxmlformats.org/officeDocument/2006/relationships/image" Target="../media/image175.svg"/><Relationship Id="rId4" Type="http://schemas.openxmlformats.org/officeDocument/2006/relationships/image" Target="../media/image10.png"/><Relationship Id="rId180" Type="http://schemas.openxmlformats.org/officeDocument/2006/relationships/image" Target="../media/image186.png"/><Relationship Id="rId215" Type="http://schemas.openxmlformats.org/officeDocument/2006/relationships/image" Target="../media/image221.svg"/><Relationship Id="rId236" Type="http://schemas.openxmlformats.org/officeDocument/2006/relationships/image" Target="../media/image242.png"/><Relationship Id="rId257" Type="http://schemas.openxmlformats.org/officeDocument/2006/relationships/image" Target="../media/image263.svg"/></Relationships>
</file>

<file path=ppt/slides/_rels/slide41.xml.rels><?xml version="1.0" encoding="UTF-8" standalone="yes"?>
<Relationships xmlns="http://schemas.openxmlformats.org/package/2006/relationships"><Relationship Id="rId117" Type="http://schemas.openxmlformats.org/officeDocument/2006/relationships/image" Target="../media/image381.svg"/><Relationship Id="rId21" Type="http://schemas.openxmlformats.org/officeDocument/2006/relationships/image" Target="../media/image285.svg"/><Relationship Id="rId42" Type="http://schemas.openxmlformats.org/officeDocument/2006/relationships/image" Target="../media/image306.png"/><Relationship Id="rId63" Type="http://schemas.openxmlformats.org/officeDocument/2006/relationships/image" Target="../media/image327.svg"/><Relationship Id="rId84" Type="http://schemas.openxmlformats.org/officeDocument/2006/relationships/image" Target="../media/image348.png"/><Relationship Id="rId138" Type="http://schemas.openxmlformats.org/officeDocument/2006/relationships/image" Target="../media/image402.png"/><Relationship Id="rId159" Type="http://schemas.openxmlformats.org/officeDocument/2006/relationships/image" Target="../media/image423.svg"/><Relationship Id="rId170" Type="http://schemas.openxmlformats.org/officeDocument/2006/relationships/image" Target="../media/image434.png"/><Relationship Id="rId191" Type="http://schemas.openxmlformats.org/officeDocument/2006/relationships/image" Target="../media/image455.svg"/><Relationship Id="rId205" Type="http://schemas.openxmlformats.org/officeDocument/2006/relationships/image" Target="../media/image469.svg"/><Relationship Id="rId226" Type="http://schemas.openxmlformats.org/officeDocument/2006/relationships/image" Target="../media/image490.png"/><Relationship Id="rId247" Type="http://schemas.openxmlformats.org/officeDocument/2006/relationships/image" Target="../media/image511.svg"/><Relationship Id="rId107" Type="http://schemas.openxmlformats.org/officeDocument/2006/relationships/image" Target="../media/image371.svg"/><Relationship Id="rId11" Type="http://schemas.openxmlformats.org/officeDocument/2006/relationships/image" Target="../media/image275.svg"/><Relationship Id="rId32" Type="http://schemas.openxmlformats.org/officeDocument/2006/relationships/image" Target="../media/image296.png"/><Relationship Id="rId53" Type="http://schemas.openxmlformats.org/officeDocument/2006/relationships/image" Target="../media/image317.svg"/><Relationship Id="rId74" Type="http://schemas.openxmlformats.org/officeDocument/2006/relationships/image" Target="../media/image338.png"/><Relationship Id="rId128" Type="http://schemas.openxmlformats.org/officeDocument/2006/relationships/image" Target="../media/image392.png"/><Relationship Id="rId149" Type="http://schemas.openxmlformats.org/officeDocument/2006/relationships/image" Target="../media/image413.svg"/><Relationship Id="rId5" Type="http://schemas.openxmlformats.org/officeDocument/2006/relationships/image" Target="../media/image269.svg"/><Relationship Id="rId95" Type="http://schemas.openxmlformats.org/officeDocument/2006/relationships/image" Target="../media/image359.svg"/><Relationship Id="rId160" Type="http://schemas.openxmlformats.org/officeDocument/2006/relationships/image" Target="../media/image424.png"/><Relationship Id="rId181" Type="http://schemas.openxmlformats.org/officeDocument/2006/relationships/image" Target="../media/image445.svg"/><Relationship Id="rId216" Type="http://schemas.openxmlformats.org/officeDocument/2006/relationships/image" Target="../media/image480.png"/><Relationship Id="rId237" Type="http://schemas.openxmlformats.org/officeDocument/2006/relationships/image" Target="../media/image501.svg"/><Relationship Id="rId258" Type="http://schemas.openxmlformats.org/officeDocument/2006/relationships/image" Target="../media/image522.png"/><Relationship Id="rId22" Type="http://schemas.openxmlformats.org/officeDocument/2006/relationships/image" Target="../media/image286.png"/><Relationship Id="rId43" Type="http://schemas.openxmlformats.org/officeDocument/2006/relationships/image" Target="../media/image307.svg"/><Relationship Id="rId64" Type="http://schemas.openxmlformats.org/officeDocument/2006/relationships/image" Target="../media/image328.png"/><Relationship Id="rId118" Type="http://schemas.openxmlformats.org/officeDocument/2006/relationships/image" Target="../media/image382.png"/><Relationship Id="rId139" Type="http://schemas.openxmlformats.org/officeDocument/2006/relationships/image" Target="../media/image403.svg"/><Relationship Id="rId85" Type="http://schemas.openxmlformats.org/officeDocument/2006/relationships/image" Target="../media/image349.svg"/><Relationship Id="rId150" Type="http://schemas.openxmlformats.org/officeDocument/2006/relationships/image" Target="../media/image414.png"/><Relationship Id="rId171" Type="http://schemas.openxmlformats.org/officeDocument/2006/relationships/image" Target="../media/image435.svg"/><Relationship Id="rId192" Type="http://schemas.openxmlformats.org/officeDocument/2006/relationships/image" Target="../media/image456.png"/><Relationship Id="rId206" Type="http://schemas.openxmlformats.org/officeDocument/2006/relationships/image" Target="../media/image470.png"/><Relationship Id="rId227" Type="http://schemas.openxmlformats.org/officeDocument/2006/relationships/image" Target="../media/image491.svg"/><Relationship Id="rId248" Type="http://schemas.openxmlformats.org/officeDocument/2006/relationships/image" Target="../media/image512.png"/><Relationship Id="rId12" Type="http://schemas.openxmlformats.org/officeDocument/2006/relationships/image" Target="../media/image276.png"/><Relationship Id="rId33" Type="http://schemas.openxmlformats.org/officeDocument/2006/relationships/image" Target="../media/image297.svg"/><Relationship Id="rId108" Type="http://schemas.openxmlformats.org/officeDocument/2006/relationships/image" Target="../media/image372.png"/><Relationship Id="rId129" Type="http://schemas.openxmlformats.org/officeDocument/2006/relationships/image" Target="../media/image393.svg"/><Relationship Id="rId54" Type="http://schemas.openxmlformats.org/officeDocument/2006/relationships/image" Target="../media/image318.png"/><Relationship Id="rId75" Type="http://schemas.openxmlformats.org/officeDocument/2006/relationships/image" Target="../media/image339.svg"/><Relationship Id="rId96" Type="http://schemas.openxmlformats.org/officeDocument/2006/relationships/image" Target="../media/image360.png"/><Relationship Id="rId140" Type="http://schemas.openxmlformats.org/officeDocument/2006/relationships/image" Target="../media/image404.png"/><Relationship Id="rId161" Type="http://schemas.openxmlformats.org/officeDocument/2006/relationships/image" Target="../media/image425.svg"/><Relationship Id="rId182" Type="http://schemas.openxmlformats.org/officeDocument/2006/relationships/image" Target="../media/image446.png"/><Relationship Id="rId217" Type="http://schemas.openxmlformats.org/officeDocument/2006/relationships/image" Target="../media/image481.svg"/><Relationship Id="rId6" Type="http://schemas.openxmlformats.org/officeDocument/2006/relationships/image" Target="../media/image270.png"/><Relationship Id="rId238" Type="http://schemas.openxmlformats.org/officeDocument/2006/relationships/image" Target="../media/image502.png"/><Relationship Id="rId259" Type="http://schemas.openxmlformats.org/officeDocument/2006/relationships/image" Target="../media/image523.svg"/><Relationship Id="rId23" Type="http://schemas.openxmlformats.org/officeDocument/2006/relationships/image" Target="../media/image287.svg"/><Relationship Id="rId119" Type="http://schemas.openxmlformats.org/officeDocument/2006/relationships/image" Target="../media/image383.svg"/><Relationship Id="rId44" Type="http://schemas.openxmlformats.org/officeDocument/2006/relationships/image" Target="../media/image308.png"/><Relationship Id="rId65" Type="http://schemas.openxmlformats.org/officeDocument/2006/relationships/image" Target="../media/image329.svg"/><Relationship Id="rId86" Type="http://schemas.openxmlformats.org/officeDocument/2006/relationships/image" Target="../media/image350.png"/><Relationship Id="rId130" Type="http://schemas.openxmlformats.org/officeDocument/2006/relationships/image" Target="../media/image394.png"/><Relationship Id="rId151" Type="http://schemas.openxmlformats.org/officeDocument/2006/relationships/image" Target="../media/image415.svg"/><Relationship Id="rId172" Type="http://schemas.openxmlformats.org/officeDocument/2006/relationships/image" Target="../media/image436.png"/><Relationship Id="rId193" Type="http://schemas.openxmlformats.org/officeDocument/2006/relationships/image" Target="../media/image457.svg"/><Relationship Id="rId207" Type="http://schemas.openxmlformats.org/officeDocument/2006/relationships/image" Target="../media/image471.svg"/><Relationship Id="rId228" Type="http://schemas.openxmlformats.org/officeDocument/2006/relationships/image" Target="../media/image492.png"/><Relationship Id="rId249" Type="http://schemas.openxmlformats.org/officeDocument/2006/relationships/image" Target="../media/image513.svg"/><Relationship Id="rId13" Type="http://schemas.openxmlformats.org/officeDocument/2006/relationships/image" Target="../media/image277.svg"/><Relationship Id="rId109" Type="http://schemas.openxmlformats.org/officeDocument/2006/relationships/image" Target="../media/image373.svg"/><Relationship Id="rId34" Type="http://schemas.openxmlformats.org/officeDocument/2006/relationships/image" Target="../media/image298.png"/><Relationship Id="rId55" Type="http://schemas.openxmlformats.org/officeDocument/2006/relationships/image" Target="../media/image319.svg"/><Relationship Id="rId76" Type="http://schemas.openxmlformats.org/officeDocument/2006/relationships/image" Target="../media/image340.png"/><Relationship Id="rId97" Type="http://schemas.openxmlformats.org/officeDocument/2006/relationships/image" Target="../media/image361.svg"/><Relationship Id="rId120" Type="http://schemas.openxmlformats.org/officeDocument/2006/relationships/image" Target="../media/image384.png"/><Relationship Id="rId141" Type="http://schemas.openxmlformats.org/officeDocument/2006/relationships/image" Target="../media/image405.svg"/><Relationship Id="rId7" Type="http://schemas.openxmlformats.org/officeDocument/2006/relationships/image" Target="../media/image271.svg"/><Relationship Id="rId162" Type="http://schemas.openxmlformats.org/officeDocument/2006/relationships/image" Target="../media/image426.png"/><Relationship Id="rId183" Type="http://schemas.openxmlformats.org/officeDocument/2006/relationships/image" Target="../media/image447.svg"/><Relationship Id="rId218" Type="http://schemas.openxmlformats.org/officeDocument/2006/relationships/image" Target="../media/image482.png"/><Relationship Id="rId239" Type="http://schemas.openxmlformats.org/officeDocument/2006/relationships/image" Target="../media/image503.svg"/><Relationship Id="rId250" Type="http://schemas.openxmlformats.org/officeDocument/2006/relationships/image" Target="../media/image514.png"/><Relationship Id="rId24" Type="http://schemas.openxmlformats.org/officeDocument/2006/relationships/image" Target="../media/image288.png"/><Relationship Id="rId45" Type="http://schemas.openxmlformats.org/officeDocument/2006/relationships/image" Target="../media/image309.svg"/><Relationship Id="rId66" Type="http://schemas.openxmlformats.org/officeDocument/2006/relationships/image" Target="../media/image330.png"/><Relationship Id="rId87" Type="http://schemas.openxmlformats.org/officeDocument/2006/relationships/image" Target="../media/image351.svg"/><Relationship Id="rId110" Type="http://schemas.openxmlformats.org/officeDocument/2006/relationships/image" Target="../media/image374.png"/><Relationship Id="rId131" Type="http://schemas.openxmlformats.org/officeDocument/2006/relationships/image" Target="../media/image395.svg"/><Relationship Id="rId152" Type="http://schemas.openxmlformats.org/officeDocument/2006/relationships/image" Target="../media/image416.png"/><Relationship Id="rId173" Type="http://schemas.openxmlformats.org/officeDocument/2006/relationships/image" Target="../media/image437.svg"/><Relationship Id="rId194" Type="http://schemas.openxmlformats.org/officeDocument/2006/relationships/image" Target="../media/image458.png"/><Relationship Id="rId208" Type="http://schemas.openxmlformats.org/officeDocument/2006/relationships/image" Target="../media/image472.png"/><Relationship Id="rId229" Type="http://schemas.openxmlformats.org/officeDocument/2006/relationships/image" Target="../media/image493.svg"/><Relationship Id="rId240" Type="http://schemas.openxmlformats.org/officeDocument/2006/relationships/image" Target="../media/image504.png"/><Relationship Id="rId14" Type="http://schemas.openxmlformats.org/officeDocument/2006/relationships/image" Target="../media/image278.png"/><Relationship Id="rId35" Type="http://schemas.openxmlformats.org/officeDocument/2006/relationships/image" Target="../media/image299.svg"/><Relationship Id="rId56" Type="http://schemas.openxmlformats.org/officeDocument/2006/relationships/image" Target="../media/image320.png"/><Relationship Id="rId77" Type="http://schemas.openxmlformats.org/officeDocument/2006/relationships/image" Target="../media/image341.svg"/><Relationship Id="rId100" Type="http://schemas.openxmlformats.org/officeDocument/2006/relationships/image" Target="../media/image364.png"/><Relationship Id="rId8" Type="http://schemas.openxmlformats.org/officeDocument/2006/relationships/image" Target="../media/image272.png"/><Relationship Id="rId98" Type="http://schemas.openxmlformats.org/officeDocument/2006/relationships/image" Target="../media/image362.png"/><Relationship Id="rId121" Type="http://schemas.openxmlformats.org/officeDocument/2006/relationships/image" Target="../media/image385.svg"/><Relationship Id="rId142" Type="http://schemas.openxmlformats.org/officeDocument/2006/relationships/image" Target="../media/image406.png"/><Relationship Id="rId163" Type="http://schemas.openxmlformats.org/officeDocument/2006/relationships/image" Target="../media/image427.svg"/><Relationship Id="rId184" Type="http://schemas.openxmlformats.org/officeDocument/2006/relationships/image" Target="../media/image448.png"/><Relationship Id="rId219" Type="http://schemas.openxmlformats.org/officeDocument/2006/relationships/image" Target="../media/image483.svg"/><Relationship Id="rId230" Type="http://schemas.openxmlformats.org/officeDocument/2006/relationships/image" Target="../media/image494.png"/><Relationship Id="rId251" Type="http://schemas.openxmlformats.org/officeDocument/2006/relationships/image" Target="../media/image515.svg"/><Relationship Id="rId25" Type="http://schemas.openxmlformats.org/officeDocument/2006/relationships/image" Target="../media/image289.svg"/><Relationship Id="rId46" Type="http://schemas.openxmlformats.org/officeDocument/2006/relationships/image" Target="../media/image310.png"/><Relationship Id="rId67" Type="http://schemas.openxmlformats.org/officeDocument/2006/relationships/image" Target="../media/image331.svg"/><Relationship Id="rId88" Type="http://schemas.openxmlformats.org/officeDocument/2006/relationships/image" Target="../media/image352.png"/><Relationship Id="rId111" Type="http://schemas.openxmlformats.org/officeDocument/2006/relationships/image" Target="../media/image375.svg"/><Relationship Id="rId132" Type="http://schemas.openxmlformats.org/officeDocument/2006/relationships/image" Target="../media/image396.png"/><Relationship Id="rId153" Type="http://schemas.openxmlformats.org/officeDocument/2006/relationships/image" Target="../media/image417.svg"/><Relationship Id="rId174" Type="http://schemas.openxmlformats.org/officeDocument/2006/relationships/image" Target="../media/image438.png"/><Relationship Id="rId195" Type="http://schemas.openxmlformats.org/officeDocument/2006/relationships/image" Target="../media/image459.svg"/><Relationship Id="rId209" Type="http://schemas.openxmlformats.org/officeDocument/2006/relationships/image" Target="../media/image473.svg"/><Relationship Id="rId220" Type="http://schemas.openxmlformats.org/officeDocument/2006/relationships/image" Target="../media/image484.png"/><Relationship Id="rId241" Type="http://schemas.openxmlformats.org/officeDocument/2006/relationships/image" Target="../media/image505.svg"/><Relationship Id="rId15" Type="http://schemas.openxmlformats.org/officeDocument/2006/relationships/image" Target="../media/image279.svg"/><Relationship Id="rId36" Type="http://schemas.openxmlformats.org/officeDocument/2006/relationships/image" Target="../media/image300.png"/><Relationship Id="rId57" Type="http://schemas.openxmlformats.org/officeDocument/2006/relationships/image" Target="../media/image321.svg"/><Relationship Id="rId78" Type="http://schemas.openxmlformats.org/officeDocument/2006/relationships/image" Target="../media/image342.png"/><Relationship Id="rId99" Type="http://schemas.openxmlformats.org/officeDocument/2006/relationships/image" Target="../media/image363.svg"/><Relationship Id="rId101" Type="http://schemas.openxmlformats.org/officeDocument/2006/relationships/image" Target="../media/image365.svg"/><Relationship Id="rId122" Type="http://schemas.openxmlformats.org/officeDocument/2006/relationships/image" Target="../media/image386.png"/><Relationship Id="rId143" Type="http://schemas.openxmlformats.org/officeDocument/2006/relationships/image" Target="../media/image407.svg"/><Relationship Id="rId164" Type="http://schemas.openxmlformats.org/officeDocument/2006/relationships/image" Target="../media/image428.png"/><Relationship Id="rId185" Type="http://schemas.openxmlformats.org/officeDocument/2006/relationships/image" Target="../media/image449.svg"/><Relationship Id="rId9" Type="http://schemas.openxmlformats.org/officeDocument/2006/relationships/image" Target="../media/image273.svg"/><Relationship Id="rId210" Type="http://schemas.openxmlformats.org/officeDocument/2006/relationships/image" Target="../media/image474.png"/><Relationship Id="rId26" Type="http://schemas.openxmlformats.org/officeDocument/2006/relationships/image" Target="../media/image290.png"/><Relationship Id="rId231" Type="http://schemas.openxmlformats.org/officeDocument/2006/relationships/image" Target="../media/image495.svg"/><Relationship Id="rId252" Type="http://schemas.openxmlformats.org/officeDocument/2006/relationships/image" Target="../media/image516.png"/><Relationship Id="rId47" Type="http://schemas.openxmlformats.org/officeDocument/2006/relationships/image" Target="../media/image311.svg"/><Relationship Id="rId68" Type="http://schemas.openxmlformats.org/officeDocument/2006/relationships/image" Target="../media/image332.png"/><Relationship Id="rId89" Type="http://schemas.openxmlformats.org/officeDocument/2006/relationships/image" Target="../media/image353.svg"/><Relationship Id="rId112" Type="http://schemas.openxmlformats.org/officeDocument/2006/relationships/image" Target="../media/image376.png"/><Relationship Id="rId133" Type="http://schemas.openxmlformats.org/officeDocument/2006/relationships/image" Target="../media/image397.svg"/><Relationship Id="rId154" Type="http://schemas.openxmlformats.org/officeDocument/2006/relationships/image" Target="../media/image418.png"/><Relationship Id="rId175" Type="http://schemas.openxmlformats.org/officeDocument/2006/relationships/image" Target="../media/image439.svg"/><Relationship Id="rId196" Type="http://schemas.openxmlformats.org/officeDocument/2006/relationships/image" Target="../media/image460.png"/><Relationship Id="rId200" Type="http://schemas.openxmlformats.org/officeDocument/2006/relationships/image" Target="../media/image464.png"/><Relationship Id="rId16" Type="http://schemas.openxmlformats.org/officeDocument/2006/relationships/image" Target="../media/image280.png"/><Relationship Id="rId221" Type="http://schemas.openxmlformats.org/officeDocument/2006/relationships/image" Target="../media/image485.svg"/><Relationship Id="rId242" Type="http://schemas.openxmlformats.org/officeDocument/2006/relationships/image" Target="../media/image506.png"/><Relationship Id="rId37" Type="http://schemas.openxmlformats.org/officeDocument/2006/relationships/image" Target="../media/image301.svg"/><Relationship Id="rId58" Type="http://schemas.openxmlformats.org/officeDocument/2006/relationships/image" Target="../media/image322.png"/><Relationship Id="rId79" Type="http://schemas.openxmlformats.org/officeDocument/2006/relationships/image" Target="../media/image343.svg"/><Relationship Id="rId102" Type="http://schemas.openxmlformats.org/officeDocument/2006/relationships/image" Target="../media/image366.png"/><Relationship Id="rId123" Type="http://schemas.openxmlformats.org/officeDocument/2006/relationships/image" Target="../media/image387.svg"/><Relationship Id="rId144" Type="http://schemas.openxmlformats.org/officeDocument/2006/relationships/image" Target="../media/image408.png"/><Relationship Id="rId90" Type="http://schemas.openxmlformats.org/officeDocument/2006/relationships/image" Target="../media/image354.png"/><Relationship Id="rId165" Type="http://schemas.openxmlformats.org/officeDocument/2006/relationships/image" Target="../media/image429.svg"/><Relationship Id="rId186" Type="http://schemas.openxmlformats.org/officeDocument/2006/relationships/image" Target="../media/image450.png"/><Relationship Id="rId211" Type="http://schemas.openxmlformats.org/officeDocument/2006/relationships/image" Target="../media/image475.svg"/><Relationship Id="rId232" Type="http://schemas.openxmlformats.org/officeDocument/2006/relationships/image" Target="../media/image496.png"/><Relationship Id="rId253" Type="http://schemas.openxmlformats.org/officeDocument/2006/relationships/image" Target="../media/image517.svg"/><Relationship Id="rId27" Type="http://schemas.openxmlformats.org/officeDocument/2006/relationships/image" Target="../media/image291.svg"/><Relationship Id="rId48" Type="http://schemas.openxmlformats.org/officeDocument/2006/relationships/image" Target="../media/image312.png"/><Relationship Id="rId69" Type="http://schemas.openxmlformats.org/officeDocument/2006/relationships/image" Target="../media/image333.svg"/><Relationship Id="rId113" Type="http://schemas.openxmlformats.org/officeDocument/2006/relationships/image" Target="../media/image377.svg"/><Relationship Id="rId134" Type="http://schemas.openxmlformats.org/officeDocument/2006/relationships/image" Target="../media/image398.png"/><Relationship Id="rId80" Type="http://schemas.openxmlformats.org/officeDocument/2006/relationships/image" Target="../media/image344.png"/><Relationship Id="rId155" Type="http://schemas.openxmlformats.org/officeDocument/2006/relationships/image" Target="../media/image419.svg"/><Relationship Id="rId176" Type="http://schemas.openxmlformats.org/officeDocument/2006/relationships/image" Target="../media/image440.png"/><Relationship Id="rId197" Type="http://schemas.openxmlformats.org/officeDocument/2006/relationships/image" Target="../media/image461.svg"/><Relationship Id="rId201" Type="http://schemas.openxmlformats.org/officeDocument/2006/relationships/image" Target="../media/image465.svg"/><Relationship Id="rId222" Type="http://schemas.openxmlformats.org/officeDocument/2006/relationships/image" Target="../media/image486.png"/><Relationship Id="rId243" Type="http://schemas.openxmlformats.org/officeDocument/2006/relationships/image" Target="../media/image507.svg"/><Relationship Id="rId17" Type="http://schemas.openxmlformats.org/officeDocument/2006/relationships/image" Target="../media/image281.svg"/><Relationship Id="rId38" Type="http://schemas.openxmlformats.org/officeDocument/2006/relationships/image" Target="../media/image302.png"/><Relationship Id="rId59" Type="http://schemas.openxmlformats.org/officeDocument/2006/relationships/image" Target="../media/image323.svg"/><Relationship Id="rId103" Type="http://schemas.openxmlformats.org/officeDocument/2006/relationships/image" Target="../media/image367.svg"/><Relationship Id="rId124" Type="http://schemas.openxmlformats.org/officeDocument/2006/relationships/image" Target="../media/image388.png"/><Relationship Id="rId70" Type="http://schemas.openxmlformats.org/officeDocument/2006/relationships/image" Target="../media/image334.png"/><Relationship Id="rId91" Type="http://schemas.openxmlformats.org/officeDocument/2006/relationships/image" Target="../media/image355.svg"/><Relationship Id="rId145" Type="http://schemas.openxmlformats.org/officeDocument/2006/relationships/image" Target="../media/image409.svg"/><Relationship Id="rId166" Type="http://schemas.openxmlformats.org/officeDocument/2006/relationships/image" Target="../media/image430.png"/><Relationship Id="rId187" Type="http://schemas.openxmlformats.org/officeDocument/2006/relationships/image" Target="../media/image451.svg"/><Relationship Id="rId1" Type="http://schemas.openxmlformats.org/officeDocument/2006/relationships/slideLayout" Target="../slideLayouts/slideLayout23.xml"/><Relationship Id="rId212" Type="http://schemas.openxmlformats.org/officeDocument/2006/relationships/image" Target="../media/image476.png"/><Relationship Id="rId233" Type="http://schemas.openxmlformats.org/officeDocument/2006/relationships/image" Target="../media/image497.svg"/><Relationship Id="rId254" Type="http://schemas.openxmlformats.org/officeDocument/2006/relationships/image" Target="../media/image518.png"/><Relationship Id="rId28" Type="http://schemas.openxmlformats.org/officeDocument/2006/relationships/image" Target="../media/image292.png"/><Relationship Id="rId49" Type="http://schemas.openxmlformats.org/officeDocument/2006/relationships/image" Target="../media/image313.svg"/><Relationship Id="rId114" Type="http://schemas.openxmlformats.org/officeDocument/2006/relationships/image" Target="../media/image378.png"/><Relationship Id="rId60" Type="http://schemas.openxmlformats.org/officeDocument/2006/relationships/image" Target="../media/image324.png"/><Relationship Id="rId81" Type="http://schemas.openxmlformats.org/officeDocument/2006/relationships/image" Target="../media/image345.svg"/><Relationship Id="rId135" Type="http://schemas.openxmlformats.org/officeDocument/2006/relationships/image" Target="../media/image399.svg"/><Relationship Id="rId156" Type="http://schemas.openxmlformats.org/officeDocument/2006/relationships/image" Target="../media/image420.png"/><Relationship Id="rId177" Type="http://schemas.openxmlformats.org/officeDocument/2006/relationships/image" Target="../media/image441.svg"/><Relationship Id="rId198" Type="http://schemas.openxmlformats.org/officeDocument/2006/relationships/image" Target="../media/image462.png"/><Relationship Id="rId202" Type="http://schemas.openxmlformats.org/officeDocument/2006/relationships/image" Target="../media/image466.png"/><Relationship Id="rId223" Type="http://schemas.openxmlformats.org/officeDocument/2006/relationships/image" Target="../media/image487.svg"/><Relationship Id="rId244" Type="http://schemas.openxmlformats.org/officeDocument/2006/relationships/image" Target="../media/image508.png"/><Relationship Id="rId18" Type="http://schemas.openxmlformats.org/officeDocument/2006/relationships/image" Target="../media/image282.png"/><Relationship Id="rId39" Type="http://schemas.openxmlformats.org/officeDocument/2006/relationships/image" Target="../media/image303.svg"/><Relationship Id="rId50" Type="http://schemas.openxmlformats.org/officeDocument/2006/relationships/image" Target="../media/image314.png"/><Relationship Id="rId104" Type="http://schemas.openxmlformats.org/officeDocument/2006/relationships/image" Target="../media/image368.png"/><Relationship Id="rId125" Type="http://schemas.openxmlformats.org/officeDocument/2006/relationships/image" Target="../media/image389.svg"/><Relationship Id="rId146" Type="http://schemas.openxmlformats.org/officeDocument/2006/relationships/image" Target="../media/image410.png"/><Relationship Id="rId167" Type="http://schemas.openxmlformats.org/officeDocument/2006/relationships/image" Target="../media/image431.svg"/><Relationship Id="rId188" Type="http://schemas.openxmlformats.org/officeDocument/2006/relationships/image" Target="../media/image452.png"/><Relationship Id="rId71" Type="http://schemas.openxmlformats.org/officeDocument/2006/relationships/image" Target="../media/image335.svg"/><Relationship Id="rId92" Type="http://schemas.openxmlformats.org/officeDocument/2006/relationships/image" Target="../media/image356.png"/><Relationship Id="rId213" Type="http://schemas.openxmlformats.org/officeDocument/2006/relationships/image" Target="../media/image477.svg"/><Relationship Id="rId234" Type="http://schemas.openxmlformats.org/officeDocument/2006/relationships/image" Target="../media/image498.png"/><Relationship Id="rId2" Type="http://schemas.openxmlformats.org/officeDocument/2006/relationships/image" Target="../media/image266.png"/><Relationship Id="rId29" Type="http://schemas.openxmlformats.org/officeDocument/2006/relationships/image" Target="../media/image293.svg"/><Relationship Id="rId255" Type="http://schemas.openxmlformats.org/officeDocument/2006/relationships/image" Target="../media/image519.svg"/><Relationship Id="rId40" Type="http://schemas.openxmlformats.org/officeDocument/2006/relationships/image" Target="../media/image304.png"/><Relationship Id="rId115" Type="http://schemas.openxmlformats.org/officeDocument/2006/relationships/image" Target="../media/image379.svg"/><Relationship Id="rId136" Type="http://schemas.openxmlformats.org/officeDocument/2006/relationships/image" Target="../media/image400.png"/><Relationship Id="rId157" Type="http://schemas.openxmlformats.org/officeDocument/2006/relationships/image" Target="../media/image421.svg"/><Relationship Id="rId178" Type="http://schemas.openxmlformats.org/officeDocument/2006/relationships/image" Target="../media/image442.png"/><Relationship Id="rId61" Type="http://schemas.openxmlformats.org/officeDocument/2006/relationships/image" Target="../media/image325.svg"/><Relationship Id="rId82" Type="http://schemas.openxmlformats.org/officeDocument/2006/relationships/image" Target="../media/image346.png"/><Relationship Id="rId199" Type="http://schemas.openxmlformats.org/officeDocument/2006/relationships/image" Target="../media/image463.svg"/><Relationship Id="rId203" Type="http://schemas.openxmlformats.org/officeDocument/2006/relationships/image" Target="../media/image467.svg"/><Relationship Id="rId19" Type="http://schemas.openxmlformats.org/officeDocument/2006/relationships/image" Target="../media/image283.svg"/><Relationship Id="rId224" Type="http://schemas.openxmlformats.org/officeDocument/2006/relationships/image" Target="../media/image488.png"/><Relationship Id="rId245" Type="http://schemas.openxmlformats.org/officeDocument/2006/relationships/image" Target="../media/image509.svg"/><Relationship Id="rId30" Type="http://schemas.openxmlformats.org/officeDocument/2006/relationships/image" Target="../media/image294.png"/><Relationship Id="rId105" Type="http://schemas.openxmlformats.org/officeDocument/2006/relationships/image" Target="../media/image369.svg"/><Relationship Id="rId126" Type="http://schemas.openxmlformats.org/officeDocument/2006/relationships/image" Target="../media/image390.png"/><Relationship Id="rId147" Type="http://schemas.openxmlformats.org/officeDocument/2006/relationships/image" Target="../media/image411.svg"/><Relationship Id="rId168" Type="http://schemas.openxmlformats.org/officeDocument/2006/relationships/image" Target="../media/image432.png"/><Relationship Id="rId51" Type="http://schemas.openxmlformats.org/officeDocument/2006/relationships/image" Target="../media/image315.svg"/><Relationship Id="rId72" Type="http://schemas.openxmlformats.org/officeDocument/2006/relationships/image" Target="../media/image336.png"/><Relationship Id="rId93" Type="http://schemas.openxmlformats.org/officeDocument/2006/relationships/image" Target="../media/image357.svg"/><Relationship Id="rId189" Type="http://schemas.openxmlformats.org/officeDocument/2006/relationships/image" Target="../media/image453.svg"/><Relationship Id="rId3" Type="http://schemas.openxmlformats.org/officeDocument/2006/relationships/image" Target="../media/image267.svg"/><Relationship Id="rId214" Type="http://schemas.openxmlformats.org/officeDocument/2006/relationships/image" Target="../media/image478.png"/><Relationship Id="rId235" Type="http://schemas.openxmlformats.org/officeDocument/2006/relationships/image" Target="../media/image499.svg"/><Relationship Id="rId256" Type="http://schemas.openxmlformats.org/officeDocument/2006/relationships/image" Target="../media/image520.png"/><Relationship Id="rId116" Type="http://schemas.openxmlformats.org/officeDocument/2006/relationships/image" Target="../media/image380.png"/><Relationship Id="rId137" Type="http://schemas.openxmlformats.org/officeDocument/2006/relationships/image" Target="../media/image401.svg"/><Relationship Id="rId158" Type="http://schemas.openxmlformats.org/officeDocument/2006/relationships/image" Target="../media/image422.png"/><Relationship Id="rId20" Type="http://schemas.openxmlformats.org/officeDocument/2006/relationships/image" Target="../media/image284.png"/><Relationship Id="rId41" Type="http://schemas.openxmlformats.org/officeDocument/2006/relationships/image" Target="../media/image305.svg"/><Relationship Id="rId62" Type="http://schemas.openxmlformats.org/officeDocument/2006/relationships/image" Target="../media/image326.png"/><Relationship Id="rId83" Type="http://schemas.openxmlformats.org/officeDocument/2006/relationships/image" Target="../media/image347.svg"/><Relationship Id="rId179" Type="http://schemas.openxmlformats.org/officeDocument/2006/relationships/image" Target="../media/image443.svg"/><Relationship Id="rId190" Type="http://schemas.openxmlformats.org/officeDocument/2006/relationships/image" Target="../media/image454.png"/><Relationship Id="rId204" Type="http://schemas.openxmlformats.org/officeDocument/2006/relationships/image" Target="../media/image468.png"/><Relationship Id="rId225" Type="http://schemas.openxmlformats.org/officeDocument/2006/relationships/image" Target="../media/image489.svg"/><Relationship Id="rId246" Type="http://schemas.openxmlformats.org/officeDocument/2006/relationships/image" Target="../media/image510.png"/><Relationship Id="rId106" Type="http://schemas.openxmlformats.org/officeDocument/2006/relationships/image" Target="../media/image370.png"/><Relationship Id="rId127" Type="http://schemas.openxmlformats.org/officeDocument/2006/relationships/image" Target="../media/image391.svg"/><Relationship Id="rId10" Type="http://schemas.openxmlformats.org/officeDocument/2006/relationships/image" Target="../media/image274.png"/><Relationship Id="rId31" Type="http://schemas.openxmlformats.org/officeDocument/2006/relationships/image" Target="../media/image295.svg"/><Relationship Id="rId52" Type="http://schemas.openxmlformats.org/officeDocument/2006/relationships/image" Target="../media/image316.png"/><Relationship Id="rId73" Type="http://schemas.openxmlformats.org/officeDocument/2006/relationships/image" Target="../media/image337.svg"/><Relationship Id="rId94" Type="http://schemas.openxmlformats.org/officeDocument/2006/relationships/image" Target="../media/image358.png"/><Relationship Id="rId148" Type="http://schemas.openxmlformats.org/officeDocument/2006/relationships/image" Target="../media/image412.png"/><Relationship Id="rId169" Type="http://schemas.openxmlformats.org/officeDocument/2006/relationships/image" Target="../media/image433.svg"/><Relationship Id="rId4" Type="http://schemas.openxmlformats.org/officeDocument/2006/relationships/image" Target="../media/image268.png"/><Relationship Id="rId180" Type="http://schemas.openxmlformats.org/officeDocument/2006/relationships/image" Target="../media/image444.png"/><Relationship Id="rId215" Type="http://schemas.openxmlformats.org/officeDocument/2006/relationships/image" Target="../media/image479.svg"/><Relationship Id="rId236" Type="http://schemas.openxmlformats.org/officeDocument/2006/relationships/image" Target="../media/image500.png"/><Relationship Id="rId257" Type="http://schemas.openxmlformats.org/officeDocument/2006/relationships/image" Target="../media/image521.svg"/></Relationships>
</file>

<file path=ppt/slides/_rels/slide42.xml.rels><?xml version="1.0" encoding="UTF-8" standalone="yes"?>
<Relationships xmlns="http://schemas.openxmlformats.org/package/2006/relationships"><Relationship Id="rId26" Type="http://schemas.openxmlformats.org/officeDocument/2006/relationships/image" Target="../media/image547.svg"/><Relationship Id="rId21" Type="http://schemas.openxmlformats.org/officeDocument/2006/relationships/image" Target="../media/image542.png"/><Relationship Id="rId42" Type="http://schemas.openxmlformats.org/officeDocument/2006/relationships/image" Target="../media/image563.svg"/><Relationship Id="rId47" Type="http://schemas.openxmlformats.org/officeDocument/2006/relationships/image" Target="../media/image568.png"/><Relationship Id="rId63" Type="http://schemas.openxmlformats.org/officeDocument/2006/relationships/image" Target="../media/image584.png"/><Relationship Id="rId68" Type="http://schemas.openxmlformats.org/officeDocument/2006/relationships/image" Target="../media/image589.svg"/><Relationship Id="rId84" Type="http://schemas.openxmlformats.org/officeDocument/2006/relationships/image" Target="../media/image603.svg"/><Relationship Id="rId89" Type="http://schemas.openxmlformats.org/officeDocument/2006/relationships/image" Target="../media/image608.png"/><Relationship Id="rId16" Type="http://schemas.openxmlformats.org/officeDocument/2006/relationships/image" Target="../media/image537.svg"/><Relationship Id="rId11" Type="http://schemas.openxmlformats.org/officeDocument/2006/relationships/image" Target="../media/image532.png"/><Relationship Id="rId32" Type="http://schemas.openxmlformats.org/officeDocument/2006/relationships/image" Target="../media/image553.svg"/><Relationship Id="rId37" Type="http://schemas.openxmlformats.org/officeDocument/2006/relationships/image" Target="../media/image558.png"/><Relationship Id="rId53" Type="http://schemas.openxmlformats.org/officeDocument/2006/relationships/image" Target="../media/image574.png"/><Relationship Id="rId58" Type="http://schemas.openxmlformats.org/officeDocument/2006/relationships/image" Target="../media/image579.svg"/><Relationship Id="rId74" Type="http://schemas.openxmlformats.org/officeDocument/2006/relationships/image" Target="../media/image595.svg"/><Relationship Id="rId79" Type="http://schemas.openxmlformats.org/officeDocument/2006/relationships/image" Target="../media/image598.png"/><Relationship Id="rId5" Type="http://schemas.openxmlformats.org/officeDocument/2006/relationships/image" Target="../media/image526.png"/><Relationship Id="rId90" Type="http://schemas.openxmlformats.org/officeDocument/2006/relationships/image" Target="../media/image609.svg"/><Relationship Id="rId95" Type="http://schemas.openxmlformats.org/officeDocument/2006/relationships/image" Target="../media/image614.png"/><Relationship Id="rId22" Type="http://schemas.openxmlformats.org/officeDocument/2006/relationships/image" Target="../media/image543.svg"/><Relationship Id="rId27" Type="http://schemas.openxmlformats.org/officeDocument/2006/relationships/image" Target="../media/image548.png"/><Relationship Id="rId43" Type="http://schemas.openxmlformats.org/officeDocument/2006/relationships/image" Target="../media/image564.png"/><Relationship Id="rId48" Type="http://schemas.openxmlformats.org/officeDocument/2006/relationships/image" Target="../media/image569.svg"/><Relationship Id="rId64" Type="http://schemas.openxmlformats.org/officeDocument/2006/relationships/image" Target="../media/image585.svg"/><Relationship Id="rId69" Type="http://schemas.openxmlformats.org/officeDocument/2006/relationships/image" Target="../media/image590.png"/><Relationship Id="rId8" Type="http://schemas.openxmlformats.org/officeDocument/2006/relationships/image" Target="../media/image529.svg"/><Relationship Id="rId51" Type="http://schemas.openxmlformats.org/officeDocument/2006/relationships/image" Target="../media/image572.png"/><Relationship Id="rId72" Type="http://schemas.openxmlformats.org/officeDocument/2006/relationships/image" Target="../media/image593.svg"/><Relationship Id="rId80" Type="http://schemas.openxmlformats.org/officeDocument/2006/relationships/image" Target="../media/image599.svg"/><Relationship Id="rId85" Type="http://schemas.openxmlformats.org/officeDocument/2006/relationships/image" Target="../media/image604.png"/><Relationship Id="rId93" Type="http://schemas.openxmlformats.org/officeDocument/2006/relationships/image" Target="../media/image612.png"/><Relationship Id="rId3" Type="http://schemas.openxmlformats.org/officeDocument/2006/relationships/image" Target="../media/image524.png"/><Relationship Id="rId12" Type="http://schemas.openxmlformats.org/officeDocument/2006/relationships/image" Target="../media/image533.svg"/><Relationship Id="rId17" Type="http://schemas.openxmlformats.org/officeDocument/2006/relationships/image" Target="../media/image538.png"/><Relationship Id="rId25" Type="http://schemas.openxmlformats.org/officeDocument/2006/relationships/image" Target="../media/image546.png"/><Relationship Id="rId33" Type="http://schemas.openxmlformats.org/officeDocument/2006/relationships/image" Target="../media/image554.png"/><Relationship Id="rId38" Type="http://schemas.openxmlformats.org/officeDocument/2006/relationships/image" Target="../media/image559.svg"/><Relationship Id="rId46" Type="http://schemas.openxmlformats.org/officeDocument/2006/relationships/image" Target="../media/image567.svg"/><Relationship Id="rId59" Type="http://schemas.openxmlformats.org/officeDocument/2006/relationships/image" Target="../media/image580.png"/><Relationship Id="rId67" Type="http://schemas.openxmlformats.org/officeDocument/2006/relationships/image" Target="../media/image588.png"/><Relationship Id="rId20" Type="http://schemas.openxmlformats.org/officeDocument/2006/relationships/image" Target="../media/image541.svg"/><Relationship Id="rId41" Type="http://schemas.openxmlformats.org/officeDocument/2006/relationships/image" Target="../media/image562.png"/><Relationship Id="rId54" Type="http://schemas.openxmlformats.org/officeDocument/2006/relationships/image" Target="../media/image575.svg"/><Relationship Id="rId62" Type="http://schemas.openxmlformats.org/officeDocument/2006/relationships/image" Target="../media/image583.svg"/><Relationship Id="rId70" Type="http://schemas.openxmlformats.org/officeDocument/2006/relationships/image" Target="../media/image591.svg"/><Relationship Id="rId75" Type="http://schemas.openxmlformats.org/officeDocument/2006/relationships/image" Target="../media/image596.png"/><Relationship Id="rId83" Type="http://schemas.openxmlformats.org/officeDocument/2006/relationships/image" Target="../media/image602.png"/><Relationship Id="rId88" Type="http://schemas.openxmlformats.org/officeDocument/2006/relationships/image" Target="../media/image607.svg"/><Relationship Id="rId91" Type="http://schemas.openxmlformats.org/officeDocument/2006/relationships/image" Target="../media/image610.png"/><Relationship Id="rId96" Type="http://schemas.openxmlformats.org/officeDocument/2006/relationships/image" Target="../media/image615.svg"/><Relationship Id="rId1" Type="http://schemas.openxmlformats.org/officeDocument/2006/relationships/slideLayout" Target="../slideLayouts/slideLayout19.xml"/><Relationship Id="rId6" Type="http://schemas.openxmlformats.org/officeDocument/2006/relationships/image" Target="../media/image527.svg"/><Relationship Id="rId15" Type="http://schemas.openxmlformats.org/officeDocument/2006/relationships/image" Target="../media/image536.png"/><Relationship Id="rId23" Type="http://schemas.openxmlformats.org/officeDocument/2006/relationships/image" Target="../media/image544.png"/><Relationship Id="rId28" Type="http://schemas.openxmlformats.org/officeDocument/2006/relationships/image" Target="../media/image549.svg"/><Relationship Id="rId36" Type="http://schemas.openxmlformats.org/officeDocument/2006/relationships/image" Target="../media/image557.svg"/><Relationship Id="rId49" Type="http://schemas.openxmlformats.org/officeDocument/2006/relationships/image" Target="../media/image570.png"/><Relationship Id="rId57" Type="http://schemas.openxmlformats.org/officeDocument/2006/relationships/image" Target="../media/image578.png"/><Relationship Id="rId10" Type="http://schemas.openxmlformats.org/officeDocument/2006/relationships/image" Target="../media/image531.svg"/><Relationship Id="rId31" Type="http://schemas.openxmlformats.org/officeDocument/2006/relationships/image" Target="../media/image552.png"/><Relationship Id="rId44" Type="http://schemas.openxmlformats.org/officeDocument/2006/relationships/image" Target="../media/image565.svg"/><Relationship Id="rId52" Type="http://schemas.openxmlformats.org/officeDocument/2006/relationships/image" Target="../media/image573.svg"/><Relationship Id="rId60" Type="http://schemas.openxmlformats.org/officeDocument/2006/relationships/image" Target="../media/image581.svg"/><Relationship Id="rId65" Type="http://schemas.openxmlformats.org/officeDocument/2006/relationships/image" Target="../media/image586.png"/><Relationship Id="rId73" Type="http://schemas.openxmlformats.org/officeDocument/2006/relationships/image" Target="../media/image594.png"/><Relationship Id="rId78" Type="http://schemas.openxmlformats.org/officeDocument/2006/relationships/image" Target="../media/image5.svg"/><Relationship Id="rId81" Type="http://schemas.openxmlformats.org/officeDocument/2006/relationships/image" Target="../media/image600.png"/><Relationship Id="rId86" Type="http://schemas.openxmlformats.org/officeDocument/2006/relationships/image" Target="../media/image605.svg"/><Relationship Id="rId94" Type="http://schemas.openxmlformats.org/officeDocument/2006/relationships/image" Target="../media/image613.svg"/><Relationship Id="rId4" Type="http://schemas.openxmlformats.org/officeDocument/2006/relationships/image" Target="../media/image525.svg"/><Relationship Id="rId9" Type="http://schemas.openxmlformats.org/officeDocument/2006/relationships/image" Target="../media/image530.png"/><Relationship Id="rId13" Type="http://schemas.openxmlformats.org/officeDocument/2006/relationships/image" Target="../media/image534.png"/><Relationship Id="rId18" Type="http://schemas.openxmlformats.org/officeDocument/2006/relationships/image" Target="../media/image539.svg"/><Relationship Id="rId39" Type="http://schemas.openxmlformats.org/officeDocument/2006/relationships/image" Target="../media/image560.png"/><Relationship Id="rId34" Type="http://schemas.openxmlformats.org/officeDocument/2006/relationships/image" Target="../media/image555.svg"/><Relationship Id="rId50" Type="http://schemas.openxmlformats.org/officeDocument/2006/relationships/image" Target="../media/image571.svg"/><Relationship Id="rId55" Type="http://schemas.openxmlformats.org/officeDocument/2006/relationships/image" Target="../media/image576.png"/><Relationship Id="rId76" Type="http://schemas.openxmlformats.org/officeDocument/2006/relationships/image" Target="../media/image597.svg"/><Relationship Id="rId7" Type="http://schemas.openxmlformats.org/officeDocument/2006/relationships/image" Target="../media/image528.png"/><Relationship Id="rId71" Type="http://schemas.openxmlformats.org/officeDocument/2006/relationships/image" Target="../media/image592.png"/><Relationship Id="rId92" Type="http://schemas.openxmlformats.org/officeDocument/2006/relationships/image" Target="../media/image611.svg"/><Relationship Id="rId2" Type="http://schemas.openxmlformats.org/officeDocument/2006/relationships/notesSlide" Target="../notesSlides/notesSlide7.xml"/><Relationship Id="rId29" Type="http://schemas.openxmlformats.org/officeDocument/2006/relationships/image" Target="../media/image550.png"/><Relationship Id="rId24" Type="http://schemas.openxmlformats.org/officeDocument/2006/relationships/image" Target="../media/image545.svg"/><Relationship Id="rId40" Type="http://schemas.openxmlformats.org/officeDocument/2006/relationships/image" Target="../media/image561.svg"/><Relationship Id="rId45" Type="http://schemas.openxmlformats.org/officeDocument/2006/relationships/image" Target="../media/image566.png"/><Relationship Id="rId66" Type="http://schemas.openxmlformats.org/officeDocument/2006/relationships/image" Target="../media/image587.svg"/><Relationship Id="rId87" Type="http://schemas.openxmlformats.org/officeDocument/2006/relationships/image" Target="../media/image606.png"/><Relationship Id="rId61" Type="http://schemas.openxmlformats.org/officeDocument/2006/relationships/image" Target="../media/image582.png"/><Relationship Id="rId82" Type="http://schemas.openxmlformats.org/officeDocument/2006/relationships/image" Target="../media/image601.svg"/><Relationship Id="rId19" Type="http://schemas.openxmlformats.org/officeDocument/2006/relationships/image" Target="../media/image540.png"/><Relationship Id="rId14" Type="http://schemas.openxmlformats.org/officeDocument/2006/relationships/image" Target="../media/image535.svg"/><Relationship Id="rId30" Type="http://schemas.openxmlformats.org/officeDocument/2006/relationships/image" Target="../media/image551.svg"/><Relationship Id="rId35" Type="http://schemas.openxmlformats.org/officeDocument/2006/relationships/image" Target="../media/image556.png"/><Relationship Id="rId56" Type="http://schemas.openxmlformats.org/officeDocument/2006/relationships/image" Target="../media/image577.svg"/><Relationship Id="rId77"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3794829073"/>
              </p:ext>
            </p:extLst>
          </p:nvPr>
        </p:nvGraphicFramePr>
        <p:xfrm>
          <a:off x="609600" y="1576388"/>
          <a:ext cx="10972797" cy="2797604"/>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a:t>
            </a:r>
          </a:p>
        </p:txBody>
      </p:sp>
    </p:spTree>
    <p:extLst>
      <p:ext uri="{BB962C8B-B14F-4D97-AF65-F5344CB8AC3E}">
        <p14:creationId xmlns:p14="http://schemas.microsoft.com/office/powerpoint/2010/main" val="4170858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Ninety percent 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a:t>
            </a:r>
          </a:p>
          <a:p>
            <a:pPr lvl="3"/>
            <a:r>
              <a:rPr lang="en-US" dirty="0"/>
              <a:t>{</a:t>
            </a:r>
          </a:p>
          <a:p>
            <a:pPr lvl="3"/>
            <a:r>
              <a:rPr lang="en-US" dirty="0"/>
              <a:t>  while (first != last) {</a:t>
            </a:r>
          </a:p>
          <a:p>
            <a:pPr lvl="3"/>
            <a:r>
              <a:rPr lang="en-US" dirty="0"/>
              <a:t>    int* middle = first + (last - first) / 2;</a:t>
            </a:r>
          </a:p>
          <a:p>
            <a:pPr lvl="3"/>
            <a:r>
              <a:rPr lang="en-US" dirty="0"/>
              <a:t>    if (*middle &lt; x) first = middle + 1;</a:t>
            </a:r>
          </a:p>
          <a:p>
            <a:pPr lvl="3"/>
            <a:r>
              <a:rPr lang="en-US" dirty="0"/>
              <a:t>    else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a:t>
            </a:r>
          </a:p>
          <a:p>
            <a:pPr lvl="3"/>
            <a:r>
              <a:rPr lang="en-US" dirty="0"/>
              <a:t>{</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0004645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a:t>Bullet 1 – Adobe Clean, 20pt</a:t>
            </a:r>
          </a:p>
          <a:p>
            <a:pPr lvl="1"/>
            <a:r>
              <a:rPr lang="en-US"/>
              <a:t>Bullet 2 – Adobe Clean, 14pt</a:t>
            </a:r>
          </a:p>
          <a:p>
            <a:pPr lvl="2"/>
            <a:r>
              <a:rPr lang="en-US"/>
              <a:t>Bullet 3 – Adobe Clean, 12pt</a:t>
            </a:r>
          </a:p>
        </p:txBody>
      </p:sp>
    </p:spTree>
    <p:extLst>
      <p:ext uri="{BB962C8B-B14F-4D97-AF65-F5344CB8AC3E}">
        <p14:creationId xmlns:p14="http://schemas.microsoft.com/office/powerpoint/2010/main" val="22964452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p:nvPr>
        </p:nvSpPr>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3881</TotalTime>
  <Words>1381</Words>
  <Application>Microsoft Macintosh PowerPoint</Application>
  <PresentationFormat>Widescreen</PresentationFormat>
  <Paragraphs>345</Paragraphs>
  <Slides>42</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42</vt:i4>
      </vt:variant>
    </vt:vector>
  </HeadingPairs>
  <TitlesOfParts>
    <vt:vector size="50" baseType="lpstr">
      <vt:lpstr>Adobe Clean</vt:lpstr>
      <vt:lpstr>Adobe Clean Black</vt:lpstr>
      <vt:lpstr>Arial</vt:lpstr>
      <vt:lpstr>Calibri</vt:lpstr>
      <vt:lpstr>Menlo</vt:lpstr>
      <vt:lpstr>System Font Regular</vt:lpstr>
      <vt:lpstr>Wingdings</vt:lpstr>
      <vt:lpstr>Adobe Template 2024</vt:lpstr>
      <vt:lpstr>Are We There Yet?</vt:lpstr>
      <vt:lpstr>Industry Developments</vt:lpstr>
      <vt:lpstr>Adobe</vt:lpstr>
      <vt:lpstr>       Photoshop</vt:lpstr>
      <vt:lpstr>       Photoshop</vt:lpstr>
      <vt:lpstr>Analysts</vt:lpstr>
      <vt:lpstr>Analysts</vt:lpstr>
      <vt:lpstr>Large Quote</vt:lpstr>
      <vt:lpstr>Large Quote</vt:lpstr>
      <vt:lpstr>Large Quote</vt:lpstr>
      <vt:lpstr>Large Quote</vt:lpstr>
      <vt:lpstr>Large Quote</vt:lpstr>
      <vt:lpstr>Binary Search Solution (from 2006 talk)</vt:lpstr>
      <vt:lpstr>Binary Search Solution (Copilot 2025)</vt:lpstr>
      <vt:lpstr>Closer Slide</vt:lpstr>
      <vt:lpstr>Generic Programming</vt:lpstr>
      <vt:lpstr>Declarative Forms</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36</cp:revision>
  <dcterms:created xsi:type="dcterms:W3CDTF">2024-01-24T22:04:21Z</dcterms:created>
  <dcterms:modified xsi:type="dcterms:W3CDTF">2025-04-01T22:02:13Z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